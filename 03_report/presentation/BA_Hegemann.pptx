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9" r:id="rId4"/>
    <p:sldMasterId id="2147483894" r:id="rId5"/>
  </p:sldMasterIdLst>
  <p:notesMasterIdLst>
    <p:notesMasterId r:id="rId35"/>
  </p:notesMasterIdLst>
  <p:handoutMasterIdLst>
    <p:handoutMasterId r:id="rId36"/>
  </p:handoutMasterIdLst>
  <p:sldIdLst>
    <p:sldId id="261" r:id="rId6"/>
    <p:sldId id="268" r:id="rId7"/>
    <p:sldId id="262" r:id="rId8"/>
    <p:sldId id="265" r:id="rId9"/>
    <p:sldId id="264" r:id="rId10"/>
    <p:sldId id="266" r:id="rId11"/>
    <p:sldId id="2145707286" r:id="rId12"/>
    <p:sldId id="267" r:id="rId13"/>
    <p:sldId id="2145707287" r:id="rId14"/>
    <p:sldId id="269" r:id="rId15"/>
    <p:sldId id="2145707274" r:id="rId16"/>
    <p:sldId id="2145707275" r:id="rId17"/>
    <p:sldId id="2145707276" r:id="rId18"/>
    <p:sldId id="2145707277" r:id="rId19"/>
    <p:sldId id="2145707278" r:id="rId20"/>
    <p:sldId id="2145707279" r:id="rId21"/>
    <p:sldId id="2145707231" r:id="rId22"/>
    <p:sldId id="2145707271" r:id="rId23"/>
    <p:sldId id="2145707230" r:id="rId24"/>
    <p:sldId id="2145707281" r:id="rId25"/>
    <p:sldId id="2145707233" r:id="rId26"/>
    <p:sldId id="2145707272" r:id="rId27"/>
    <p:sldId id="2145707243" r:id="rId28"/>
    <p:sldId id="2145707282" r:id="rId29"/>
    <p:sldId id="2145707270" r:id="rId30"/>
    <p:sldId id="2145707283" r:id="rId31"/>
    <p:sldId id="2145707284" r:id="rId32"/>
    <p:sldId id="2145707285" r:id="rId33"/>
    <p:sldId id="2145707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E5EE"/>
    <a:srgbClr val="C0DBF0"/>
    <a:srgbClr val="009260"/>
    <a:srgbClr val="D5AAAE"/>
    <a:srgbClr val="E7B2C2"/>
    <a:srgbClr val="4B4B4B"/>
    <a:srgbClr val="FBDBB2"/>
    <a:srgbClr val="FFFFFF"/>
    <a:srgbClr val="B2C5D9"/>
    <a:srgbClr val="B2DECF"/>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A3E5B1-AD88-694E-9590-9C7BD37F7CB7}" v="1805" dt="2026-06-16T13:42:34.2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48" autoAdjust="0"/>
    <p:restoredTop sz="94660"/>
  </p:normalViewPr>
  <p:slideViewPr>
    <p:cSldViewPr snapToGrid="0">
      <p:cViewPr>
        <p:scale>
          <a:sx n="123" d="100"/>
          <a:sy n="123" d="100"/>
        </p:scale>
        <p:origin x="2264" y="880"/>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920" y="9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gemann, Leonard" userId="dd8c3747-25ed-425c-adc6-7a85907e1974" providerId="ADAL" clId="{86FCE750-A617-5538-B96B-61210A9A794C}"/>
    <pc:docChg chg="undo redo custSel addSld delSld modSld sldOrd delMainMaster">
      <pc:chgData name="Hegemann, Leonard" userId="dd8c3747-25ed-425c-adc6-7a85907e1974" providerId="ADAL" clId="{86FCE750-A617-5538-B96B-61210A9A794C}" dt="2026-06-16T10:02:12.044" v="24258" actId="20578"/>
      <pc:docMkLst>
        <pc:docMk/>
      </pc:docMkLst>
      <pc:sldChg chg="delSp modSp mod">
        <pc:chgData name="Hegemann, Leonard" userId="dd8c3747-25ed-425c-adc6-7a85907e1974" providerId="ADAL" clId="{86FCE750-A617-5538-B96B-61210A9A794C}" dt="2026-05-19T08:23:05.398" v="14266" actId="20577"/>
        <pc:sldMkLst>
          <pc:docMk/>
          <pc:sldMk cId="246133662" sldId="263"/>
        </pc:sldMkLst>
        <pc:spChg chg="mod">
          <ac:chgData name="Hegemann, Leonard" userId="dd8c3747-25ed-425c-adc6-7a85907e1974" providerId="ADAL" clId="{86FCE750-A617-5538-B96B-61210A9A794C}" dt="2026-05-19T08:23:05.398" v="14266" actId="20577"/>
          <ac:spMkLst>
            <pc:docMk/>
            <pc:sldMk cId="246133662" sldId="263"/>
            <ac:spMk id="2" creationId="{FDECCA4A-882C-96FD-E836-D99DC27293AC}"/>
          </ac:spMkLst>
        </pc:spChg>
      </pc:sldChg>
      <pc:sldChg chg="delSp modSp mod">
        <pc:chgData name="Hegemann, Leonard" userId="dd8c3747-25ed-425c-adc6-7a85907e1974" providerId="ADAL" clId="{86FCE750-A617-5538-B96B-61210A9A794C}" dt="2026-05-19T09:02:46.687" v="14761" actId="20577"/>
        <pc:sldMkLst>
          <pc:docMk/>
          <pc:sldMk cId="2737759334" sldId="264"/>
        </pc:sldMkLst>
        <pc:spChg chg="mod">
          <ac:chgData name="Hegemann, Leonard" userId="dd8c3747-25ed-425c-adc6-7a85907e1974" providerId="ADAL" clId="{86FCE750-A617-5538-B96B-61210A9A794C}" dt="2026-05-19T09:02:46.687" v="14761" actId="20577"/>
          <ac:spMkLst>
            <pc:docMk/>
            <pc:sldMk cId="2737759334" sldId="264"/>
            <ac:spMk id="2" creationId="{8A5FE5A1-FFD1-A6B3-1135-71C51422E0AC}"/>
          </ac:spMkLst>
        </pc:spChg>
        <pc:spChg chg="mod">
          <ac:chgData name="Hegemann, Leonard" userId="dd8c3747-25ed-425c-adc6-7a85907e1974" providerId="ADAL" clId="{86FCE750-A617-5538-B96B-61210A9A794C}" dt="2026-05-19T08:23:48.908" v="14295" actId="20577"/>
          <ac:spMkLst>
            <pc:docMk/>
            <pc:sldMk cId="2737759334" sldId="264"/>
            <ac:spMk id="4" creationId="{C4A462C5-ECFC-94FD-2E34-95D86E429C00}"/>
          </ac:spMkLst>
        </pc:spChg>
      </pc:sldChg>
      <pc:sldChg chg="delSp modSp mod">
        <pc:chgData name="Hegemann, Leonard" userId="dd8c3747-25ed-425c-adc6-7a85907e1974" providerId="ADAL" clId="{86FCE750-A617-5538-B96B-61210A9A794C}" dt="2026-05-19T08:23:52.299" v="14297" actId="20577"/>
        <pc:sldMkLst>
          <pc:docMk/>
          <pc:sldMk cId="3571456905" sldId="265"/>
        </pc:sldMkLst>
        <pc:spChg chg="mod">
          <ac:chgData name="Hegemann, Leonard" userId="dd8c3747-25ed-425c-adc6-7a85907e1974" providerId="ADAL" clId="{86FCE750-A617-5538-B96B-61210A9A794C}" dt="2026-05-19T08:23:52.299" v="14297" actId="20577"/>
          <ac:spMkLst>
            <pc:docMk/>
            <pc:sldMk cId="3571456905" sldId="265"/>
            <ac:spMk id="4" creationId="{155C3B63-52BD-0D84-FBD5-29921165360B}"/>
          </ac:spMkLst>
        </pc:spChg>
      </pc:sldChg>
      <pc:sldChg chg="addSp delSp modSp add mod modClrScheme chgLayout">
        <pc:chgData name="Hegemann, Leonard" userId="dd8c3747-25ed-425c-adc6-7a85907e1974" providerId="ADAL" clId="{86FCE750-A617-5538-B96B-61210A9A794C}" dt="2026-06-02T08:11:30.356" v="20247" actId="20577"/>
        <pc:sldMkLst>
          <pc:docMk/>
          <pc:sldMk cId="607433343" sldId="2145707231"/>
        </pc:sldMkLst>
        <pc:spChg chg="add mod">
          <ac:chgData name="Hegemann, Leonard" userId="dd8c3747-25ed-425c-adc6-7a85907e1974" providerId="ADAL" clId="{86FCE750-A617-5538-B96B-61210A9A794C}" dt="2026-06-02T08:11:30.356" v="20247" actId="20577"/>
          <ac:spMkLst>
            <pc:docMk/>
            <pc:sldMk cId="607433343" sldId="2145707231"/>
            <ac:spMk id="10" creationId="{D98F88F7-D94B-2A26-14F1-261C56952088}"/>
          </ac:spMkLst>
        </pc:spChg>
      </pc:sldChg>
      <pc:sldChg chg="addSp delSp modSp add mod ord modClrScheme chgLayout">
        <pc:chgData name="Hegemann, Leonard" userId="dd8c3747-25ed-425c-adc6-7a85907e1974" providerId="ADAL" clId="{86FCE750-A617-5538-B96B-61210A9A794C}" dt="2026-06-09T09:23:55.173" v="21136" actId="20577"/>
        <pc:sldMkLst>
          <pc:docMk/>
          <pc:sldMk cId="4084849972" sldId="2145707233"/>
        </pc:sldMkLst>
        <pc:spChg chg="mod">
          <ac:chgData name="Hegemann, Leonard" userId="dd8c3747-25ed-425c-adc6-7a85907e1974" providerId="ADAL" clId="{86FCE750-A617-5538-B96B-61210A9A794C}" dt="2026-05-21T13:14:15.220" v="17358" actId="26606"/>
          <ac:spMkLst>
            <pc:docMk/>
            <pc:sldMk cId="4084849972" sldId="2145707233"/>
            <ac:spMk id="2" creationId="{D03DD2E4-33ED-B922-0017-9254A6385A11}"/>
          </ac:spMkLst>
        </pc:spChg>
        <pc:spChg chg="mod">
          <ac:chgData name="Hegemann, Leonard" userId="dd8c3747-25ed-425c-adc6-7a85907e1974" providerId="ADAL" clId="{86FCE750-A617-5538-B96B-61210A9A794C}" dt="2026-05-21T13:14:15.220" v="17358" actId="26606"/>
          <ac:spMkLst>
            <pc:docMk/>
            <pc:sldMk cId="4084849972" sldId="2145707233"/>
            <ac:spMk id="3" creationId="{145201B6-E466-F4D2-A33C-8CF1C379F2A0}"/>
          </ac:spMkLst>
        </pc:spChg>
        <pc:spChg chg="mod">
          <ac:chgData name="Hegemann, Leonard" userId="dd8c3747-25ed-425c-adc6-7a85907e1974" providerId="ADAL" clId="{86FCE750-A617-5538-B96B-61210A9A794C}" dt="2026-05-21T13:14:15.220" v="17358" actId="26606"/>
          <ac:spMkLst>
            <pc:docMk/>
            <pc:sldMk cId="4084849972" sldId="2145707233"/>
            <ac:spMk id="4" creationId="{9E5F30B8-3820-EC91-2E89-7E8A313F762A}"/>
          </ac:spMkLst>
        </pc:spChg>
        <pc:spChg chg="mod">
          <ac:chgData name="Hegemann, Leonard" userId="dd8c3747-25ed-425c-adc6-7a85907e1974" providerId="ADAL" clId="{86FCE750-A617-5538-B96B-61210A9A794C}" dt="2026-05-21T13:14:15.220" v="17358" actId="26606"/>
          <ac:spMkLst>
            <pc:docMk/>
            <pc:sldMk cId="4084849972" sldId="2145707233"/>
            <ac:spMk id="7" creationId="{C6D59C07-31DF-7130-05A7-1F8ED08ABA8B}"/>
          </ac:spMkLst>
        </pc:spChg>
        <pc:spChg chg="add mod">
          <ac:chgData name="Hegemann, Leonard" userId="dd8c3747-25ed-425c-adc6-7a85907e1974" providerId="ADAL" clId="{86FCE750-A617-5538-B96B-61210A9A794C}" dt="2026-06-02T10:36:51.452" v="20724" actId="20577"/>
          <ac:spMkLst>
            <pc:docMk/>
            <pc:sldMk cId="4084849972" sldId="2145707233"/>
            <ac:spMk id="26" creationId="{34E68727-C1FA-5777-0A1B-E81A9CB5E08D}"/>
          </ac:spMkLst>
        </pc:spChg>
        <pc:spChg chg="add mod">
          <ac:chgData name="Hegemann, Leonard" userId="dd8c3747-25ed-425c-adc6-7a85907e1974" providerId="ADAL" clId="{86FCE750-A617-5538-B96B-61210A9A794C}" dt="2026-05-21T13:14:15.220" v="17358" actId="26606"/>
          <ac:spMkLst>
            <pc:docMk/>
            <pc:sldMk cId="4084849972" sldId="2145707233"/>
            <ac:spMk id="28" creationId="{B84D211C-E3A1-0C11-379B-587BE88EFDB7}"/>
          </ac:spMkLst>
        </pc:spChg>
        <pc:spChg chg="add mod">
          <ac:chgData name="Hegemann, Leonard" userId="dd8c3747-25ed-425c-adc6-7a85907e1974" providerId="ADAL" clId="{86FCE750-A617-5538-B96B-61210A9A794C}" dt="2026-05-21T13:14:15.220" v="17358" actId="26606"/>
          <ac:spMkLst>
            <pc:docMk/>
            <pc:sldMk cId="4084849972" sldId="2145707233"/>
            <ac:spMk id="30" creationId="{56B2972D-D8FF-842F-38D3-65AECA83D37E}"/>
          </ac:spMkLst>
        </pc:spChg>
        <pc:graphicFrameChg chg="add mod modGraphic">
          <ac:chgData name="Hegemann, Leonard" userId="dd8c3747-25ed-425c-adc6-7a85907e1974" providerId="ADAL" clId="{86FCE750-A617-5538-B96B-61210A9A794C}" dt="2026-06-09T09:23:55.173" v="21136" actId="20577"/>
          <ac:graphicFrameMkLst>
            <pc:docMk/>
            <pc:sldMk cId="4084849972" sldId="2145707233"/>
            <ac:graphicFrameMk id="21" creationId="{5C891BFD-4532-B220-557E-E6B687F9E4F2}"/>
          </ac:graphicFrameMkLst>
        </pc:graphicFrameChg>
      </pc:sldChg>
      <pc:sldChg chg="delSp modSp new mod">
        <pc:chgData name="Hegemann, Leonard" userId="dd8c3747-25ed-425c-adc6-7a85907e1974" providerId="ADAL" clId="{86FCE750-A617-5538-B96B-61210A9A794C}" dt="2026-06-02T08:13:36.256" v="20277" actId="20577"/>
        <pc:sldMkLst>
          <pc:docMk/>
          <pc:sldMk cId="1170518933" sldId="2145707236"/>
        </pc:sldMkLst>
        <pc:spChg chg="mod">
          <ac:chgData name="Hegemann, Leonard" userId="dd8c3747-25ed-425c-adc6-7a85907e1974" providerId="ADAL" clId="{86FCE750-A617-5538-B96B-61210A9A794C}" dt="2026-06-02T08:13:36.256" v="20277" actId="20577"/>
          <ac:spMkLst>
            <pc:docMk/>
            <pc:sldMk cId="1170518933" sldId="2145707236"/>
            <ac:spMk id="52" creationId="{0D7632A2-FE8E-CC8C-13CD-F1A86D2C6329}"/>
          </ac:spMkLst>
        </pc:spChg>
        <pc:spChg chg="mod">
          <ac:chgData name="Hegemann, Leonard" userId="dd8c3747-25ed-425c-adc6-7a85907e1974" providerId="ADAL" clId="{86FCE750-A617-5538-B96B-61210A9A794C}" dt="2026-06-02T08:13:09.674" v="20255" actId="20577"/>
          <ac:spMkLst>
            <pc:docMk/>
            <pc:sldMk cId="1170518933" sldId="2145707236"/>
            <ac:spMk id="59" creationId="{6E8A34A6-B582-C05A-67F4-95D09F536CD8}"/>
          </ac:spMkLst>
        </pc:spChg>
      </pc:sldChg>
      <pc:sldChg chg="addSp delSp modSp new mod">
        <pc:chgData name="Hegemann, Leonard" userId="dd8c3747-25ed-425c-adc6-7a85907e1974" providerId="ADAL" clId="{86FCE750-A617-5538-B96B-61210A9A794C}" dt="2026-06-02T10:31:47.713" v="20424" actId="478"/>
        <pc:sldMkLst>
          <pc:docMk/>
          <pc:sldMk cId="3947377717" sldId="2145707237"/>
        </pc:sldMkLst>
      </pc:sldChg>
      <pc:sldChg chg="addSp delSp modSp new mod">
        <pc:chgData name="Hegemann, Leonard" userId="dd8c3747-25ed-425c-adc6-7a85907e1974" providerId="ADAL" clId="{86FCE750-A617-5538-B96B-61210A9A794C}" dt="2026-06-09T13:09:18.190" v="21247"/>
        <pc:sldMkLst>
          <pc:docMk/>
          <pc:sldMk cId="4072756930" sldId="2145707243"/>
        </pc:sldMkLst>
        <pc:spChg chg="add mod">
          <ac:chgData name="Hegemann, Leonard" userId="dd8c3747-25ed-425c-adc6-7a85907e1974" providerId="ADAL" clId="{86FCE750-A617-5538-B96B-61210A9A794C}" dt="2026-06-01T15:34:14.706" v="19462" actId="1076"/>
          <ac:spMkLst>
            <pc:docMk/>
            <pc:sldMk cId="4072756930" sldId="2145707243"/>
            <ac:spMk id="9" creationId="{5FCD358F-712E-9868-531C-6BBBE8CFCC70}"/>
          </ac:spMkLst>
        </pc:spChg>
        <pc:spChg chg="add mod">
          <ac:chgData name="Hegemann, Leonard" userId="dd8c3747-25ed-425c-adc6-7a85907e1974" providerId="ADAL" clId="{86FCE750-A617-5538-B96B-61210A9A794C}" dt="2026-06-02T07:36:04.720" v="20047"/>
          <ac:spMkLst>
            <pc:docMk/>
            <pc:sldMk cId="4072756930" sldId="2145707243"/>
            <ac:spMk id="11" creationId="{44AD48F3-E248-5A71-442C-8944DA64061F}"/>
          </ac:spMkLst>
        </pc:spChg>
        <pc:spChg chg="add mod">
          <ac:chgData name="Hegemann, Leonard" userId="dd8c3747-25ed-425c-adc6-7a85907e1974" providerId="ADAL" clId="{86FCE750-A617-5538-B96B-61210A9A794C}" dt="2026-06-01T15:34:17.464" v="19463" actId="1076"/>
          <ac:spMkLst>
            <pc:docMk/>
            <pc:sldMk cId="4072756930" sldId="2145707243"/>
            <ac:spMk id="13" creationId="{79153FB2-DD1D-2B16-4BCF-AC1A933EA67C}"/>
          </ac:spMkLst>
        </pc:spChg>
        <pc:graphicFrameChg chg="add mod modGraphic">
          <ac:chgData name="Hegemann, Leonard" userId="dd8c3747-25ed-425c-adc6-7a85907e1974" providerId="ADAL" clId="{86FCE750-A617-5538-B96B-61210A9A794C}" dt="2026-06-09T13:09:18.190" v="21247"/>
          <ac:graphicFrameMkLst>
            <pc:docMk/>
            <pc:sldMk cId="4072756930" sldId="2145707243"/>
            <ac:graphicFrameMk id="8" creationId="{16BCEB7E-7003-9E4A-8C83-6C379B7B93C5}"/>
          </ac:graphicFrameMkLst>
        </pc:graphicFrameChg>
      </pc:sldChg>
      <pc:sldChg chg="modSp add mod ord">
        <pc:chgData name="Hegemann, Leonard" userId="dd8c3747-25ed-425c-adc6-7a85907e1974" providerId="ADAL" clId="{86FCE750-A617-5538-B96B-61210A9A794C}" dt="2026-05-19T09:02:09.770" v="14704" actId="20577"/>
        <pc:sldMkLst>
          <pc:docMk/>
          <pc:sldMk cId="2398631737" sldId="2145707244"/>
        </pc:sldMkLst>
        <pc:spChg chg="mod">
          <ac:chgData name="Hegemann, Leonard" userId="dd8c3747-25ed-425c-adc6-7a85907e1974" providerId="ADAL" clId="{86FCE750-A617-5538-B96B-61210A9A794C}" dt="2026-05-19T09:02:09.770" v="14704" actId="20577"/>
          <ac:spMkLst>
            <pc:docMk/>
            <pc:sldMk cId="2398631737" sldId="2145707244"/>
            <ac:spMk id="4" creationId="{FF95231C-6AB9-71F1-0CF4-A0A1763001B7}"/>
          </ac:spMkLst>
        </pc:spChg>
      </pc:sldChg>
      <pc:sldChg chg="addSp delSp modSp add mod">
        <pc:chgData name="Hegemann, Leonard" userId="dd8c3747-25ed-425c-adc6-7a85907e1974" providerId="ADAL" clId="{86FCE750-A617-5538-B96B-61210A9A794C}" dt="2026-06-12T09:47:09.766" v="22572" actId="478"/>
        <pc:sldMkLst>
          <pc:docMk/>
          <pc:sldMk cId="4148032675" sldId="2145707246"/>
        </pc:sldMkLst>
        <pc:spChg chg="add mod">
          <ac:chgData name="Hegemann, Leonard" userId="dd8c3747-25ed-425c-adc6-7a85907e1974" providerId="ADAL" clId="{86FCE750-A617-5538-B96B-61210A9A794C}" dt="2026-06-02T10:38:45.487" v="20725" actId="1076"/>
          <ac:spMkLst>
            <pc:docMk/>
            <pc:sldMk cId="4148032675" sldId="2145707246"/>
            <ac:spMk id="10" creationId="{85792F45-2621-C9F2-6AD8-DD7C93970A2C}"/>
          </ac:spMkLst>
        </pc:spChg>
        <pc:spChg chg="add mod">
          <ac:chgData name="Hegemann, Leonard" userId="dd8c3747-25ed-425c-adc6-7a85907e1974" providerId="ADAL" clId="{86FCE750-A617-5538-B96B-61210A9A794C}" dt="2026-06-02T10:38:51.254" v="20726" actId="1076"/>
          <ac:spMkLst>
            <pc:docMk/>
            <pc:sldMk cId="4148032675" sldId="2145707246"/>
            <ac:spMk id="13" creationId="{CBBC1AD1-C663-DC73-BF58-CF883A260FDB}"/>
          </ac:spMkLst>
        </pc:spChg>
        <pc:spChg chg="add mod">
          <ac:chgData name="Hegemann, Leonard" userId="dd8c3747-25ed-425c-adc6-7a85907e1974" providerId="ADAL" clId="{86FCE750-A617-5538-B96B-61210A9A794C}" dt="2026-06-02T10:38:56.517" v="20727" actId="1076"/>
          <ac:spMkLst>
            <pc:docMk/>
            <pc:sldMk cId="4148032675" sldId="2145707246"/>
            <ac:spMk id="14" creationId="{6017C902-9059-CB91-9056-0A6E9B6B7353}"/>
          </ac:spMkLst>
        </pc:spChg>
      </pc:sldChg>
      <pc:sldChg chg="addSp delSp modSp new mod modClrScheme chgLayout">
        <pc:chgData name="Hegemann, Leonard" userId="dd8c3747-25ed-425c-adc6-7a85907e1974" providerId="ADAL" clId="{86FCE750-A617-5538-B96B-61210A9A794C}" dt="2026-06-01T05:57:28.425" v="18936" actId="20577"/>
        <pc:sldMkLst>
          <pc:docMk/>
          <pc:sldMk cId="1428749155" sldId="2145707247"/>
        </pc:sldMkLst>
        <pc:spChg chg="mod">
          <ac:chgData name="Hegemann, Leonard" userId="dd8c3747-25ed-425c-adc6-7a85907e1974" providerId="ADAL" clId="{86FCE750-A617-5538-B96B-61210A9A794C}" dt="2026-06-01T05:57:28.425" v="18936" actId="20577"/>
          <ac:spMkLst>
            <pc:docMk/>
            <pc:sldMk cId="1428749155" sldId="2145707247"/>
            <ac:spMk id="5" creationId="{1EDC0D1C-6E87-3FB8-FF75-611349B880B6}"/>
          </ac:spMkLst>
        </pc:spChg>
      </pc:sldChg>
      <pc:sldChg chg="delSp modSp new mod">
        <pc:chgData name="Hegemann, Leonard" userId="dd8c3747-25ed-425c-adc6-7a85907e1974" providerId="ADAL" clId="{86FCE750-A617-5538-B96B-61210A9A794C}" dt="2026-06-02T15:35:41.339" v="20995"/>
        <pc:sldMkLst>
          <pc:docMk/>
          <pc:sldMk cId="1941506864" sldId="2145707248"/>
        </pc:sldMkLst>
        <pc:spChg chg="mod">
          <ac:chgData name="Hegemann, Leonard" userId="dd8c3747-25ed-425c-adc6-7a85907e1974" providerId="ADAL" clId="{86FCE750-A617-5538-B96B-61210A9A794C}" dt="2026-06-02T15:35:41.339" v="20995"/>
          <ac:spMkLst>
            <pc:docMk/>
            <pc:sldMk cId="1941506864" sldId="2145707248"/>
            <ac:spMk id="5" creationId="{74EA5579-14D9-EA05-C6A0-16E07F9A4BC6}"/>
          </ac:spMkLst>
        </pc:spChg>
      </pc:sldChg>
      <pc:sldChg chg="addSp delSp modSp add del mod ord">
        <pc:chgData name="Hegemann, Leonard" userId="dd8c3747-25ed-425c-adc6-7a85907e1974" providerId="ADAL" clId="{86FCE750-A617-5538-B96B-61210A9A794C}" dt="2026-06-12T09:45:58.853" v="22568" actId="20577"/>
        <pc:sldMkLst>
          <pc:docMk/>
          <pc:sldMk cId="3855962413" sldId="2145707249"/>
        </pc:sldMkLst>
        <pc:spChg chg="add del mod">
          <ac:chgData name="Hegemann, Leonard" userId="dd8c3747-25ed-425c-adc6-7a85907e1974" providerId="ADAL" clId="{86FCE750-A617-5538-B96B-61210A9A794C}" dt="2026-06-09T12:51:19.059" v="21199" actId="207"/>
          <ac:spMkLst>
            <pc:docMk/>
            <pc:sldMk cId="3855962413" sldId="2145707249"/>
            <ac:spMk id="9" creationId="{A469AF97-5735-173E-7211-75B270D3D85C}"/>
          </ac:spMkLst>
        </pc:spChg>
        <pc:spChg chg="add del mod">
          <ac:chgData name="Hegemann, Leonard" userId="dd8c3747-25ed-425c-adc6-7a85907e1974" providerId="ADAL" clId="{86FCE750-A617-5538-B96B-61210A9A794C}" dt="2026-06-09T12:51:19.059" v="21199" actId="207"/>
          <ac:spMkLst>
            <pc:docMk/>
            <pc:sldMk cId="3855962413" sldId="2145707249"/>
            <ac:spMk id="10" creationId="{4177E9B1-7C47-4C5A-F569-CA953E0CB3FB}"/>
          </ac:spMkLst>
        </pc:spChg>
        <pc:spChg chg="add del mod">
          <ac:chgData name="Hegemann, Leonard" userId="dd8c3747-25ed-425c-adc6-7a85907e1974" providerId="ADAL" clId="{86FCE750-A617-5538-B96B-61210A9A794C}" dt="2026-06-12T09:45:54.464" v="22566" actId="20577"/>
          <ac:spMkLst>
            <pc:docMk/>
            <pc:sldMk cId="3855962413" sldId="2145707249"/>
            <ac:spMk id="11" creationId="{7C637355-79C0-9EF3-03C1-5EE489ABB057}"/>
          </ac:spMkLst>
        </pc:spChg>
        <pc:spChg chg="add del mod">
          <ac:chgData name="Hegemann, Leonard" userId="dd8c3747-25ed-425c-adc6-7a85907e1974" providerId="ADAL" clId="{86FCE750-A617-5538-B96B-61210A9A794C}" dt="2026-06-09T12:51:18.772" v="21198" actId="207"/>
          <ac:spMkLst>
            <pc:docMk/>
            <pc:sldMk cId="3855962413" sldId="2145707249"/>
            <ac:spMk id="13" creationId="{CD50E78E-D01A-24D2-1FBF-51B2F162B40E}"/>
          </ac:spMkLst>
        </pc:spChg>
        <pc:spChg chg="add del mod">
          <ac:chgData name="Hegemann, Leonard" userId="dd8c3747-25ed-425c-adc6-7a85907e1974" providerId="ADAL" clId="{86FCE750-A617-5538-B96B-61210A9A794C}" dt="2026-06-09T12:51:18.772" v="21198" actId="207"/>
          <ac:spMkLst>
            <pc:docMk/>
            <pc:sldMk cId="3855962413" sldId="2145707249"/>
            <ac:spMk id="14" creationId="{409D3FB2-ADFF-28C1-46FC-197DEF27E861}"/>
          </ac:spMkLst>
        </pc:spChg>
        <pc:spChg chg="add del mod">
          <ac:chgData name="Hegemann, Leonard" userId="dd8c3747-25ed-425c-adc6-7a85907e1974" providerId="ADAL" clId="{86FCE750-A617-5538-B96B-61210A9A794C}" dt="2026-06-09T12:51:18.772" v="21198" actId="207"/>
          <ac:spMkLst>
            <pc:docMk/>
            <pc:sldMk cId="3855962413" sldId="2145707249"/>
            <ac:spMk id="23" creationId="{6321078F-4847-4BD1-CB0A-B867CC6C05D5}"/>
          </ac:spMkLst>
        </pc:spChg>
        <pc:spChg chg="add del mod">
          <ac:chgData name="Hegemann, Leonard" userId="dd8c3747-25ed-425c-adc6-7a85907e1974" providerId="ADAL" clId="{86FCE750-A617-5538-B96B-61210A9A794C}" dt="2026-06-09T12:51:19.059" v="21199" actId="207"/>
          <ac:spMkLst>
            <pc:docMk/>
            <pc:sldMk cId="3855962413" sldId="2145707249"/>
            <ac:spMk id="25" creationId="{4CA44A16-5906-96F9-3E8B-9FF9D4B9FBED}"/>
          </ac:spMkLst>
        </pc:spChg>
        <pc:spChg chg="add del mod">
          <ac:chgData name="Hegemann, Leonard" userId="dd8c3747-25ed-425c-adc6-7a85907e1974" providerId="ADAL" clId="{86FCE750-A617-5538-B96B-61210A9A794C}" dt="2026-06-09T12:43:28.913" v="21140" actId="478"/>
          <ac:spMkLst>
            <pc:docMk/>
            <pc:sldMk cId="3855962413" sldId="2145707249"/>
            <ac:spMk id="28" creationId="{412FC10C-CF3A-FD60-7C07-5E4ECF513681}"/>
          </ac:spMkLst>
        </pc:spChg>
        <pc:spChg chg="add del mod">
          <ac:chgData name="Hegemann, Leonard" userId="dd8c3747-25ed-425c-adc6-7a85907e1974" providerId="ADAL" clId="{86FCE750-A617-5538-B96B-61210A9A794C}" dt="2026-06-09T12:43:28.913" v="21140" actId="478"/>
          <ac:spMkLst>
            <pc:docMk/>
            <pc:sldMk cId="3855962413" sldId="2145707249"/>
            <ac:spMk id="31" creationId="{9001F904-A2EB-51A4-8770-28049E242C2A}"/>
          </ac:spMkLst>
        </pc:spChg>
        <pc:spChg chg="add del mod">
          <ac:chgData name="Hegemann, Leonard" userId="dd8c3747-25ed-425c-adc6-7a85907e1974" providerId="ADAL" clId="{86FCE750-A617-5538-B96B-61210A9A794C}" dt="2026-06-09T12:43:28.913" v="21140" actId="478"/>
          <ac:spMkLst>
            <pc:docMk/>
            <pc:sldMk cId="3855962413" sldId="2145707249"/>
            <ac:spMk id="39" creationId="{EB917710-4099-80E8-698F-01629A20747A}"/>
          </ac:spMkLst>
        </pc:spChg>
        <pc:graphicFrameChg chg="mod modGraphic">
          <ac:chgData name="Hegemann, Leonard" userId="dd8c3747-25ed-425c-adc6-7a85907e1974" providerId="ADAL" clId="{86FCE750-A617-5538-B96B-61210A9A794C}" dt="2026-06-12T09:45:58.853" v="22568" actId="20577"/>
          <ac:graphicFrameMkLst>
            <pc:docMk/>
            <pc:sldMk cId="3855962413" sldId="2145707249"/>
            <ac:graphicFrameMk id="8" creationId="{EA1E6AF1-F876-706A-6730-0D0702D12D15}"/>
          </ac:graphicFrameMkLst>
        </pc:graphicFrameChg>
      </pc:sldChg>
      <pc:sldChg chg="addSp delSp modSp new mod modClrScheme chgLayout">
        <pc:chgData name="Hegemann, Leonard" userId="dd8c3747-25ed-425c-adc6-7a85907e1974" providerId="ADAL" clId="{86FCE750-A617-5538-B96B-61210A9A794C}" dt="2026-06-01T07:52:04.108" v="19062" actId="478"/>
        <pc:sldMkLst>
          <pc:docMk/>
          <pc:sldMk cId="3267378186" sldId="2145707250"/>
        </pc:sldMkLst>
        <pc:spChg chg="add mod">
          <ac:chgData name="Hegemann, Leonard" userId="dd8c3747-25ed-425c-adc6-7a85907e1974" providerId="ADAL" clId="{86FCE750-A617-5538-B96B-61210A9A794C}" dt="2026-05-18T05:59:38.866" v="13823" actId="26606"/>
          <ac:spMkLst>
            <pc:docMk/>
            <pc:sldMk cId="3267378186" sldId="2145707250"/>
            <ac:spMk id="25" creationId="{DAA65CB6-8868-F311-55DC-F0B6427D2DD8}"/>
          </ac:spMkLst>
        </pc:spChg>
        <pc:spChg chg="add">
          <ac:chgData name="Hegemann, Leonard" userId="dd8c3747-25ed-425c-adc6-7a85907e1974" providerId="ADAL" clId="{86FCE750-A617-5538-B96B-61210A9A794C}" dt="2026-06-01T07:52:01.770" v="19061" actId="26606"/>
          <ac:spMkLst>
            <pc:docMk/>
            <pc:sldMk cId="3267378186" sldId="2145707250"/>
            <ac:spMk id="41" creationId="{DF8A7927-0997-14BD-D0CE-F68601F8B3C3}"/>
          </ac:spMkLst>
        </pc:spChg>
        <pc:picChg chg="add mod ord">
          <ac:chgData name="Hegemann, Leonard" userId="dd8c3747-25ed-425c-adc6-7a85907e1974" providerId="ADAL" clId="{86FCE750-A617-5538-B96B-61210A9A794C}" dt="2026-06-01T07:52:01.770" v="19061" actId="26606"/>
          <ac:picMkLst>
            <pc:docMk/>
            <pc:sldMk cId="3267378186" sldId="2145707250"/>
            <ac:picMk id="7" creationId="{EE8F73DC-9DBB-A4F6-28B1-C0BD532F14FA}"/>
          </ac:picMkLst>
        </pc:picChg>
      </pc:sldChg>
      <pc:sldChg chg="modSp new mod">
        <pc:chgData name="Hegemann, Leonard" userId="dd8c3747-25ed-425c-adc6-7a85907e1974" providerId="ADAL" clId="{86FCE750-A617-5538-B96B-61210A9A794C}" dt="2026-05-19T08:23:40.599" v="14293" actId="20577"/>
        <pc:sldMkLst>
          <pc:docMk/>
          <pc:sldMk cId="291203086" sldId="2145707251"/>
        </pc:sldMkLst>
        <pc:spChg chg="mod">
          <ac:chgData name="Hegemann, Leonard" userId="dd8c3747-25ed-425c-adc6-7a85907e1974" providerId="ADAL" clId="{86FCE750-A617-5538-B96B-61210A9A794C}" dt="2026-05-19T08:23:40.599" v="14293" actId="20577"/>
          <ac:spMkLst>
            <pc:docMk/>
            <pc:sldMk cId="291203086" sldId="2145707251"/>
            <ac:spMk id="2" creationId="{FF5C3DCF-5817-9D3A-66FD-401B8B32B159}"/>
          </ac:spMkLst>
        </pc:spChg>
        <pc:spChg chg="mod">
          <ac:chgData name="Hegemann, Leonard" userId="dd8c3747-25ed-425c-adc6-7a85907e1974" providerId="ADAL" clId="{86FCE750-A617-5538-B96B-61210A9A794C}" dt="2026-05-19T08:23:24.044" v="14268" actId="20577"/>
          <ac:spMkLst>
            <pc:docMk/>
            <pc:sldMk cId="291203086" sldId="2145707251"/>
            <ac:spMk id="4" creationId="{9BD311CA-D21F-43FF-40F7-98857A0E42CB}"/>
          </ac:spMkLst>
        </pc:spChg>
      </pc:sldChg>
      <pc:sldChg chg="addSp delSp modSp new mod">
        <pc:chgData name="Hegemann, Leonard" userId="dd8c3747-25ed-425c-adc6-7a85907e1974" providerId="ADAL" clId="{86FCE750-A617-5538-B96B-61210A9A794C}" dt="2026-06-02T13:02:14.061" v="20913" actId="1076"/>
        <pc:sldMkLst>
          <pc:docMk/>
          <pc:sldMk cId="2169310971" sldId="2145707253"/>
        </pc:sldMkLst>
        <pc:spChg chg="mod">
          <ac:chgData name="Hegemann, Leonard" userId="dd8c3747-25ed-425c-adc6-7a85907e1974" providerId="ADAL" clId="{86FCE750-A617-5538-B96B-61210A9A794C}" dt="2026-05-19T21:21:38.680" v="16026" actId="20577"/>
          <ac:spMkLst>
            <pc:docMk/>
            <pc:sldMk cId="2169310971" sldId="2145707253"/>
            <ac:spMk id="2" creationId="{DB7BE601-0D40-75D1-BD91-0B4E31F757E7}"/>
          </ac:spMkLst>
        </pc:spChg>
        <pc:spChg chg="add mod">
          <ac:chgData name="Hegemann, Leonard" userId="dd8c3747-25ed-425c-adc6-7a85907e1974" providerId="ADAL" clId="{86FCE750-A617-5538-B96B-61210A9A794C}" dt="2026-06-02T13:01:46.211" v="20909" actId="20577"/>
          <ac:spMkLst>
            <pc:docMk/>
            <pc:sldMk cId="2169310971" sldId="2145707253"/>
            <ac:spMk id="5" creationId="{114862CA-8BC5-034B-240F-8D4827BFABF2}"/>
          </ac:spMkLst>
        </pc:spChg>
        <pc:spChg chg="add mod">
          <ac:chgData name="Hegemann, Leonard" userId="dd8c3747-25ed-425c-adc6-7a85907e1974" providerId="ADAL" clId="{86FCE750-A617-5538-B96B-61210A9A794C}" dt="2026-06-02T13:02:00.136" v="20911" actId="20577"/>
          <ac:spMkLst>
            <pc:docMk/>
            <pc:sldMk cId="2169310971" sldId="2145707253"/>
            <ac:spMk id="6" creationId="{9CAD3AC4-D991-2695-2CCA-EBEA80B80F9A}"/>
          </ac:spMkLst>
        </pc:spChg>
        <pc:spChg chg="add mod">
          <ac:chgData name="Hegemann, Leonard" userId="dd8c3747-25ed-425c-adc6-7a85907e1974" providerId="ADAL" clId="{86FCE750-A617-5538-B96B-61210A9A794C}" dt="2026-06-02T13:01:25.228" v="20905" actId="1036"/>
          <ac:spMkLst>
            <pc:docMk/>
            <pc:sldMk cId="2169310971" sldId="2145707253"/>
            <ac:spMk id="9" creationId="{9B2FA5AF-5506-B618-E895-75A5D4637A4B}"/>
          </ac:spMkLst>
        </pc:spChg>
        <pc:spChg chg="add mod">
          <ac:chgData name="Hegemann, Leonard" userId="dd8c3747-25ed-425c-adc6-7a85907e1974" providerId="ADAL" clId="{86FCE750-A617-5538-B96B-61210A9A794C}" dt="2026-06-02T13:02:14.061" v="20913" actId="1076"/>
          <ac:spMkLst>
            <pc:docMk/>
            <pc:sldMk cId="2169310971" sldId="2145707253"/>
            <ac:spMk id="10" creationId="{4C165E19-3C6A-73D4-D0A8-E48CD2A7D730}"/>
          </ac:spMkLst>
        </pc:spChg>
        <pc:spChg chg="add mod">
          <ac:chgData name="Hegemann, Leonard" userId="dd8c3747-25ed-425c-adc6-7a85907e1974" providerId="ADAL" clId="{86FCE750-A617-5538-B96B-61210A9A794C}" dt="2026-06-02T13:01:25.228" v="20905" actId="1036"/>
          <ac:spMkLst>
            <pc:docMk/>
            <pc:sldMk cId="2169310971" sldId="2145707253"/>
            <ac:spMk id="11" creationId="{8429E570-813D-D110-44AE-FDC84E730C36}"/>
          </ac:spMkLst>
        </pc:spChg>
        <pc:spChg chg="add mod">
          <ac:chgData name="Hegemann, Leonard" userId="dd8c3747-25ed-425c-adc6-7a85907e1974" providerId="ADAL" clId="{86FCE750-A617-5538-B96B-61210A9A794C}" dt="2026-06-02T13:01:25.228" v="20905" actId="1036"/>
          <ac:spMkLst>
            <pc:docMk/>
            <pc:sldMk cId="2169310971" sldId="2145707253"/>
            <ac:spMk id="12" creationId="{8C302D95-0EDD-9F55-DE4B-2C52E6516A1C}"/>
          </ac:spMkLst>
        </pc:spChg>
        <pc:spChg chg="add mod">
          <ac:chgData name="Hegemann, Leonard" userId="dd8c3747-25ed-425c-adc6-7a85907e1974" providerId="ADAL" clId="{86FCE750-A617-5538-B96B-61210A9A794C}" dt="2026-06-02T13:01:25.228" v="20905" actId="1036"/>
          <ac:spMkLst>
            <pc:docMk/>
            <pc:sldMk cId="2169310971" sldId="2145707253"/>
            <ac:spMk id="14" creationId="{D1018D49-449E-8B85-49DF-78B971012A43}"/>
          </ac:spMkLst>
        </pc:spChg>
        <pc:spChg chg="add mod">
          <ac:chgData name="Hegemann, Leonard" userId="dd8c3747-25ed-425c-adc6-7a85907e1974" providerId="ADAL" clId="{86FCE750-A617-5538-B96B-61210A9A794C}" dt="2026-06-02T13:01:25.228" v="20905" actId="1036"/>
          <ac:spMkLst>
            <pc:docMk/>
            <pc:sldMk cId="2169310971" sldId="2145707253"/>
            <ac:spMk id="15" creationId="{2EA175E5-A685-875E-59EC-87911B82232D}"/>
          </ac:spMkLst>
        </pc:spChg>
        <pc:spChg chg="add mod">
          <ac:chgData name="Hegemann, Leonard" userId="dd8c3747-25ed-425c-adc6-7a85907e1974" providerId="ADAL" clId="{86FCE750-A617-5538-B96B-61210A9A794C}" dt="2026-06-02T13:01:25.228" v="20905" actId="1036"/>
          <ac:spMkLst>
            <pc:docMk/>
            <pc:sldMk cId="2169310971" sldId="2145707253"/>
            <ac:spMk id="16" creationId="{393D4F20-90BE-6484-AF2A-070524B1148F}"/>
          </ac:spMkLst>
        </pc:spChg>
        <pc:spChg chg="add mod">
          <ac:chgData name="Hegemann, Leonard" userId="dd8c3747-25ed-425c-adc6-7a85907e1974" providerId="ADAL" clId="{86FCE750-A617-5538-B96B-61210A9A794C}" dt="2026-05-19T09:11:29.242" v="14887"/>
          <ac:spMkLst>
            <pc:docMk/>
            <pc:sldMk cId="2169310971" sldId="2145707253"/>
            <ac:spMk id="30" creationId="{864B77C8-6C2A-E691-CB4B-CF8BEB92760E}"/>
          </ac:spMkLst>
        </pc:spChg>
        <pc:spChg chg="add mod">
          <ac:chgData name="Hegemann, Leonard" userId="dd8c3747-25ed-425c-adc6-7a85907e1974" providerId="ADAL" clId="{86FCE750-A617-5538-B96B-61210A9A794C}" dt="2026-05-19T09:11:29.242" v="14887"/>
          <ac:spMkLst>
            <pc:docMk/>
            <pc:sldMk cId="2169310971" sldId="2145707253"/>
            <ac:spMk id="31" creationId="{142D7CD4-C2C8-5E5D-FADB-0015C7223682}"/>
          </ac:spMkLst>
        </pc:spChg>
        <pc:spChg chg="add mod">
          <ac:chgData name="Hegemann, Leonard" userId="dd8c3747-25ed-425c-adc6-7a85907e1974" providerId="ADAL" clId="{86FCE750-A617-5538-B96B-61210A9A794C}" dt="2026-06-02T06:51:49.113" v="19683" actId="20577"/>
          <ac:spMkLst>
            <pc:docMk/>
            <pc:sldMk cId="2169310971" sldId="2145707253"/>
            <ac:spMk id="32" creationId="{705D8E77-B7B8-4F88-59B6-6B6F61B101FB}"/>
          </ac:spMkLst>
        </pc:spChg>
        <pc:spChg chg="add mod">
          <ac:chgData name="Hegemann, Leonard" userId="dd8c3747-25ed-425c-adc6-7a85907e1974" providerId="ADAL" clId="{86FCE750-A617-5538-B96B-61210A9A794C}" dt="2026-05-19T09:11:29.242" v="14887"/>
          <ac:spMkLst>
            <pc:docMk/>
            <pc:sldMk cId="2169310971" sldId="2145707253"/>
            <ac:spMk id="33" creationId="{4A22C4AC-8D70-DBB9-0252-1F88C2216656}"/>
          </ac:spMkLst>
        </pc:spChg>
        <pc:spChg chg="add mod">
          <ac:chgData name="Hegemann, Leonard" userId="dd8c3747-25ed-425c-adc6-7a85907e1974" providerId="ADAL" clId="{86FCE750-A617-5538-B96B-61210A9A794C}" dt="2026-05-19T09:11:29.242" v="14887"/>
          <ac:spMkLst>
            <pc:docMk/>
            <pc:sldMk cId="2169310971" sldId="2145707253"/>
            <ac:spMk id="34" creationId="{01D2DFB2-88A1-5DA4-63FC-D0000662BC1E}"/>
          </ac:spMkLst>
        </pc:spChg>
        <pc:spChg chg="add mod">
          <ac:chgData name="Hegemann, Leonard" userId="dd8c3747-25ed-425c-adc6-7a85907e1974" providerId="ADAL" clId="{86FCE750-A617-5538-B96B-61210A9A794C}" dt="2026-05-19T09:11:29.242" v="14887"/>
          <ac:spMkLst>
            <pc:docMk/>
            <pc:sldMk cId="2169310971" sldId="2145707253"/>
            <ac:spMk id="37" creationId="{306D03A8-C4D2-5543-CA9A-CF64419E82A7}"/>
          </ac:spMkLst>
        </pc:spChg>
        <pc:spChg chg="add mod">
          <ac:chgData name="Hegemann, Leonard" userId="dd8c3747-25ed-425c-adc6-7a85907e1974" providerId="ADAL" clId="{86FCE750-A617-5538-B96B-61210A9A794C}" dt="2026-05-19T09:11:29.242" v="14887"/>
          <ac:spMkLst>
            <pc:docMk/>
            <pc:sldMk cId="2169310971" sldId="2145707253"/>
            <ac:spMk id="38" creationId="{FA545C5E-08DC-4E52-B859-BB328E3C224B}"/>
          </ac:spMkLst>
        </pc:spChg>
        <pc:spChg chg="add mod">
          <ac:chgData name="Hegemann, Leonard" userId="dd8c3747-25ed-425c-adc6-7a85907e1974" providerId="ADAL" clId="{86FCE750-A617-5538-B96B-61210A9A794C}" dt="2026-06-02T12:59:35.316" v="20867" actId="20577"/>
          <ac:spMkLst>
            <pc:docMk/>
            <pc:sldMk cId="2169310971" sldId="2145707253"/>
            <ac:spMk id="39" creationId="{00F62709-72BC-32AC-FBD6-59DFEF1EAD81}"/>
          </ac:spMkLst>
        </pc:spChg>
        <pc:spChg chg="add mod">
          <ac:chgData name="Hegemann, Leonard" userId="dd8c3747-25ed-425c-adc6-7a85907e1974" providerId="ADAL" clId="{86FCE750-A617-5538-B96B-61210A9A794C}" dt="2026-06-02T12:59:37.941" v="20869" actId="20577"/>
          <ac:spMkLst>
            <pc:docMk/>
            <pc:sldMk cId="2169310971" sldId="2145707253"/>
            <ac:spMk id="40" creationId="{7D1BA298-64B1-0F9B-7A5C-8003A8E134F5}"/>
          </ac:spMkLst>
        </pc:spChg>
        <pc:spChg chg="add mod">
          <ac:chgData name="Hegemann, Leonard" userId="dd8c3747-25ed-425c-adc6-7a85907e1974" providerId="ADAL" clId="{86FCE750-A617-5538-B96B-61210A9A794C}" dt="2026-06-02T12:59:40.312" v="20871" actId="20577"/>
          <ac:spMkLst>
            <pc:docMk/>
            <pc:sldMk cId="2169310971" sldId="2145707253"/>
            <ac:spMk id="41" creationId="{CE08AAF9-4E1F-2159-1D57-BE8E06CB5A22}"/>
          </ac:spMkLst>
        </pc:spChg>
      </pc:sldChg>
      <pc:sldChg chg="addSp delSp modSp new mod">
        <pc:chgData name="Hegemann, Leonard" userId="dd8c3747-25ed-425c-adc6-7a85907e1974" providerId="ADAL" clId="{86FCE750-A617-5538-B96B-61210A9A794C}" dt="2026-05-19T09:07:29.416" v="14883" actId="20577"/>
        <pc:sldMkLst>
          <pc:docMk/>
          <pc:sldMk cId="844396923" sldId="2145707254"/>
        </pc:sldMkLst>
        <pc:spChg chg="mod">
          <ac:chgData name="Hegemann, Leonard" userId="dd8c3747-25ed-425c-adc6-7a85907e1974" providerId="ADAL" clId="{86FCE750-A617-5538-B96B-61210A9A794C}" dt="2026-05-19T09:07:19.239" v="14876" actId="1076"/>
          <ac:spMkLst>
            <pc:docMk/>
            <pc:sldMk cId="844396923" sldId="2145707254"/>
            <ac:spMk id="7" creationId="{43771C68-0D54-1024-760D-DE7182CA2FE6}"/>
          </ac:spMkLst>
        </pc:spChg>
        <pc:spChg chg="mod">
          <ac:chgData name="Hegemann, Leonard" userId="dd8c3747-25ed-425c-adc6-7a85907e1974" providerId="ADAL" clId="{86FCE750-A617-5538-B96B-61210A9A794C}" dt="2026-05-19T09:06:38.340" v="14871" actId="1076"/>
          <ac:spMkLst>
            <pc:docMk/>
            <pc:sldMk cId="844396923" sldId="2145707254"/>
            <ac:spMk id="9" creationId="{4A312298-1F5D-E583-64AE-E65FAE89ECD2}"/>
          </ac:spMkLst>
        </pc:spChg>
        <pc:spChg chg="add del mod">
          <ac:chgData name="Hegemann, Leonard" userId="dd8c3747-25ed-425c-adc6-7a85907e1974" providerId="ADAL" clId="{86FCE750-A617-5538-B96B-61210A9A794C}" dt="2026-05-19T09:07:19.589" v="14877" actId="1076"/>
          <ac:spMkLst>
            <pc:docMk/>
            <pc:sldMk cId="844396923" sldId="2145707254"/>
            <ac:spMk id="10" creationId="{EED2830F-27CA-ECA2-333D-200227D0A242}"/>
          </ac:spMkLst>
        </pc:spChg>
        <pc:spChg chg="mod">
          <ac:chgData name="Hegemann, Leonard" userId="dd8c3747-25ed-425c-adc6-7a85907e1974" providerId="ADAL" clId="{86FCE750-A617-5538-B96B-61210A9A794C}" dt="2026-05-19T09:04:45.311" v="14819"/>
          <ac:spMkLst>
            <pc:docMk/>
            <pc:sldMk cId="844396923" sldId="2145707254"/>
            <ac:spMk id="13" creationId="{059A75C5-A070-BC09-0AA1-3102C86FE8A9}"/>
          </ac:spMkLst>
        </pc:spChg>
        <pc:spChg chg="mod">
          <ac:chgData name="Hegemann, Leonard" userId="dd8c3747-25ed-425c-adc6-7a85907e1974" providerId="ADAL" clId="{86FCE750-A617-5538-B96B-61210A9A794C}" dt="2026-05-19T09:06:38.340" v="14871" actId="1076"/>
          <ac:spMkLst>
            <pc:docMk/>
            <pc:sldMk cId="844396923" sldId="2145707254"/>
            <ac:spMk id="14" creationId="{10F7BC79-A7BD-AE04-891B-E9B5CC756FD1}"/>
          </ac:spMkLst>
        </pc:spChg>
        <pc:spChg chg="mod">
          <ac:chgData name="Hegemann, Leonard" userId="dd8c3747-25ed-425c-adc6-7a85907e1974" providerId="ADAL" clId="{86FCE750-A617-5538-B96B-61210A9A794C}" dt="2026-05-19T09:04:51.340" v="14821" actId="20577"/>
          <ac:spMkLst>
            <pc:docMk/>
            <pc:sldMk cId="844396923" sldId="2145707254"/>
            <ac:spMk id="15" creationId="{9CDB3264-115B-27F8-87A2-BDA598FF0905}"/>
          </ac:spMkLst>
        </pc:spChg>
        <pc:spChg chg="add del mod">
          <ac:chgData name="Hegemann, Leonard" userId="dd8c3747-25ed-425c-adc6-7a85907e1974" providerId="ADAL" clId="{86FCE750-A617-5538-B96B-61210A9A794C}" dt="2026-05-19T09:07:19.589" v="14877" actId="1076"/>
          <ac:spMkLst>
            <pc:docMk/>
            <pc:sldMk cId="844396923" sldId="2145707254"/>
            <ac:spMk id="16" creationId="{A44981C5-976F-151A-952A-88B2AF31813C}"/>
          </ac:spMkLst>
        </pc:spChg>
        <pc:spChg chg="mod">
          <ac:chgData name="Hegemann, Leonard" userId="dd8c3747-25ed-425c-adc6-7a85907e1974" providerId="ADAL" clId="{86FCE750-A617-5538-B96B-61210A9A794C}" dt="2026-05-19T09:07:19.239" v="14876" actId="1076"/>
          <ac:spMkLst>
            <pc:docMk/>
            <pc:sldMk cId="844396923" sldId="2145707254"/>
            <ac:spMk id="17" creationId="{74641B76-D33E-1E28-A330-38C4D4B22EFE}"/>
          </ac:spMkLst>
        </pc:spChg>
        <pc:spChg chg="mod">
          <ac:chgData name="Hegemann, Leonard" userId="dd8c3747-25ed-425c-adc6-7a85907e1974" providerId="ADAL" clId="{86FCE750-A617-5538-B96B-61210A9A794C}" dt="2026-05-19T09:07:26.227" v="14879" actId="20577"/>
          <ac:spMkLst>
            <pc:docMk/>
            <pc:sldMk cId="844396923" sldId="2145707254"/>
            <ac:spMk id="21" creationId="{C8AD402D-21E8-3D70-CF2E-E9EAA29C3351}"/>
          </ac:spMkLst>
        </pc:spChg>
        <pc:spChg chg="mod">
          <ac:chgData name="Hegemann, Leonard" userId="dd8c3747-25ed-425c-adc6-7a85907e1974" providerId="ADAL" clId="{86FCE750-A617-5538-B96B-61210A9A794C}" dt="2026-05-19T09:07:28.774" v="14882" actId="20577"/>
          <ac:spMkLst>
            <pc:docMk/>
            <pc:sldMk cId="844396923" sldId="2145707254"/>
            <ac:spMk id="22" creationId="{23586F87-D2C1-3D92-DF4A-2188123621BB}"/>
          </ac:spMkLst>
        </pc:spChg>
        <pc:spChg chg="mod">
          <ac:chgData name="Hegemann, Leonard" userId="dd8c3747-25ed-425c-adc6-7a85907e1974" providerId="ADAL" clId="{86FCE750-A617-5538-B96B-61210A9A794C}" dt="2026-05-19T09:07:27.124" v="14880" actId="20577"/>
          <ac:spMkLst>
            <pc:docMk/>
            <pc:sldMk cId="844396923" sldId="2145707254"/>
            <ac:spMk id="23" creationId="{7D89EB22-B785-C6C7-6172-89755158A5BA}"/>
          </ac:spMkLst>
        </pc:spChg>
        <pc:spChg chg="add del mod">
          <ac:chgData name="Hegemann, Leonard" userId="dd8c3747-25ed-425c-adc6-7a85907e1974" providerId="ADAL" clId="{86FCE750-A617-5538-B96B-61210A9A794C}" dt="2026-05-19T09:07:29.416" v="14883" actId="20577"/>
          <ac:spMkLst>
            <pc:docMk/>
            <pc:sldMk cId="844396923" sldId="2145707254"/>
            <ac:spMk id="24" creationId="{0242CF74-C8A9-F68D-4BB5-B5C4C7D17634}"/>
          </ac:spMkLst>
        </pc:spChg>
        <pc:spChg chg="mod">
          <ac:chgData name="Hegemann, Leonard" userId="dd8c3747-25ed-425c-adc6-7a85907e1974" providerId="ADAL" clId="{86FCE750-A617-5538-B96B-61210A9A794C}" dt="2026-05-19T09:07:27.816" v="14881" actId="20577"/>
          <ac:spMkLst>
            <pc:docMk/>
            <pc:sldMk cId="844396923" sldId="2145707254"/>
            <ac:spMk id="25" creationId="{E3EB6D07-47ED-D102-9E10-0AFB661B529D}"/>
          </ac:spMkLst>
        </pc:spChg>
        <pc:spChg chg="add del mod">
          <ac:chgData name="Hegemann, Leonard" userId="dd8c3747-25ed-425c-adc6-7a85907e1974" providerId="ADAL" clId="{86FCE750-A617-5538-B96B-61210A9A794C}" dt="2026-05-19T09:07:19.589" v="14877" actId="1076"/>
          <ac:spMkLst>
            <pc:docMk/>
            <pc:sldMk cId="844396923" sldId="2145707254"/>
            <ac:spMk id="30" creationId="{23896C95-F2A2-0CEB-17BF-D36FE5366059}"/>
          </ac:spMkLst>
        </pc:spChg>
        <pc:spChg chg="mod">
          <ac:chgData name="Hegemann, Leonard" userId="dd8c3747-25ed-425c-adc6-7a85907e1974" providerId="ADAL" clId="{86FCE750-A617-5538-B96B-61210A9A794C}" dt="2026-05-19T09:06:38.340" v="14871" actId="1076"/>
          <ac:spMkLst>
            <pc:docMk/>
            <pc:sldMk cId="844396923" sldId="2145707254"/>
            <ac:spMk id="32" creationId="{5FFAB8F0-BC10-0A3F-0F77-1E5E4F23850F}"/>
          </ac:spMkLst>
        </pc:spChg>
        <pc:spChg chg="mod">
          <ac:chgData name="Hegemann, Leonard" userId="dd8c3747-25ed-425c-adc6-7a85907e1974" providerId="ADAL" clId="{86FCE750-A617-5538-B96B-61210A9A794C}" dt="2026-05-19T09:07:19.239" v="14876" actId="1076"/>
          <ac:spMkLst>
            <pc:docMk/>
            <pc:sldMk cId="844396923" sldId="2145707254"/>
            <ac:spMk id="33" creationId="{BD695C10-34F5-19C5-9DD6-715B49A4302E}"/>
          </ac:spMkLst>
        </pc:spChg>
      </pc:sldChg>
      <pc:sldChg chg="addSp delSp modSp add mod">
        <pc:chgData name="Hegemann, Leonard" userId="dd8c3747-25ed-425c-adc6-7a85907e1974" providerId="ADAL" clId="{86FCE750-A617-5538-B96B-61210A9A794C}" dt="2026-06-02T12:59:55.808" v="20875"/>
        <pc:sldMkLst>
          <pc:docMk/>
          <pc:sldMk cId="2440119114" sldId="2145707255"/>
        </pc:sldMkLst>
        <pc:spChg chg="mod">
          <ac:chgData name="Hegemann, Leonard" userId="dd8c3747-25ed-425c-adc6-7a85907e1974" providerId="ADAL" clId="{86FCE750-A617-5538-B96B-61210A9A794C}" dt="2026-06-02T12:58:17.885" v="20847" actId="20577"/>
          <ac:spMkLst>
            <pc:docMk/>
            <pc:sldMk cId="2440119114" sldId="2145707255"/>
            <ac:spMk id="2" creationId="{1C8943C1-D387-9F0D-C1C2-A89AAD50E791}"/>
          </ac:spMkLst>
        </pc:spChg>
        <pc:spChg chg="add mod">
          <ac:chgData name="Hegemann, Leonard" userId="dd8c3747-25ed-425c-adc6-7a85907e1974" providerId="ADAL" clId="{86FCE750-A617-5538-B96B-61210A9A794C}" dt="2026-06-02T12:59:55.808" v="20875"/>
          <ac:spMkLst>
            <pc:docMk/>
            <pc:sldMk cId="2440119114" sldId="2145707255"/>
            <ac:spMk id="5" creationId="{1001F15F-2D81-998A-48F1-DC71EBFC1CEA}"/>
          </ac:spMkLst>
        </pc:spChg>
        <pc:spChg chg="add mod">
          <ac:chgData name="Hegemann, Leonard" userId="dd8c3747-25ed-425c-adc6-7a85907e1974" providerId="ADAL" clId="{86FCE750-A617-5538-B96B-61210A9A794C}" dt="2026-05-19T11:31:06.626" v="14914" actId="767"/>
          <ac:spMkLst>
            <pc:docMk/>
            <pc:sldMk cId="2440119114" sldId="2145707255"/>
            <ac:spMk id="6" creationId="{F9275E47-0079-83A9-4525-D9D22B825610}"/>
          </ac:spMkLst>
        </pc:spChg>
        <pc:spChg chg="add mod">
          <ac:chgData name="Hegemann, Leonard" userId="dd8c3747-25ed-425c-adc6-7a85907e1974" providerId="ADAL" clId="{86FCE750-A617-5538-B96B-61210A9A794C}" dt="2026-06-02T12:59:55.808" v="20875"/>
          <ac:spMkLst>
            <pc:docMk/>
            <pc:sldMk cId="2440119114" sldId="2145707255"/>
            <ac:spMk id="8" creationId="{B7C95701-832F-DB93-4E3A-390360288E2B}"/>
          </ac:spMkLst>
        </pc:spChg>
        <pc:spChg chg="mod">
          <ac:chgData name="Hegemann, Leonard" userId="dd8c3747-25ed-425c-adc6-7a85907e1974" providerId="ADAL" clId="{86FCE750-A617-5538-B96B-61210A9A794C}" dt="2026-06-02T12:57:42.813" v="20825" actId="20577"/>
          <ac:spMkLst>
            <pc:docMk/>
            <pc:sldMk cId="2440119114" sldId="2145707255"/>
            <ac:spMk id="9" creationId="{08BF048F-9A2F-DF3D-2BC8-781207E4D445}"/>
          </ac:spMkLst>
        </pc:spChg>
        <pc:spChg chg="add mod">
          <ac:chgData name="Hegemann, Leonard" userId="dd8c3747-25ed-425c-adc6-7a85907e1974" providerId="ADAL" clId="{86FCE750-A617-5538-B96B-61210A9A794C}" dt="2026-06-02T12:59:55.808" v="20875"/>
          <ac:spMkLst>
            <pc:docMk/>
            <pc:sldMk cId="2440119114" sldId="2145707255"/>
            <ac:spMk id="10" creationId="{5EBE2DDE-AF95-AAF8-DACC-508A616FF72A}"/>
          </ac:spMkLst>
        </pc:spChg>
        <pc:spChg chg="mod">
          <ac:chgData name="Hegemann, Leonard" userId="dd8c3747-25ed-425c-adc6-7a85907e1974" providerId="ADAL" clId="{86FCE750-A617-5538-B96B-61210A9A794C}" dt="2026-06-02T06:56:38.116" v="19792"/>
          <ac:spMkLst>
            <pc:docMk/>
            <pc:sldMk cId="2440119114" sldId="2145707255"/>
            <ac:spMk id="11" creationId="{8B143587-E26E-2ECB-87A9-BE0AA66007D1}"/>
          </ac:spMkLst>
        </pc:spChg>
        <pc:spChg chg="add mod">
          <ac:chgData name="Hegemann, Leonard" userId="dd8c3747-25ed-425c-adc6-7a85907e1974" providerId="ADAL" clId="{86FCE750-A617-5538-B96B-61210A9A794C}" dt="2026-06-02T12:59:55.808" v="20875"/>
          <ac:spMkLst>
            <pc:docMk/>
            <pc:sldMk cId="2440119114" sldId="2145707255"/>
            <ac:spMk id="12" creationId="{9FE7B362-3D0D-56AB-BC95-1492FD8315BC}"/>
          </ac:spMkLst>
        </pc:spChg>
        <pc:spChg chg="add mod">
          <ac:chgData name="Hegemann, Leonard" userId="dd8c3747-25ed-425c-adc6-7a85907e1974" providerId="ADAL" clId="{86FCE750-A617-5538-B96B-61210A9A794C}" dt="2026-06-02T07:01:22.019" v="19915" actId="20577"/>
          <ac:spMkLst>
            <pc:docMk/>
            <pc:sldMk cId="2440119114" sldId="2145707255"/>
            <ac:spMk id="13" creationId="{95132359-8096-6E95-35C3-2DC101F38A4E}"/>
          </ac:spMkLst>
        </pc:spChg>
        <pc:spChg chg="add mod">
          <ac:chgData name="Hegemann, Leonard" userId="dd8c3747-25ed-425c-adc6-7a85907e1974" providerId="ADAL" clId="{86FCE750-A617-5538-B96B-61210A9A794C}" dt="2026-06-02T12:59:55.808" v="20875"/>
          <ac:spMkLst>
            <pc:docMk/>
            <pc:sldMk cId="2440119114" sldId="2145707255"/>
            <ac:spMk id="14" creationId="{39D3D4E0-EFA8-92A9-6898-1FB3B4AE2D66}"/>
          </ac:spMkLst>
        </pc:spChg>
        <pc:spChg chg="add mod">
          <ac:chgData name="Hegemann, Leonard" userId="dd8c3747-25ed-425c-adc6-7a85907e1974" providerId="ADAL" clId="{86FCE750-A617-5538-B96B-61210A9A794C}" dt="2026-06-02T12:59:55.808" v="20875"/>
          <ac:spMkLst>
            <pc:docMk/>
            <pc:sldMk cId="2440119114" sldId="2145707255"/>
            <ac:spMk id="17" creationId="{3426E571-CD30-558B-E303-AEC3399F0259}"/>
          </ac:spMkLst>
        </pc:spChg>
        <pc:spChg chg="add mod">
          <ac:chgData name="Hegemann, Leonard" userId="dd8c3747-25ed-425c-adc6-7a85907e1974" providerId="ADAL" clId="{86FCE750-A617-5538-B96B-61210A9A794C}" dt="2026-06-02T12:59:55.808" v="20875"/>
          <ac:spMkLst>
            <pc:docMk/>
            <pc:sldMk cId="2440119114" sldId="2145707255"/>
            <ac:spMk id="18" creationId="{CA7CAA63-D784-713B-D099-566D50A8A7C0}"/>
          </ac:spMkLst>
        </pc:spChg>
        <pc:spChg chg="add mod">
          <ac:chgData name="Hegemann, Leonard" userId="dd8c3747-25ed-425c-adc6-7a85907e1974" providerId="ADAL" clId="{86FCE750-A617-5538-B96B-61210A9A794C}" dt="2026-06-02T12:59:55.808" v="20875"/>
          <ac:spMkLst>
            <pc:docMk/>
            <pc:sldMk cId="2440119114" sldId="2145707255"/>
            <ac:spMk id="19" creationId="{D2F92B78-B5B2-DB14-2BFE-345BBBE7193D}"/>
          </ac:spMkLst>
        </pc:spChg>
        <pc:spChg chg="add mod">
          <ac:chgData name="Hegemann, Leonard" userId="dd8c3747-25ed-425c-adc6-7a85907e1974" providerId="ADAL" clId="{86FCE750-A617-5538-B96B-61210A9A794C}" dt="2026-06-02T12:59:55.808" v="20875"/>
          <ac:spMkLst>
            <pc:docMk/>
            <pc:sldMk cId="2440119114" sldId="2145707255"/>
            <ac:spMk id="20" creationId="{74EB5087-F982-19F2-F97A-DA2F2424E698}"/>
          </ac:spMkLst>
        </pc:spChg>
        <pc:spChg chg="add mod">
          <ac:chgData name="Hegemann, Leonard" userId="dd8c3747-25ed-425c-adc6-7a85907e1974" providerId="ADAL" clId="{86FCE750-A617-5538-B96B-61210A9A794C}" dt="2026-06-02T12:59:55.808" v="20875"/>
          <ac:spMkLst>
            <pc:docMk/>
            <pc:sldMk cId="2440119114" sldId="2145707255"/>
            <ac:spMk id="21" creationId="{A6307B0A-03EA-E49D-9FAB-A7A9614C9DD7}"/>
          </ac:spMkLst>
        </pc:spChg>
      </pc:sldChg>
      <pc:sldChg chg="addSp delSp modSp add mod">
        <pc:chgData name="Hegemann, Leonard" userId="dd8c3747-25ed-425c-adc6-7a85907e1974" providerId="ADAL" clId="{86FCE750-A617-5538-B96B-61210A9A794C}" dt="2026-06-02T12:59:59.430" v="20877"/>
        <pc:sldMkLst>
          <pc:docMk/>
          <pc:sldMk cId="1787211249" sldId="2145707256"/>
        </pc:sldMkLst>
        <pc:spChg chg="mod">
          <ac:chgData name="Hegemann, Leonard" userId="dd8c3747-25ed-425c-adc6-7a85907e1974" providerId="ADAL" clId="{86FCE750-A617-5538-B96B-61210A9A794C}" dt="2026-06-02T12:58:13.026" v="20843" actId="20577"/>
          <ac:spMkLst>
            <pc:docMk/>
            <pc:sldMk cId="1787211249" sldId="2145707256"/>
            <ac:spMk id="2" creationId="{86259ED8-35F4-2BAA-9A75-A0B2A34C9B49}"/>
          </ac:spMkLst>
        </pc:spChg>
        <pc:spChg chg="add mod">
          <ac:chgData name="Hegemann, Leonard" userId="dd8c3747-25ed-425c-adc6-7a85907e1974" providerId="ADAL" clId="{86FCE750-A617-5538-B96B-61210A9A794C}" dt="2026-06-02T12:58:08.346" v="20839" actId="20577"/>
          <ac:spMkLst>
            <pc:docMk/>
            <pc:sldMk cId="1787211249" sldId="2145707256"/>
            <ac:spMk id="5" creationId="{3373D86A-6A1C-36AE-BA4E-F1D591E9D18E}"/>
          </ac:spMkLst>
        </pc:spChg>
        <pc:spChg chg="add mod">
          <ac:chgData name="Hegemann, Leonard" userId="dd8c3747-25ed-425c-adc6-7a85907e1974" providerId="ADAL" clId="{86FCE750-A617-5538-B96B-61210A9A794C}" dt="2026-06-02T06:56:51.339" v="19796" actId="20577"/>
          <ac:spMkLst>
            <pc:docMk/>
            <pc:sldMk cId="1787211249" sldId="2145707256"/>
            <ac:spMk id="8" creationId="{2E1F08E1-DDDE-FDC3-8FE3-408D702F555D}"/>
          </ac:spMkLst>
        </pc:spChg>
        <pc:spChg chg="add mod">
          <ac:chgData name="Hegemann, Leonard" userId="dd8c3747-25ed-425c-adc6-7a85907e1974" providerId="ADAL" clId="{86FCE750-A617-5538-B96B-61210A9A794C}" dt="2026-06-02T12:59:59.430" v="20877"/>
          <ac:spMkLst>
            <pc:docMk/>
            <pc:sldMk cId="1787211249" sldId="2145707256"/>
            <ac:spMk id="9" creationId="{90A42940-F907-BEC6-3997-9B99FAB0A9BB}"/>
          </ac:spMkLst>
        </pc:spChg>
        <pc:spChg chg="add mod">
          <ac:chgData name="Hegemann, Leonard" userId="dd8c3747-25ed-425c-adc6-7a85907e1974" providerId="ADAL" clId="{86FCE750-A617-5538-B96B-61210A9A794C}" dt="2026-06-02T12:59:59.430" v="20877"/>
          <ac:spMkLst>
            <pc:docMk/>
            <pc:sldMk cId="1787211249" sldId="2145707256"/>
            <ac:spMk id="10" creationId="{11B9B40D-0258-EC56-F50C-29236011B1DC}"/>
          </ac:spMkLst>
        </pc:spChg>
        <pc:spChg chg="add mod">
          <ac:chgData name="Hegemann, Leonard" userId="dd8c3747-25ed-425c-adc6-7a85907e1974" providerId="ADAL" clId="{86FCE750-A617-5538-B96B-61210A9A794C}" dt="2026-06-02T12:59:59.430" v="20877"/>
          <ac:spMkLst>
            <pc:docMk/>
            <pc:sldMk cId="1787211249" sldId="2145707256"/>
            <ac:spMk id="11" creationId="{4AE4CDDB-8F8C-FE61-DFDC-CC92F3F8EDF3}"/>
          </ac:spMkLst>
        </pc:spChg>
        <pc:spChg chg="add mod">
          <ac:chgData name="Hegemann, Leonard" userId="dd8c3747-25ed-425c-adc6-7a85907e1974" providerId="ADAL" clId="{86FCE750-A617-5538-B96B-61210A9A794C}" dt="2026-06-02T12:59:59.430" v="20877"/>
          <ac:spMkLst>
            <pc:docMk/>
            <pc:sldMk cId="1787211249" sldId="2145707256"/>
            <ac:spMk id="12" creationId="{59C83439-6A6B-6626-6285-3AE77143AAF5}"/>
          </ac:spMkLst>
        </pc:spChg>
        <pc:spChg chg="mod">
          <ac:chgData name="Hegemann, Leonard" userId="dd8c3747-25ed-425c-adc6-7a85907e1974" providerId="ADAL" clId="{86FCE750-A617-5538-B96B-61210A9A794C}" dt="2026-06-02T12:58:10.434" v="20841" actId="20577"/>
          <ac:spMkLst>
            <pc:docMk/>
            <pc:sldMk cId="1787211249" sldId="2145707256"/>
            <ac:spMk id="13" creationId="{45DE55D1-89BB-1824-5956-0B54BD807FDB}"/>
          </ac:spMkLst>
        </pc:spChg>
        <pc:spChg chg="add mod">
          <ac:chgData name="Hegemann, Leonard" userId="dd8c3747-25ed-425c-adc6-7a85907e1974" providerId="ADAL" clId="{86FCE750-A617-5538-B96B-61210A9A794C}" dt="2026-06-02T12:59:59.430" v="20877"/>
          <ac:spMkLst>
            <pc:docMk/>
            <pc:sldMk cId="1787211249" sldId="2145707256"/>
            <ac:spMk id="14" creationId="{EB2071B7-F8BC-1E56-D1D0-2806544C302F}"/>
          </ac:spMkLst>
        </pc:spChg>
        <pc:spChg chg="add mod">
          <ac:chgData name="Hegemann, Leonard" userId="dd8c3747-25ed-425c-adc6-7a85907e1974" providerId="ADAL" clId="{86FCE750-A617-5538-B96B-61210A9A794C}" dt="2026-06-02T12:59:59.430" v="20877"/>
          <ac:spMkLst>
            <pc:docMk/>
            <pc:sldMk cId="1787211249" sldId="2145707256"/>
            <ac:spMk id="17" creationId="{E236EEF7-FECB-AA25-3998-BC1B167E85B0}"/>
          </ac:spMkLst>
        </pc:spChg>
        <pc:spChg chg="add mod">
          <ac:chgData name="Hegemann, Leonard" userId="dd8c3747-25ed-425c-adc6-7a85907e1974" providerId="ADAL" clId="{86FCE750-A617-5538-B96B-61210A9A794C}" dt="2026-06-02T12:59:59.430" v="20877"/>
          <ac:spMkLst>
            <pc:docMk/>
            <pc:sldMk cId="1787211249" sldId="2145707256"/>
            <ac:spMk id="18" creationId="{B5427FCC-04B4-3B26-44B0-F183BC61405A}"/>
          </ac:spMkLst>
        </pc:spChg>
        <pc:spChg chg="add mod">
          <ac:chgData name="Hegemann, Leonard" userId="dd8c3747-25ed-425c-adc6-7a85907e1974" providerId="ADAL" clId="{86FCE750-A617-5538-B96B-61210A9A794C}" dt="2026-06-02T12:59:59.430" v="20877"/>
          <ac:spMkLst>
            <pc:docMk/>
            <pc:sldMk cId="1787211249" sldId="2145707256"/>
            <ac:spMk id="19" creationId="{DB25FAF0-2C1D-3847-AACF-EAA9EBC72809}"/>
          </ac:spMkLst>
        </pc:spChg>
        <pc:spChg chg="add mod">
          <ac:chgData name="Hegemann, Leonard" userId="dd8c3747-25ed-425c-adc6-7a85907e1974" providerId="ADAL" clId="{86FCE750-A617-5538-B96B-61210A9A794C}" dt="2026-06-02T12:59:59.430" v="20877"/>
          <ac:spMkLst>
            <pc:docMk/>
            <pc:sldMk cId="1787211249" sldId="2145707256"/>
            <ac:spMk id="20" creationId="{FD6033F4-9075-21B5-E0DA-87946C292B7B}"/>
          </ac:spMkLst>
        </pc:spChg>
        <pc:spChg chg="add mod">
          <ac:chgData name="Hegemann, Leonard" userId="dd8c3747-25ed-425c-adc6-7a85907e1974" providerId="ADAL" clId="{86FCE750-A617-5538-B96B-61210A9A794C}" dt="2026-06-02T12:59:59.430" v="20877"/>
          <ac:spMkLst>
            <pc:docMk/>
            <pc:sldMk cId="1787211249" sldId="2145707256"/>
            <ac:spMk id="21" creationId="{2E7117FE-EAF6-7B83-400F-07DF2CE2DF2A}"/>
          </ac:spMkLst>
        </pc:spChg>
      </pc:sldChg>
      <pc:sldChg chg="addSp delSp modSp add mod">
        <pc:chgData name="Hegemann, Leonard" userId="dd8c3747-25ed-425c-adc6-7a85907e1974" providerId="ADAL" clId="{86FCE750-A617-5538-B96B-61210A9A794C}" dt="2026-06-02T13:00:03.265" v="20879"/>
        <pc:sldMkLst>
          <pc:docMk/>
          <pc:sldMk cId="834332016" sldId="2145707257"/>
        </pc:sldMkLst>
        <pc:spChg chg="mod">
          <ac:chgData name="Hegemann, Leonard" userId="dd8c3747-25ed-425c-adc6-7a85907e1974" providerId="ADAL" clId="{86FCE750-A617-5538-B96B-61210A9A794C}" dt="2026-06-02T12:58:22.326" v="20849" actId="20577"/>
          <ac:spMkLst>
            <pc:docMk/>
            <pc:sldMk cId="834332016" sldId="2145707257"/>
            <ac:spMk id="2" creationId="{0492FED3-805E-AA3E-3D5A-9E631F783DC5}"/>
          </ac:spMkLst>
        </pc:spChg>
        <pc:spChg chg="add mod">
          <ac:chgData name="Hegemann, Leonard" userId="dd8c3747-25ed-425c-adc6-7a85907e1974" providerId="ADAL" clId="{86FCE750-A617-5538-B96B-61210A9A794C}" dt="2026-06-02T13:00:03.265" v="20879"/>
          <ac:spMkLst>
            <pc:docMk/>
            <pc:sldMk cId="834332016" sldId="2145707257"/>
            <ac:spMk id="5" creationId="{40D2CA21-43F8-3EDE-AF32-56D54927D8B8}"/>
          </ac:spMkLst>
        </pc:spChg>
        <pc:spChg chg="add mod">
          <ac:chgData name="Hegemann, Leonard" userId="dd8c3747-25ed-425c-adc6-7a85907e1974" providerId="ADAL" clId="{86FCE750-A617-5538-B96B-61210A9A794C}" dt="2026-06-02T13:00:03.265" v="20879"/>
          <ac:spMkLst>
            <pc:docMk/>
            <pc:sldMk cId="834332016" sldId="2145707257"/>
            <ac:spMk id="8" creationId="{C375A426-250D-3865-8EFD-61A3CF0FA0E5}"/>
          </ac:spMkLst>
        </pc:spChg>
        <pc:spChg chg="add mod">
          <ac:chgData name="Hegemann, Leonard" userId="dd8c3747-25ed-425c-adc6-7a85907e1974" providerId="ADAL" clId="{86FCE750-A617-5538-B96B-61210A9A794C}" dt="2026-06-02T12:58:03.982" v="20837" actId="20577"/>
          <ac:spMkLst>
            <pc:docMk/>
            <pc:sldMk cId="834332016" sldId="2145707257"/>
            <ac:spMk id="9" creationId="{7F9B4EC2-4088-E36B-9300-8E6D8D4875E0}"/>
          </ac:spMkLst>
        </pc:spChg>
        <pc:spChg chg="add del mod">
          <ac:chgData name="Hegemann, Leonard" userId="dd8c3747-25ed-425c-adc6-7a85907e1974" providerId="ADAL" clId="{86FCE750-A617-5538-B96B-61210A9A794C}" dt="2026-06-02T06:57:11.348" v="19800"/>
          <ac:spMkLst>
            <pc:docMk/>
            <pc:sldMk cId="834332016" sldId="2145707257"/>
            <ac:spMk id="10" creationId="{2028AB30-7FD7-FD44-F99E-AB13E9FCF3BB}"/>
          </ac:spMkLst>
        </pc:spChg>
        <pc:spChg chg="add mod">
          <ac:chgData name="Hegemann, Leonard" userId="dd8c3747-25ed-425c-adc6-7a85907e1974" providerId="ADAL" clId="{86FCE750-A617-5538-B96B-61210A9A794C}" dt="2026-06-02T13:00:03.265" v="20879"/>
          <ac:spMkLst>
            <pc:docMk/>
            <pc:sldMk cId="834332016" sldId="2145707257"/>
            <ac:spMk id="11" creationId="{E89F9387-18B5-07C8-25D5-77B8FCE5FB19}"/>
          </ac:spMkLst>
        </pc:spChg>
        <pc:spChg chg="add mod">
          <ac:chgData name="Hegemann, Leonard" userId="dd8c3747-25ed-425c-adc6-7a85907e1974" providerId="ADAL" clId="{86FCE750-A617-5538-B96B-61210A9A794C}" dt="2026-06-02T13:00:03.265" v="20879"/>
          <ac:spMkLst>
            <pc:docMk/>
            <pc:sldMk cId="834332016" sldId="2145707257"/>
            <ac:spMk id="12" creationId="{5107A286-381C-8A30-4D9A-01F59084F7A3}"/>
          </ac:spMkLst>
        </pc:spChg>
        <pc:spChg chg="mod">
          <ac:chgData name="Hegemann, Leonard" userId="dd8c3747-25ed-425c-adc6-7a85907e1974" providerId="ADAL" clId="{86FCE750-A617-5538-B96B-61210A9A794C}" dt="2026-06-02T12:58:01.686" v="20835" actId="20577"/>
          <ac:spMkLst>
            <pc:docMk/>
            <pc:sldMk cId="834332016" sldId="2145707257"/>
            <ac:spMk id="13" creationId="{21723B1A-1B50-FB95-5C9B-4458E3E39BBF}"/>
          </ac:spMkLst>
        </pc:spChg>
        <pc:spChg chg="add mod">
          <ac:chgData name="Hegemann, Leonard" userId="dd8c3747-25ed-425c-adc6-7a85907e1974" providerId="ADAL" clId="{86FCE750-A617-5538-B96B-61210A9A794C}" dt="2026-06-02T13:00:03.265" v="20879"/>
          <ac:spMkLst>
            <pc:docMk/>
            <pc:sldMk cId="834332016" sldId="2145707257"/>
            <ac:spMk id="14" creationId="{B64F5C58-1DC3-985E-B5D2-228FBCFBA815}"/>
          </ac:spMkLst>
        </pc:spChg>
        <pc:spChg chg="add mod">
          <ac:chgData name="Hegemann, Leonard" userId="dd8c3747-25ed-425c-adc6-7a85907e1974" providerId="ADAL" clId="{86FCE750-A617-5538-B96B-61210A9A794C}" dt="2026-06-02T13:00:03.265" v="20879"/>
          <ac:spMkLst>
            <pc:docMk/>
            <pc:sldMk cId="834332016" sldId="2145707257"/>
            <ac:spMk id="17" creationId="{60463471-202E-2F3F-9B70-91D0DB218C77}"/>
          </ac:spMkLst>
        </pc:spChg>
        <pc:spChg chg="add mod">
          <ac:chgData name="Hegemann, Leonard" userId="dd8c3747-25ed-425c-adc6-7a85907e1974" providerId="ADAL" clId="{86FCE750-A617-5538-B96B-61210A9A794C}" dt="2026-06-02T13:00:03.265" v="20879"/>
          <ac:spMkLst>
            <pc:docMk/>
            <pc:sldMk cId="834332016" sldId="2145707257"/>
            <ac:spMk id="18" creationId="{8C536940-6690-40BB-BA8E-875AEA0852C0}"/>
          </ac:spMkLst>
        </pc:spChg>
        <pc:spChg chg="add mod">
          <ac:chgData name="Hegemann, Leonard" userId="dd8c3747-25ed-425c-adc6-7a85907e1974" providerId="ADAL" clId="{86FCE750-A617-5538-B96B-61210A9A794C}" dt="2026-06-02T13:00:03.265" v="20879"/>
          <ac:spMkLst>
            <pc:docMk/>
            <pc:sldMk cId="834332016" sldId="2145707257"/>
            <ac:spMk id="19" creationId="{4A14E8DE-1F7B-6098-E5F6-931AC1CE8F7A}"/>
          </ac:spMkLst>
        </pc:spChg>
        <pc:spChg chg="add mod">
          <ac:chgData name="Hegemann, Leonard" userId="dd8c3747-25ed-425c-adc6-7a85907e1974" providerId="ADAL" clId="{86FCE750-A617-5538-B96B-61210A9A794C}" dt="2026-06-02T13:00:03.265" v="20879"/>
          <ac:spMkLst>
            <pc:docMk/>
            <pc:sldMk cId="834332016" sldId="2145707257"/>
            <ac:spMk id="20" creationId="{0391A35F-7E79-77FE-5E5E-E1212C855E4A}"/>
          </ac:spMkLst>
        </pc:spChg>
        <pc:spChg chg="add mod">
          <ac:chgData name="Hegemann, Leonard" userId="dd8c3747-25ed-425c-adc6-7a85907e1974" providerId="ADAL" clId="{86FCE750-A617-5538-B96B-61210A9A794C}" dt="2026-06-02T13:00:03.265" v="20879"/>
          <ac:spMkLst>
            <pc:docMk/>
            <pc:sldMk cId="834332016" sldId="2145707257"/>
            <ac:spMk id="21" creationId="{7E3BAFF2-21A4-C97F-3723-247CB9EEC8F8}"/>
          </ac:spMkLst>
        </pc:spChg>
      </pc:sldChg>
      <pc:sldChg chg="addSp delSp modSp add mod">
        <pc:chgData name="Hegemann, Leonard" userId="dd8c3747-25ed-425c-adc6-7a85907e1974" providerId="ADAL" clId="{86FCE750-A617-5538-B96B-61210A9A794C}" dt="2026-06-02T12:59:49.235" v="20873"/>
        <pc:sldMkLst>
          <pc:docMk/>
          <pc:sldMk cId="3270141007" sldId="2145707258"/>
        </pc:sldMkLst>
        <pc:spChg chg="mod">
          <ac:chgData name="Hegemann, Leonard" userId="dd8c3747-25ed-425c-adc6-7a85907e1974" providerId="ADAL" clId="{86FCE750-A617-5538-B96B-61210A9A794C}" dt="2026-06-02T12:57:22.428" v="20817" actId="20577"/>
          <ac:spMkLst>
            <pc:docMk/>
            <pc:sldMk cId="3270141007" sldId="2145707258"/>
            <ac:spMk id="2" creationId="{3E97B211-41F4-5313-CE45-B21D80D25513}"/>
          </ac:spMkLst>
        </pc:spChg>
        <pc:spChg chg="add mod">
          <ac:chgData name="Hegemann, Leonard" userId="dd8c3747-25ed-425c-adc6-7a85907e1974" providerId="ADAL" clId="{86FCE750-A617-5538-B96B-61210A9A794C}" dt="2026-06-01T08:09:12.964" v="19063" actId="113"/>
          <ac:spMkLst>
            <pc:docMk/>
            <pc:sldMk cId="3270141007" sldId="2145707258"/>
            <ac:spMk id="5" creationId="{DA53A72B-C569-F706-85D3-B3042AE74E1E}"/>
          </ac:spMkLst>
        </pc:spChg>
        <pc:spChg chg="add mod">
          <ac:chgData name="Hegemann, Leonard" userId="dd8c3747-25ed-425c-adc6-7a85907e1974" providerId="ADAL" clId="{86FCE750-A617-5538-B96B-61210A9A794C}" dt="2026-06-02T12:59:49.235" v="20873"/>
          <ac:spMkLst>
            <pc:docMk/>
            <pc:sldMk cId="3270141007" sldId="2145707258"/>
            <ac:spMk id="6" creationId="{5FE40105-4210-EAE7-49BE-E8BAD292BC7C}"/>
          </ac:spMkLst>
        </pc:spChg>
        <pc:spChg chg="add mod">
          <ac:chgData name="Hegemann, Leonard" userId="dd8c3747-25ed-425c-adc6-7a85907e1974" providerId="ADAL" clId="{86FCE750-A617-5538-B96B-61210A9A794C}" dt="2026-06-02T12:59:49.235" v="20873"/>
          <ac:spMkLst>
            <pc:docMk/>
            <pc:sldMk cId="3270141007" sldId="2145707258"/>
            <ac:spMk id="8" creationId="{98FE9C0A-4FCC-757A-7E69-CAFC78016B72}"/>
          </ac:spMkLst>
        </pc:spChg>
        <pc:spChg chg="mod">
          <ac:chgData name="Hegemann, Leonard" userId="dd8c3747-25ed-425c-adc6-7a85907e1974" providerId="ADAL" clId="{86FCE750-A617-5538-B96B-61210A9A794C}" dt="2026-06-02T12:57:25.757" v="20819" actId="20577"/>
          <ac:spMkLst>
            <pc:docMk/>
            <pc:sldMk cId="3270141007" sldId="2145707258"/>
            <ac:spMk id="9" creationId="{EA6CB60E-988F-F270-5568-74E717D89592}"/>
          </ac:spMkLst>
        </pc:spChg>
        <pc:spChg chg="add mod">
          <ac:chgData name="Hegemann, Leonard" userId="dd8c3747-25ed-425c-adc6-7a85907e1974" providerId="ADAL" clId="{86FCE750-A617-5538-B96B-61210A9A794C}" dt="2026-06-02T12:59:49.235" v="20873"/>
          <ac:spMkLst>
            <pc:docMk/>
            <pc:sldMk cId="3270141007" sldId="2145707258"/>
            <ac:spMk id="10" creationId="{EF47DFC4-EFAD-0DCE-2370-827BCEDE6D71}"/>
          </ac:spMkLst>
        </pc:spChg>
        <pc:spChg chg="mod">
          <ac:chgData name="Hegemann, Leonard" userId="dd8c3747-25ed-425c-adc6-7a85907e1974" providerId="ADAL" clId="{86FCE750-A617-5538-B96B-61210A9A794C}" dt="2026-05-30T14:38:45.738" v="17853"/>
          <ac:spMkLst>
            <pc:docMk/>
            <pc:sldMk cId="3270141007" sldId="2145707258"/>
            <ac:spMk id="11" creationId="{FA9D859F-F536-4937-8A80-AF1DBD029A09}"/>
          </ac:spMkLst>
        </pc:spChg>
        <pc:spChg chg="add mod">
          <ac:chgData name="Hegemann, Leonard" userId="dd8c3747-25ed-425c-adc6-7a85907e1974" providerId="ADAL" clId="{86FCE750-A617-5538-B96B-61210A9A794C}" dt="2026-06-02T12:59:49.235" v="20873"/>
          <ac:spMkLst>
            <pc:docMk/>
            <pc:sldMk cId="3270141007" sldId="2145707258"/>
            <ac:spMk id="12" creationId="{876E038B-9BEA-F44C-4DB8-D97CEB482F2A}"/>
          </ac:spMkLst>
        </pc:spChg>
        <pc:spChg chg="add mod">
          <ac:chgData name="Hegemann, Leonard" userId="dd8c3747-25ed-425c-adc6-7a85907e1974" providerId="ADAL" clId="{86FCE750-A617-5538-B96B-61210A9A794C}" dt="2026-06-02T12:59:49.235" v="20873"/>
          <ac:spMkLst>
            <pc:docMk/>
            <pc:sldMk cId="3270141007" sldId="2145707258"/>
            <ac:spMk id="13" creationId="{979785C8-7747-A9D7-E9CE-250D84EF2B9D}"/>
          </ac:spMkLst>
        </pc:spChg>
        <pc:spChg chg="add mod">
          <ac:chgData name="Hegemann, Leonard" userId="dd8c3747-25ed-425c-adc6-7a85907e1974" providerId="ADAL" clId="{86FCE750-A617-5538-B96B-61210A9A794C}" dt="2026-06-02T12:59:49.235" v="20873"/>
          <ac:spMkLst>
            <pc:docMk/>
            <pc:sldMk cId="3270141007" sldId="2145707258"/>
            <ac:spMk id="16" creationId="{8AAF7B16-DF04-17CE-E534-CEBE19989EF5}"/>
          </ac:spMkLst>
        </pc:spChg>
        <pc:spChg chg="add mod">
          <ac:chgData name="Hegemann, Leonard" userId="dd8c3747-25ed-425c-adc6-7a85907e1974" providerId="ADAL" clId="{86FCE750-A617-5538-B96B-61210A9A794C}" dt="2026-06-02T12:59:49.235" v="20873"/>
          <ac:spMkLst>
            <pc:docMk/>
            <pc:sldMk cId="3270141007" sldId="2145707258"/>
            <ac:spMk id="17" creationId="{24DDC178-BC2B-893F-93C3-676A8DDE0073}"/>
          </ac:spMkLst>
        </pc:spChg>
        <pc:spChg chg="add mod">
          <ac:chgData name="Hegemann, Leonard" userId="dd8c3747-25ed-425c-adc6-7a85907e1974" providerId="ADAL" clId="{86FCE750-A617-5538-B96B-61210A9A794C}" dt="2026-06-02T12:59:49.235" v="20873"/>
          <ac:spMkLst>
            <pc:docMk/>
            <pc:sldMk cId="3270141007" sldId="2145707258"/>
            <ac:spMk id="18" creationId="{42876388-7C97-34F7-9F27-0514AD981DD2}"/>
          </ac:spMkLst>
        </pc:spChg>
        <pc:spChg chg="add mod">
          <ac:chgData name="Hegemann, Leonard" userId="dd8c3747-25ed-425c-adc6-7a85907e1974" providerId="ADAL" clId="{86FCE750-A617-5538-B96B-61210A9A794C}" dt="2026-06-02T12:59:49.235" v="20873"/>
          <ac:spMkLst>
            <pc:docMk/>
            <pc:sldMk cId="3270141007" sldId="2145707258"/>
            <ac:spMk id="19" creationId="{5493FE0B-1313-2DF5-57E6-567D0AD636F2}"/>
          </ac:spMkLst>
        </pc:spChg>
        <pc:spChg chg="add mod">
          <ac:chgData name="Hegemann, Leonard" userId="dd8c3747-25ed-425c-adc6-7a85907e1974" providerId="ADAL" clId="{86FCE750-A617-5538-B96B-61210A9A794C}" dt="2026-06-02T12:59:49.235" v="20873"/>
          <ac:spMkLst>
            <pc:docMk/>
            <pc:sldMk cId="3270141007" sldId="2145707258"/>
            <ac:spMk id="20" creationId="{733C881A-2A6B-CF93-8DE0-820BA0E47A26}"/>
          </ac:spMkLst>
        </pc:spChg>
      </pc:sldChg>
      <pc:sldChg chg="addSp delSp modSp add mod">
        <pc:chgData name="Hegemann, Leonard" userId="dd8c3747-25ed-425c-adc6-7a85907e1974" providerId="ADAL" clId="{86FCE750-A617-5538-B96B-61210A9A794C}" dt="2026-06-01T14:41:56.493" v="19439" actId="1076"/>
        <pc:sldMkLst>
          <pc:docMk/>
          <pc:sldMk cId="4284350639" sldId="2145707259"/>
        </pc:sldMkLst>
        <pc:picChg chg="add mod ord">
          <ac:chgData name="Hegemann, Leonard" userId="dd8c3747-25ed-425c-adc6-7a85907e1974" providerId="ADAL" clId="{86FCE750-A617-5538-B96B-61210A9A794C}" dt="2026-06-01T14:41:56.493" v="19439" actId="1076"/>
          <ac:picMkLst>
            <pc:docMk/>
            <pc:sldMk cId="4284350639" sldId="2145707259"/>
            <ac:picMk id="10" creationId="{A7D6F25E-5B73-E6C4-BE7D-8DF0133DE461}"/>
          </ac:picMkLst>
        </pc:picChg>
        <pc:picChg chg="add mod">
          <ac:chgData name="Hegemann, Leonard" userId="dd8c3747-25ed-425c-adc6-7a85907e1974" providerId="ADAL" clId="{86FCE750-A617-5538-B96B-61210A9A794C}" dt="2026-06-01T14:41:56.493" v="19439" actId="1076"/>
          <ac:picMkLst>
            <pc:docMk/>
            <pc:sldMk cId="4284350639" sldId="2145707259"/>
            <ac:picMk id="18" creationId="{677B61F3-7922-4DA4-823C-AD85FA574583}"/>
          </ac:picMkLst>
        </pc:picChg>
        <pc:picChg chg="add mod">
          <ac:chgData name="Hegemann, Leonard" userId="dd8c3747-25ed-425c-adc6-7a85907e1974" providerId="ADAL" clId="{86FCE750-A617-5538-B96B-61210A9A794C}" dt="2026-06-01T14:41:56.493" v="19439" actId="1076"/>
          <ac:picMkLst>
            <pc:docMk/>
            <pc:sldMk cId="4284350639" sldId="2145707259"/>
            <ac:picMk id="27" creationId="{D4467933-8250-B746-D9AF-4A4FAE910464}"/>
          </ac:picMkLst>
        </pc:picChg>
      </pc:sldChg>
      <pc:sldChg chg="addSp delSp modSp add mod">
        <pc:chgData name="Hegemann, Leonard" userId="dd8c3747-25ed-425c-adc6-7a85907e1974" providerId="ADAL" clId="{86FCE750-A617-5538-B96B-61210A9A794C}" dt="2026-06-12T09:34:16.045" v="22532" actId="478"/>
        <pc:sldMkLst>
          <pc:docMk/>
          <pc:sldMk cId="3170684076" sldId="2145707260"/>
        </pc:sldMkLst>
        <pc:picChg chg="add del">
          <ac:chgData name="Hegemann, Leonard" userId="dd8c3747-25ed-425c-adc6-7a85907e1974" providerId="ADAL" clId="{86FCE750-A617-5538-B96B-61210A9A794C}" dt="2026-06-12T09:34:16.045" v="22532" actId="478"/>
          <ac:picMkLst>
            <pc:docMk/>
            <pc:sldMk cId="3170684076" sldId="2145707260"/>
            <ac:picMk id="10" creationId="{A7D6F25E-5B73-E6C4-BE7D-8DF0133DE461}"/>
          </ac:picMkLst>
        </pc:picChg>
        <pc:picChg chg="add del">
          <ac:chgData name="Hegemann, Leonard" userId="dd8c3747-25ed-425c-adc6-7a85907e1974" providerId="ADAL" clId="{86FCE750-A617-5538-B96B-61210A9A794C}" dt="2026-06-12T09:34:16.045" v="22532" actId="478"/>
          <ac:picMkLst>
            <pc:docMk/>
            <pc:sldMk cId="3170684076" sldId="2145707260"/>
            <ac:picMk id="14" creationId="{98EB2198-6D31-49F6-5B7F-480CC4398BE4}"/>
          </ac:picMkLst>
        </pc:picChg>
        <pc:picChg chg="add del">
          <ac:chgData name="Hegemann, Leonard" userId="dd8c3747-25ed-425c-adc6-7a85907e1974" providerId="ADAL" clId="{86FCE750-A617-5538-B96B-61210A9A794C}" dt="2026-06-12T09:34:16.045" v="22532" actId="478"/>
          <ac:picMkLst>
            <pc:docMk/>
            <pc:sldMk cId="3170684076" sldId="2145707260"/>
            <ac:picMk id="18" creationId="{677B61F3-7922-4DA4-823C-AD85FA574583}"/>
          </ac:picMkLst>
        </pc:picChg>
        <pc:picChg chg="add del">
          <ac:chgData name="Hegemann, Leonard" userId="dd8c3747-25ed-425c-adc6-7a85907e1974" providerId="ADAL" clId="{86FCE750-A617-5538-B96B-61210A9A794C}" dt="2026-06-12T09:34:16.045" v="22532" actId="478"/>
          <ac:picMkLst>
            <pc:docMk/>
            <pc:sldMk cId="3170684076" sldId="2145707260"/>
            <ac:picMk id="21" creationId="{FF563D75-048C-92C8-D55E-D0EA09600602}"/>
          </ac:picMkLst>
        </pc:picChg>
        <pc:picChg chg="add del">
          <ac:chgData name="Hegemann, Leonard" userId="dd8c3747-25ed-425c-adc6-7a85907e1974" providerId="ADAL" clId="{86FCE750-A617-5538-B96B-61210A9A794C}" dt="2026-06-12T09:34:16.045" v="22532" actId="478"/>
          <ac:picMkLst>
            <pc:docMk/>
            <pc:sldMk cId="3170684076" sldId="2145707260"/>
            <ac:picMk id="23" creationId="{A4DF3A6A-6ABE-DC46-DFC7-CA795082B484}"/>
          </ac:picMkLst>
        </pc:picChg>
        <pc:picChg chg="add del">
          <ac:chgData name="Hegemann, Leonard" userId="dd8c3747-25ed-425c-adc6-7a85907e1974" providerId="ADAL" clId="{86FCE750-A617-5538-B96B-61210A9A794C}" dt="2026-06-12T09:34:16.045" v="22532" actId="478"/>
          <ac:picMkLst>
            <pc:docMk/>
            <pc:sldMk cId="3170684076" sldId="2145707260"/>
            <ac:picMk id="25" creationId="{86700332-6D65-DA1A-069D-7BE6B9F6ADBB}"/>
          </ac:picMkLst>
        </pc:picChg>
      </pc:sldChg>
      <pc:sldChg chg="addSp delSp modSp new mod">
        <pc:chgData name="Hegemann, Leonard" userId="dd8c3747-25ed-425c-adc6-7a85907e1974" providerId="ADAL" clId="{86FCE750-A617-5538-B96B-61210A9A794C}" dt="2026-06-02T12:58:38.751" v="20865" actId="20577"/>
        <pc:sldMkLst>
          <pc:docMk/>
          <pc:sldMk cId="2172795533" sldId="2145707261"/>
        </pc:sldMkLst>
        <pc:spChg chg="mod">
          <ac:chgData name="Hegemann, Leonard" userId="dd8c3747-25ed-425c-adc6-7a85907e1974" providerId="ADAL" clId="{86FCE750-A617-5538-B96B-61210A9A794C}" dt="2026-06-02T06:08:17.904" v="19514" actId="20577"/>
          <ac:spMkLst>
            <pc:docMk/>
            <pc:sldMk cId="2172795533" sldId="2145707261"/>
            <ac:spMk id="2" creationId="{B5E5EFD7-AF29-810E-8F32-EB92ABD5217E}"/>
          </ac:spMkLst>
        </pc:spChg>
        <pc:spChg chg="add mod">
          <ac:chgData name="Hegemann, Leonard" userId="dd8c3747-25ed-425c-adc6-7a85907e1974" providerId="ADAL" clId="{86FCE750-A617-5538-B96B-61210A9A794C}" dt="2026-06-02T07:33:07.738" v="20036" actId="1076"/>
          <ac:spMkLst>
            <pc:docMk/>
            <pc:sldMk cId="2172795533" sldId="2145707261"/>
            <ac:spMk id="5" creationId="{2CBBA376-B525-3D63-6B7C-EBDBF2267E4D}"/>
          </ac:spMkLst>
        </pc:spChg>
        <pc:spChg chg="add mod">
          <ac:chgData name="Hegemann, Leonard" userId="dd8c3747-25ed-425c-adc6-7a85907e1974" providerId="ADAL" clId="{86FCE750-A617-5538-B96B-61210A9A794C}" dt="2026-06-02T12:58:31.791" v="20855" actId="20577"/>
          <ac:spMkLst>
            <pc:docMk/>
            <pc:sldMk cId="2172795533" sldId="2145707261"/>
            <ac:spMk id="8" creationId="{B7C82AD9-E80C-7AF7-33EB-B166F1A445B8}"/>
          </ac:spMkLst>
        </pc:spChg>
        <pc:spChg chg="add mod">
          <ac:chgData name="Hegemann, Leonard" userId="dd8c3747-25ed-425c-adc6-7a85907e1974" providerId="ADAL" clId="{86FCE750-A617-5538-B96B-61210A9A794C}" dt="2026-06-02T09:42:15.044" v="20334"/>
          <ac:spMkLst>
            <pc:docMk/>
            <pc:sldMk cId="2172795533" sldId="2145707261"/>
            <ac:spMk id="9" creationId="{62734495-468A-5C1A-C1D1-C60576D89163}"/>
          </ac:spMkLst>
        </pc:spChg>
        <pc:spChg chg="add mod">
          <ac:chgData name="Hegemann, Leonard" userId="dd8c3747-25ed-425c-adc6-7a85907e1974" providerId="ADAL" clId="{86FCE750-A617-5538-B96B-61210A9A794C}" dt="2026-06-02T12:58:34.071" v="20857" actId="20577"/>
          <ac:spMkLst>
            <pc:docMk/>
            <pc:sldMk cId="2172795533" sldId="2145707261"/>
            <ac:spMk id="10" creationId="{879C6F57-7D75-D35E-E67F-25F5FAF31D06}"/>
          </ac:spMkLst>
        </pc:spChg>
        <pc:spChg chg="mod">
          <ac:chgData name="Hegemann, Leonard" userId="dd8c3747-25ed-425c-adc6-7a85907e1974" providerId="ADAL" clId="{86FCE750-A617-5538-B96B-61210A9A794C}" dt="2026-06-02T07:45:27.232" v="20075"/>
          <ac:spMkLst>
            <pc:docMk/>
            <pc:sldMk cId="2172795533" sldId="2145707261"/>
            <ac:spMk id="11" creationId="{42E4AB05-A09A-9724-77DA-3A31A1625380}"/>
          </ac:spMkLst>
        </pc:spChg>
        <pc:spChg chg="add mod">
          <ac:chgData name="Hegemann, Leonard" userId="dd8c3747-25ed-425c-adc6-7a85907e1974" providerId="ADAL" clId="{86FCE750-A617-5538-B96B-61210A9A794C}" dt="2026-06-02T12:58:38.751" v="20865" actId="20577"/>
          <ac:spMkLst>
            <pc:docMk/>
            <pc:sldMk cId="2172795533" sldId="2145707261"/>
            <ac:spMk id="12" creationId="{4C18FA74-D4E1-C716-AE49-89D78413A27D}"/>
          </ac:spMkLst>
        </pc:spChg>
        <pc:spChg chg="add mod">
          <ac:chgData name="Hegemann, Leonard" userId="dd8c3747-25ed-425c-adc6-7a85907e1974" providerId="ADAL" clId="{86FCE750-A617-5538-B96B-61210A9A794C}" dt="2026-06-02T07:33:07.738" v="20036" actId="1076"/>
          <ac:spMkLst>
            <pc:docMk/>
            <pc:sldMk cId="2172795533" sldId="2145707261"/>
            <ac:spMk id="13" creationId="{4BF82ED8-A16B-B198-7C28-AC10DE004F31}"/>
          </ac:spMkLst>
        </pc:spChg>
        <pc:spChg chg="add mod">
          <ac:chgData name="Hegemann, Leonard" userId="dd8c3747-25ed-425c-adc6-7a85907e1974" providerId="ADAL" clId="{86FCE750-A617-5538-B96B-61210A9A794C}" dt="2026-06-02T10:29:17.055" v="20421" actId="1076"/>
          <ac:spMkLst>
            <pc:docMk/>
            <pc:sldMk cId="2172795533" sldId="2145707261"/>
            <ac:spMk id="27" creationId="{652289B8-0678-6D34-6EBB-DD8D2BF911D5}"/>
          </ac:spMkLst>
        </pc:spChg>
        <pc:spChg chg="add mod">
          <ac:chgData name="Hegemann, Leonard" userId="dd8c3747-25ed-425c-adc6-7a85907e1974" providerId="ADAL" clId="{86FCE750-A617-5538-B96B-61210A9A794C}" dt="2026-06-02T12:58:27.619" v="20851" actId="20577"/>
          <ac:spMkLst>
            <pc:docMk/>
            <pc:sldMk cId="2172795533" sldId="2145707261"/>
            <ac:spMk id="28" creationId="{A15AAE14-121E-2C94-764E-EC37B9F781FC}"/>
          </ac:spMkLst>
        </pc:spChg>
      </pc:sldChg>
      <pc:sldChg chg="modSp new mod">
        <pc:chgData name="Hegemann, Leonard" userId="dd8c3747-25ed-425c-adc6-7a85907e1974" providerId="ADAL" clId="{86FCE750-A617-5538-B96B-61210A9A794C}" dt="2026-06-02T10:36:16.508" v="20699" actId="3064"/>
        <pc:sldMkLst>
          <pc:docMk/>
          <pc:sldMk cId="1294329491" sldId="2145707262"/>
        </pc:sldMkLst>
        <pc:spChg chg="mod">
          <ac:chgData name="Hegemann, Leonard" userId="dd8c3747-25ed-425c-adc6-7a85907e1974" providerId="ADAL" clId="{86FCE750-A617-5538-B96B-61210A9A794C}" dt="2026-06-02T07:10:40.207" v="19945" actId="20577"/>
          <ac:spMkLst>
            <pc:docMk/>
            <pc:sldMk cId="1294329491" sldId="2145707262"/>
            <ac:spMk id="2" creationId="{C7A5D830-9D47-DB2C-5765-18C001189D4B}"/>
          </ac:spMkLst>
        </pc:spChg>
        <pc:spChg chg="mod">
          <ac:chgData name="Hegemann, Leonard" userId="dd8c3747-25ed-425c-adc6-7a85907e1974" providerId="ADAL" clId="{86FCE750-A617-5538-B96B-61210A9A794C}" dt="2026-06-02T10:36:16.508" v="20699" actId="3064"/>
          <ac:spMkLst>
            <pc:docMk/>
            <pc:sldMk cId="1294329491" sldId="2145707262"/>
            <ac:spMk id="5" creationId="{8479977C-ED4E-2729-3110-F96FA569EBD6}"/>
          </ac:spMkLst>
        </pc:spChg>
      </pc:sldChg>
      <pc:sldChg chg="addSp modSp new mod">
        <pc:chgData name="Hegemann, Leonard" userId="dd8c3747-25ed-425c-adc6-7a85907e1974" providerId="ADAL" clId="{86FCE750-A617-5538-B96B-61210A9A794C}" dt="2026-06-10T10:25:45.440" v="22460" actId="1076"/>
        <pc:sldMkLst>
          <pc:docMk/>
          <pc:sldMk cId="2139715165" sldId="2145707263"/>
        </pc:sldMkLst>
        <pc:spChg chg="mod">
          <ac:chgData name="Hegemann, Leonard" userId="dd8c3747-25ed-425c-adc6-7a85907e1974" providerId="ADAL" clId="{86FCE750-A617-5538-B96B-61210A9A794C}" dt="2026-06-09T12:59:19.921" v="21246" actId="20577"/>
          <ac:spMkLst>
            <pc:docMk/>
            <pc:sldMk cId="2139715165" sldId="2145707263"/>
            <ac:spMk id="2" creationId="{970F30F5-E738-A2A0-57BF-EB4289E7BD5B}"/>
          </ac:spMkLst>
        </pc:spChg>
        <pc:spChg chg="add mod">
          <ac:chgData name="Hegemann, Leonard" userId="dd8c3747-25ed-425c-adc6-7a85907e1974" providerId="ADAL" clId="{86FCE750-A617-5538-B96B-61210A9A794C}" dt="2026-06-10T10:25:45.440" v="22460" actId="1076"/>
          <ac:spMkLst>
            <pc:docMk/>
            <pc:sldMk cId="2139715165" sldId="2145707263"/>
            <ac:spMk id="6" creationId="{95BDC378-0D06-3821-FAB0-DDB616A60A9C}"/>
          </ac:spMkLst>
        </pc:spChg>
        <pc:spChg chg="add mod">
          <ac:chgData name="Hegemann, Leonard" userId="dd8c3747-25ed-425c-adc6-7a85907e1974" providerId="ADAL" clId="{86FCE750-A617-5538-B96B-61210A9A794C}" dt="2026-06-10T10:25:45.440" v="22460" actId="1076"/>
          <ac:spMkLst>
            <pc:docMk/>
            <pc:sldMk cId="2139715165" sldId="2145707263"/>
            <ac:spMk id="7" creationId="{680F7E77-5141-426C-4AAE-45CA2E60E9BB}"/>
          </ac:spMkLst>
        </pc:spChg>
        <pc:spChg chg="add mod">
          <ac:chgData name="Hegemann, Leonard" userId="dd8c3747-25ed-425c-adc6-7a85907e1974" providerId="ADAL" clId="{86FCE750-A617-5538-B96B-61210A9A794C}" dt="2026-06-10T10:25:45.440" v="22460" actId="1076"/>
          <ac:spMkLst>
            <pc:docMk/>
            <pc:sldMk cId="2139715165" sldId="2145707263"/>
            <ac:spMk id="8" creationId="{82C38AE5-58FC-3290-02BA-6FD7B19E810D}"/>
          </ac:spMkLst>
        </pc:spChg>
        <pc:spChg chg="add mod">
          <ac:chgData name="Hegemann, Leonard" userId="dd8c3747-25ed-425c-adc6-7a85907e1974" providerId="ADAL" clId="{86FCE750-A617-5538-B96B-61210A9A794C}" dt="2026-06-10T10:25:45.440" v="22460" actId="1076"/>
          <ac:spMkLst>
            <pc:docMk/>
            <pc:sldMk cId="2139715165" sldId="2145707263"/>
            <ac:spMk id="9" creationId="{982FCE7C-FC52-350D-79A6-80BDA3FF0952}"/>
          </ac:spMkLst>
        </pc:spChg>
        <pc:spChg chg="add mod">
          <ac:chgData name="Hegemann, Leonard" userId="dd8c3747-25ed-425c-adc6-7a85907e1974" providerId="ADAL" clId="{86FCE750-A617-5538-B96B-61210A9A794C}" dt="2026-06-10T10:25:45.440" v="22460" actId="1076"/>
          <ac:spMkLst>
            <pc:docMk/>
            <pc:sldMk cId="2139715165" sldId="2145707263"/>
            <ac:spMk id="10" creationId="{EF167576-EFD5-1DD0-CE81-40F919F500BF}"/>
          </ac:spMkLst>
        </pc:spChg>
        <pc:spChg chg="add mod">
          <ac:chgData name="Hegemann, Leonard" userId="dd8c3747-25ed-425c-adc6-7a85907e1974" providerId="ADAL" clId="{86FCE750-A617-5538-B96B-61210A9A794C}" dt="2026-06-09T16:28:01.873" v="21299" actId="12788"/>
          <ac:spMkLst>
            <pc:docMk/>
            <pc:sldMk cId="2139715165" sldId="2145707263"/>
            <ac:spMk id="13" creationId="{91E3D747-43E8-6107-C69A-D40CF32140EB}"/>
          </ac:spMkLst>
        </pc:spChg>
        <pc:spChg chg="add mod">
          <ac:chgData name="Hegemann, Leonard" userId="dd8c3747-25ed-425c-adc6-7a85907e1974" providerId="ADAL" clId="{86FCE750-A617-5538-B96B-61210A9A794C}" dt="2026-06-10T10:25:45.440" v="22460" actId="1076"/>
          <ac:spMkLst>
            <pc:docMk/>
            <pc:sldMk cId="2139715165" sldId="2145707263"/>
            <ac:spMk id="14" creationId="{ECCFB92A-2327-B40C-78F2-94FF3619C16C}"/>
          </ac:spMkLst>
        </pc:spChg>
        <pc:spChg chg="add mod">
          <ac:chgData name="Hegemann, Leonard" userId="dd8c3747-25ed-425c-adc6-7a85907e1974" providerId="ADAL" clId="{86FCE750-A617-5538-B96B-61210A9A794C}" dt="2026-06-09T16:27:19.720" v="21291" actId="1076"/>
          <ac:spMkLst>
            <pc:docMk/>
            <pc:sldMk cId="2139715165" sldId="2145707263"/>
            <ac:spMk id="15" creationId="{DF423032-2877-D38F-D4B9-0E64938F7681}"/>
          </ac:spMkLst>
        </pc:spChg>
        <pc:spChg chg="add mod">
          <ac:chgData name="Hegemann, Leonard" userId="dd8c3747-25ed-425c-adc6-7a85907e1974" providerId="ADAL" clId="{86FCE750-A617-5538-B96B-61210A9A794C}" dt="2026-06-10T10:25:45.440" v="22460" actId="1076"/>
          <ac:spMkLst>
            <pc:docMk/>
            <pc:sldMk cId="2139715165" sldId="2145707263"/>
            <ac:spMk id="16" creationId="{3AB8876D-D3F5-F638-A6E8-4A14064C2C1F}"/>
          </ac:spMkLst>
        </pc:spChg>
        <pc:spChg chg="add mod">
          <ac:chgData name="Hegemann, Leonard" userId="dd8c3747-25ed-425c-adc6-7a85907e1974" providerId="ADAL" clId="{86FCE750-A617-5538-B96B-61210A9A794C}" dt="2026-06-10T10:25:45.440" v="22460" actId="1076"/>
          <ac:spMkLst>
            <pc:docMk/>
            <pc:sldMk cId="2139715165" sldId="2145707263"/>
            <ac:spMk id="17" creationId="{EC9E7691-ADFF-7954-1468-8FFA4D0B9855}"/>
          </ac:spMkLst>
        </pc:spChg>
        <pc:spChg chg="add mod">
          <ac:chgData name="Hegemann, Leonard" userId="dd8c3747-25ed-425c-adc6-7a85907e1974" providerId="ADAL" clId="{86FCE750-A617-5538-B96B-61210A9A794C}" dt="2026-06-10T10:25:45.440" v="22460" actId="1076"/>
          <ac:spMkLst>
            <pc:docMk/>
            <pc:sldMk cId="2139715165" sldId="2145707263"/>
            <ac:spMk id="19" creationId="{28C4D4C5-99BE-D660-5AED-AF1615BBCECA}"/>
          </ac:spMkLst>
        </pc:spChg>
        <pc:spChg chg="add mod">
          <ac:chgData name="Hegemann, Leonard" userId="dd8c3747-25ed-425c-adc6-7a85907e1974" providerId="ADAL" clId="{86FCE750-A617-5538-B96B-61210A9A794C}" dt="2026-06-10T10:25:45.440" v="22460" actId="1076"/>
          <ac:spMkLst>
            <pc:docMk/>
            <pc:sldMk cId="2139715165" sldId="2145707263"/>
            <ac:spMk id="38" creationId="{D0AB7831-7506-DE4E-4486-C4B3B74A7B1E}"/>
          </ac:spMkLst>
        </pc:spChg>
        <pc:spChg chg="add mod">
          <ac:chgData name="Hegemann, Leonard" userId="dd8c3747-25ed-425c-adc6-7a85907e1974" providerId="ADAL" clId="{86FCE750-A617-5538-B96B-61210A9A794C}" dt="2026-06-09T16:30:46.034" v="21350" actId="1076"/>
          <ac:spMkLst>
            <pc:docMk/>
            <pc:sldMk cId="2139715165" sldId="2145707263"/>
            <ac:spMk id="50" creationId="{D7C23B4E-44A2-2333-4A37-0BEE8177F251}"/>
          </ac:spMkLst>
        </pc:spChg>
        <pc:cxnChg chg="mod">
          <ac:chgData name="Hegemann, Leonard" userId="dd8c3747-25ed-425c-adc6-7a85907e1974" providerId="ADAL" clId="{86FCE750-A617-5538-B96B-61210A9A794C}" dt="2026-06-09T16:27:52.307" v="21297" actId="1076"/>
          <ac:cxnSpMkLst>
            <pc:docMk/>
            <pc:sldMk cId="2139715165" sldId="2145707263"/>
            <ac:cxnSpMk id="11" creationId="{E71C44A8-35C1-A39A-C4C8-3EEBE978A755}"/>
          </ac:cxnSpMkLst>
        </pc:cxnChg>
        <pc:cxnChg chg="mod">
          <ac:chgData name="Hegemann, Leonard" userId="dd8c3747-25ed-425c-adc6-7a85907e1974" providerId="ADAL" clId="{86FCE750-A617-5538-B96B-61210A9A794C}" dt="2026-06-09T16:28:01.873" v="21299" actId="12788"/>
          <ac:cxnSpMkLst>
            <pc:docMk/>
            <pc:sldMk cId="2139715165" sldId="2145707263"/>
            <ac:cxnSpMk id="12" creationId="{B5AD04B8-D75D-9A7B-02FD-4E53CFE0022C}"/>
          </ac:cxnSpMkLst>
        </pc:cxnChg>
        <pc:cxnChg chg="mod">
          <ac:chgData name="Hegemann, Leonard" userId="dd8c3747-25ed-425c-adc6-7a85907e1974" providerId="ADAL" clId="{86FCE750-A617-5538-B96B-61210A9A794C}" dt="2026-06-09T16:28:06.198" v="21300" actId="14100"/>
          <ac:cxnSpMkLst>
            <pc:docMk/>
            <pc:sldMk cId="2139715165" sldId="2145707263"/>
            <ac:cxnSpMk id="18" creationId="{C483AE19-C31E-CF87-3A9A-57612073EF55}"/>
          </ac:cxnSpMkLst>
        </pc:cxnChg>
        <pc:cxnChg chg="add mod">
          <ac:chgData name="Hegemann, Leonard" userId="dd8c3747-25ed-425c-adc6-7a85907e1974" providerId="ADAL" clId="{86FCE750-A617-5538-B96B-61210A9A794C}" dt="2026-06-09T16:28:01.873" v="21299" actId="12788"/>
          <ac:cxnSpMkLst>
            <pc:docMk/>
            <pc:sldMk cId="2139715165" sldId="2145707263"/>
            <ac:cxnSpMk id="20" creationId="{45B28D3D-03B4-6943-4BFA-6AF0713A451F}"/>
          </ac:cxnSpMkLst>
        </pc:cxnChg>
      </pc:sldChg>
      <pc:sldChg chg="addSp delSp modSp add mod">
        <pc:chgData name="Hegemann, Leonard" userId="dd8c3747-25ed-425c-adc6-7a85907e1974" providerId="ADAL" clId="{86FCE750-A617-5538-B96B-61210A9A794C}" dt="2026-06-10T06:59:10.551" v="22459" actId="208"/>
        <pc:sldMkLst>
          <pc:docMk/>
          <pc:sldMk cId="2513339625" sldId="2145707264"/>
        </pc:sldMkLst>
        <pc:spChg chg="mod">
          <ac:chgData name="Hegemann, Leonard" userId="dd8c3747-25ed-425c-adc6-7a85907e1974" providerId="ADAL" clId="{86FCE750-A617-5538-B96B-61210A9A794C}" dt="2026-06-09T16:52:02.246" v="21376" actId="20577"/>
          <ac:spMkLst>
            <pc:docMk/>
            <pc:sldMk cId="2513339625" sldId="2145707264"/>
            <ac:spMk id="2" creationId="{4733B246-227D-ACA3-1642-9E6B7048F433}"/>
          </ac:spMkLst>
        </pc:spChg>
        <pc:spChg chg="add mod topLvl">
          <ac:chgData name="Hegemann, Leonard" userId="dd8c3747-25ed-425c-adc6-7a85907e1974" providerId="ADAL" clId="{86FCE750-A617-5538-B96B-61210A9A794C}" dt="2026-06-10T06:58:06.939" v="22449" actId="208"/>
          <ac:spMkLst>
            <pc:docMk/>
            <pc:sldMk cId="2513339625" sldId="2145707264"/>
            <ac:spMk id="27" creationId="{B386D016-110C-7F5C-5A2A-EE7E5C60B79D}"/>
          </ac:spMkLst>
        </pc:spChg>
        <pc:spChg chg="add mod topLvl">
          <ac:chgData name="Hegemann, Leonard" userId="dd8c3747-25ed-425c-adc6-7a85907e1974" providerId="ADAL" clId="{86FCE750-A617-5538-B96B-61210A9A794C}" dt="2026-06-10T06:27:36.214" v="22324" actId="1076"/>
          <ac:spMkLst>
            <pc:docMk/>
            <pc:sldMk cId="2513339625" sldId="2145707264"/>
            <ac:spMk id="29" creationId="{C96E1769-D76A-5E26-8351-0670A3860838}"/>
          </ac:spMkLst>
        </pc:spChg>
        <pc:spChg chg="add mod topLvl">
          <ac:chgData name="Hegemann, Leonard" userId="dd8c3747-25ed-425c-adc6-7a85907e1974" providerId="ADAL" clId="{86FCE750-A617-5538-B96B-61210A9A794C}" dt="2026-06-10T06:58:11.590" v="22450" actId="208"/>
          <ac:spMkLst>
            <pc:docMk/>
            <pc:sldMk cId="2513339625" sldId="2145707264"/>
            <ac:spMk id="32" creationId="{D2526DF2-F791-EA11-D475-65DDFF84FB6E}"/>
          </ac:spMkLst>
        </pc:spChg>
        <pc:spChg chg="add mod topLvl">
          <ac:chgData name="Hegemann, Leonard" userId="dd8c3747-25ed-425c-adc6-7a85907e1974" providerId="ADAL" clId="{86FCE750-A617-5538-B96B-61210A9A794C}" dt="2026-06-10T06:27:36.214" v="22324" actId="1076"/>
          <ac:spMkLst>
            <pc:docMk/>
            <pc:sldMk cId="2513339625" sldId="2145707264"/>
            <ac:spMk id="33" creationId="{9506C414-1DA3-EDAA-BE7A-AEB5381A406B}"/>
          </ac:spMkLst>
        </pc:spChg>
        <pc:spChg chg="add mod topLvl">
          <ac:chgData name="Hegemann, Leonard" userId="dd8c3747-25ed-425c-adc6-7a85907e1974" providerId="ADAL" clId="{86FCE750-A617-5538-B96B-61210A9A794C}" dt="2026-06-10T06:58:12.845" v="22451" actId="208"/>
          <ac:spMkLst>
            <pc:docMk/>
            <pc:sldMk cId="2513339625" sldId="2145707264"/>
            <ac:spMk id="36" creationId="{381B0531-50C4-9F80-3AFD-C7E15E521FCB}"/>
          </ac:spMkLst>
        </pc:spChg>
        <pc:spChg chg="add mod topLvl">
          <ac:chgData name="Hegemann, Leonard" userId="dd8c3747-25ed-425c-adc6-7a85907e1974" providerId="ADAL" clId="{86FCE750-A617-5538-B96B-61210A9A794C}" dt="2026-06-10T06:27:36.214" v="22324" actId="1076"/>
          <ac:spMkLst>
            <pc:docMk/>
            <pc:sldMk cId="2513339625" sldId="2145707264"/>
            <ac:spMk id="37" creationId="{79DBF13C-D5B0-09A5-E475-A5FE641737BD}"/>
          </ac:spMkLst>
        </pc:spChg>
        <pc:spChg chg="add mod">
          <ac:chgData name="Hegemann, Leonard" userId="dd8c3747-25ed-425c-adc6-7a85907e1974" providerId="ADAL" clId="{86FCE750-A617-5538-B96B-61210A9A794C}" dt="2026-06-10T06:27:36.214" v="22324" actId="1076"/>
          <ac:spMkLst>
            <pc:docMk/>
            <pc:sldMk cId="2513339625" sldId="2145707264"/>
            <ac:spMk id="48" creationId="{DE4FAEC5-1D6A-829A-F2EC-7BBB8926716E}"/>
          </ac:spMkLst>
        </pc:spChg>
        <pc:spChg chg="add mod">
          <ac:chgData name="Hegemann, Leonard" userId="dd8c3747-25ed-425c-adc6-7a85907e1974" providerId="ADAL" clId="{86FCE750-A617-5538-B96B-61210A9A794C}" dt="2026-06-10T06:27:36.214" v="22324" actId="1076"/>
          <ac:spMkLst>
            <pc:docMk/>
            <pc:sldMk cId="2513339625" sldId="2145707264"/>
            <ac:spMk id="49" creationId="{97FCF5BE-86A9-0E59-968B-B7A50EA35B65}"/>
          </ac:spMkLst>
        </pc:spChg>
        <pc:spChg chg="add mod">
          <ac:chgData name="Hegemann, Leonard" userId="dd8c3747-25ed-425c-adc6-7a85907e1974" providerId="ADAL" clId="{86FCE750-A617-5538-B96B-61210A9A794C}" dt="2026-06-10T06:27:36.214" v="22324" actId="1076"/>
          <ac:spMkLst>
            <pc:docMk/>
            <pc:sldMk cId="2513339625" sldId="2145707264"/>
            <ac:spMk id="51" creationId="{93BC237E-F58A-F096-F9AD-3307BE554910}"/>
          </ac:spMkLst>
        </pc:spChg>
        <pc:spChg chg="add mod">
          <ac:chgData name="Hegemann, Leonard" userId="dd8c3747-25ed-425c-adc6-7a85907e1974" providerId="ADAL" clId="{86FCE750-A617-5538-B96B-61210A9A794C}" dt="2026-06-10T06:27:36.214" v="22324" actId="1076"/>
          <ac:spMkLst>
            <pc:docMk/>
            <pc:sldMk cId="2513339625" sldId="2145707264"/>
            <ac:spMk id="55" creationId="{81BF682F-DF01-2B0C-EB77-FDDC7C92F1A7}"/>
          </ac:spMkLst>
        </pc:spChg>
        <pc:spChg chg="add mod topLvl">
          <ac:chgData name="Hegemann, Leonard" userId="dd8c3747-25ed-425c-adc6-7a85907e1974" providerId="ADAL" clId="{86FCE750-A617-5538-B96B-61210A9A794C}" dt="2026-06-10T06:58:14.350" v="22452" actId="208"/>
          <ac:spMkLst>
            <pc:docMk/>
            <pc:sldMk cId="2513339625" sldId="2145707264"/>
            <ac:spMk id="58" creationId="{B1129836-9832-3EBB-4CB9-60B974694AD6}"/>
          </ac:spMkLst>
        </pc:spChg>
        <pc:spChg chg="add mod topLvl">
          <ac:chgData name="Hegemann, Leonard" userId="dd8c3747-25ed-425c-adc6-7a85907e1974" providerId="ADAL" clId="{86FCE750-A617-5538-B96B-61210A9A794C}" dt="2026-06-10T06:23:32.141" v="22278" actId="408"/>
          <ac:spMkLst>
            <pc:docMk/>
            <pc:sldMk cId="2513339625" sldId="2145707264"/>
            <ac:spMk id="59" creationId="{5FCB4430-536E-B9E1-0541-8687D081C305}"/>
          </ac:spMkLst>
        </pc:spChg>
        <pc:spChg chg="add mod topLvl">
          <ac:chgData name="Hegemann, Leonard" userId="dd8c3747-25ed-425c-adc6-7a85907e1974" providerId="ADAL" clId="{86FCE750-A617-5538-B96B-61210A9A794C}" dt="2026-06-10T06:58:16.504" v="22453" actId="208"/>
          <ac:spMkLst>
            <pc:docMk/>
            <pc:sldMk cId="2513339625" sldId="2145707264"/>
            <ac:spMk id="62" creationId="{9CD09932-7BB2-CB14-4FB2-3573502AF0BC}"/>
          </ac:spMkLst>
        </pc:spChg>
        <pc:spChg chg="add mod topLvl">
          <ac:chgData name="Hegemann, Leonard" userId="dd8c3747-25ed-425c-adc6-7a85907e1974" providerId="ADAL" clId="{86FCE750-A617-5538-B96B-61210A9A794C}" dt="2026-06-10T06:58:17.813" v="22454" actId="208"/>
          <ac:spMkLst>
            <pc:docMk/>
            <pc:sldMk cId="2513339625" sldId="2145707264"/>
            <ac:spMk id="3075" creationId="{C6E09052-5BD4-FD7A-2356-B2CD0B0AF4C9}"/>
          </ac:spMkLst>
        </pc:spChg>
        <pc:spChg chg="add mod topLvl">
          <ac:chgData name="Hegemann, Leonard" userId="dd8c3747-25ed-425c-adc6-7a85907e1974" providerId="ADAL" clId="{86FCE750-A617-5538-B96B-61210A9A794C}" dt="2026-06-10T06:26:41.772" v="22319" actId="12788"/>
          <ac:spMkLst>
            <pc:docMk/>
            <pc:sldMk cId="2513339625" sldId="2145707264"/>
            <ac:spMk id="3076" creationId="{9F1FCDF2-FC2A-3BD8-81DC-4AA95D8B7E9A}"/>
          </ac:spMkLst>
        </pc:spChg>
        <pc:spChg chg="add mod topLvl">
          <ac:chgData name="Hegemann, Leonard" userId="dd8c3747-25ed-425c-adc6-7a85907e1974" providerId="ADAL" clId="{86FCE750-A617-5538-B96B-61210A9A794C}" dt="2026-06-10T06:23:35.455" v="22279" actId="408"/>
          <ac:spMkLst>
            <pc:docMk/>
            <pc:sldMk cId="2513339625" sldId="2145707264"/>
            <ac:spMk id="3078" creationId="{1CC396FF-DB02-ECDE-2621-F2D26309B20D}"/>
          </ac:spMkLst>
        </pc:spChg>
        <pc:spChg chg="add mod">
          <ac:chgData name="Hegemann, Leonard" userId="dd8c3747-25ed-425c-adc6-7a85907e1974" providerId="ADAL" clId="{86FCE750-A617-5538-B96B-61210A9A794C}" dt="2026-06-10T06:26:41.772" v="22319" actId="12788"/>
          <ac:spMkLst>
            <pc:docMk/>
            <pc:sldMk cId="2513339625" sldId="2145707264"/>
            <ac:spMk id="3080" creationId="{9E53E266-8F2B-34D1-E9B5-4D77DFA4AB02}"/>
          </ac:spMkLst>
        </pc:spChg>
        <pc:spChg chg="add mod">
          <ac:chgData name="Hegemann, Leonard" userId="dd8c3747-25ed-425c-adc6-7a85907e1974" providerId="ADAL" clId="{86FCE750-A617-5538-B96B-61210A9A794C}" dt="2026-06-10T06:25:37.443" v="22312" actId="1076"/>
          <ac:spMkLst>
            <pc:docMk/>
            <pc:sldMk cId="2513339625" sldId="2145707264"/>
            <ac:spMk id="3099" creationId="{1D9AD96D-CCC9-1C86-FEED-852BB5717770}"/>
          </ac:spMkLst>
        </pc:spChg>
        <pc:spChg chg="add mod">
          <ac:chgData name="Hegemann, Leonard" userId="dd8c3747-25ed-425c-adc6-7a85907e1974" providerId="ADAL" clId="{86FCE750-A617-5538-B96B-61210A9A794C}" dt="2026-06-10T06:25:46.604" v="22313" actId="1076"/>
          <ac:spMkLst>
            <pc:docMk/>
            <pc:sldMk cId="2513339625" sldId="2145707264"/>
            <ac:spMk id="3100" creationId="{8E64890F-E9AB-A24F-B41F-33778C7312E4}"/>
          </ac:spMkLst>
        </pc:spChg>
        <pc:spChg chg="add mod">
          <ac:chgData name="Hegemann, Leonard" userId="dd8c3747-25ed-425c-adc6-7a85907e1974" providerId="ADAL" clId="{86FCE750-A617-5538-B96B-61210A9A794C}" dt="2026-06-10T06:58:22.101" v="22455" actId="208"/>
          <ac:spMkLst>
            <pc:docMk/>
            <pc:sldMk cId="2513339625" sldId="2145707264"/>
            <ac:spMk id="3103" creationId="{7A6E24C5-F9A4-2A39-ADD3-74C83BC29C51}"/>
          </ac:spMkLst>
        </pc:spChg>
        <pc:spChg chg="add mod">
          <ac:chgData name="Hegemann, Leonard" userId="dd8c3747-25ed-425c-adc6-7a85907e1974" providerId="ADAL" clId="{86FCE750-A617-5538-B96B-61210A9A794C}" dt="2026-06-10T06:26:41.772" v="22319" actId="12788"/>
          <ac:spMkLst>
            <pc:docMk/>
            <pc:sldMk cId="2513339625" sldId="2145707264"/>
            <ac:spMk id="3104" creationId="{3705F758-4032-F8BB-E47F-0F03BAA273A3}"/>
          </ac:spMkLst>
        </pc:spChg>
        <pc:spChg chg="add mod">
          <ac:chgData name="Hegemann, Leonard" userId="dd8c3747-25ed-425c-adc6-7a85907e1974" providerId="ADAL" clId="{86FCE750-A617-5538-B96B-61210A9A794C}" dt="2026-06-10T06:25:54.982" v="22314" actId="554"/>
          <ac:spMkLst>
            <pc:docMk/>
            <pc:sldMk cId="2513339625" sldId="2145707264"/>
            <ac:spMk id="3105" creationId="{F51F3346-404E-7C14-396D-CC5723752BD8}"/>
          </ac:spMkLst>
        </pc:spChg>
        <pc:spChg chg="add mod">
          <ac:chgData name="Hegemann, Leonard" userId="dd8c3747-25ed-425c-adc6-7a85907e1974" providerId="ADAL" clId="{86FCE750-A617-5538-B96B-61210A9A794C}" dt="2026-06-10T06:25:54.982" v="22314" actId="554"/>
          <ac:spMkLst>
            <pc:docMk/>
            <pc:sldMk cId="2513339625" sldId="2145707264"/>
            <ac:spMk id="3110" creationId="{96FF115A-6836-A176-5D20-BE69C4A96C91}"/>
          </ac:spMkLst>
        </pc:spChg>
        <pc:spChg chg="add mod">
          <ac:chgData name="Hegemann, Leonard" userId="dd8c3747-25ed-425c-adc6-7a85907e1974" providerId="ADAL" clId="{86FCE750-A617-5538-B96B-61210A9A794C}" dt="2026-06-10T06:26:41.772" v="22319" actId="12788"/>
          <ac:spMkLst>
            <pc:docMk/>
            <pc:sldMk cId="2513339625" sldId="2145707264"/>
            <ac:spMk id="3111" creationId="{233A5AC9-E963-EE61-5F34-546A4E34C82E}"/>
          </ac:spMkLst>
        </pc:spChg>
        <pc:spChg chg="add mod">
          <ac:chgData name="Hegemann, Leonard" userId="dd8c3747-25ed-425c-adc6-7a85907e1974" providerId="ADAL" clId="{86FCE750-A617-5538-B96B-61210A9A794C}" dt="2026-06-10T06:29:41.645" v="22344" actId="1076"/>
          <ac:spMkLst>
            <pc:docMk/>
            <pc:sldMk cId="2513339625" sldId="2145707264"/>
            <ac:spMk id="3117" creationId="{292C7018-51C4-94C3-1DF7-E4B4191D1271}"/>
          </ac:spMkLst>
        </pc:spChg>
        <pc:spChg chg="add mod">
          <ac:chgData name="Hegemann, Leonard" userId="dd8c3747-25ed-425c-adc6-7a85907e1974" providerId="ADAL" clId="{86FCE750-A617-5538-B96B-61210A9A794C}" dt="2026-06-10T06:29:55.239" v="22345" actId="1076"/>
          <ac:spMkLst>
            <pc:docMk/>
            <pc:sldMk cId="2513339625" sldId="2145707264"/>
            <ac:spMk id="3118" creationId="{AD841530-72D7-B698-CCCC-628AD9B4EDDD}"/>
          </ac:spMkLst>
        </pc:spChg>
        <pc:spChg chg="add mod">
          <ac:chgData name="Hegemann, Leonard" userId="dd8c3747-25ed-425c-adc6-7a85907e1974" providerId="ADAL" clId="{86FCE750-A617-5538-B96B-61210A9A794C}" dt="2026-06-10T06:30:19.615" v="22347" actId="14100"/>
          <ac:spMkLst>
            <pc:docMk/>
            <pc:sldMk cId="2513339625" sldId="2145707264"/>
            <ac:spMk id="3133" creationId="{A9E70667-6DC0-BC92-8494-F31A8A46A687}"/>
          </ac:spMkLst>
        </pc:spChg>
        <pc:spChg chg="add mod">
          <ac:chgData name="Hegemann, Leonard" userId="dd8c3747-25ed-425c-adc6-7a85907e1974" providerId="ADAL" clId="{86FCE750-A617-5538-B96B-61210A9A794C}" dt="2026-06-10T06:30:15.806" v="22346" actId="14100"/>
          <ac:spMkLst>
            <pc:docMk/>
            <pc:sldMk cId="2513339625" sldId="2145707264"/>
            <ac:spMk id="3134" creationId="{1F7AEA8E-A17B-17F3-C927-4BDE1147E0A5}"/>
          </ac:spMkLst>
        </pc:spChg>
        <pc:spChg chg="add mod">
          <ac:chgData name="Hegemann, Leonard" userId="dd8c3747-25ed-425c-adc6-7a85907e1974" providerId="ADAL" clId="{86FCE750-A617-5538-B96B-61210A9A794C}" dt="2026-06-10T06:30:23.815" v="22348" actId="14100"/>
          <ac:spMkLst>
            <pc:docMk/>
            <pc:sldMk cId="2513339625" sldId="2145707264"/>
            <ac:spMk id="3135" creationId="{908380A0-94B4-3C4F-284D-D56C886E7EFE}"/>
          </ac:spMkLst>
        </pc:spChg>
        <pc:spChg chg="add mod">
          <ac:chgData name="Hegemann, Leonard" userId="dd8c3747-25ed-425c-adc6-7a85907e1974" providerId="ADAL" clId="{86FCE750-A617-5538-B96B-61210A9A794C}" dt="2026-06-10T06:30:51.783" v="22353" actId="207"/>
          <ac:spMkLst>
            <pc:docMk/>
            <pc:sldMk cId="2513339625" sldId="2145707264"/>
            <ac:spMk id="3136" creationId="{9A493F74-89B7-9BD8-0970-57D1DC8E237C}"/>
          </ac:spMkLst>
        </pc:spChg>
        <pc:spChg chg="add mod">
          <ac:chgData name="Hegemann, Leonard" userId="dd8c3747-25ed-425c-adc6-7a85907e1974" providerId="ADAL" clId="{86FCE750-A617-5538-B96B-61210A9A794C}" dt="2026-06-10T06:30:51.783" v="22353" actId="207"/>
          <ac:spMkLst>
            <pc:docMk/>
            <pc:sldMk cId="2513339625" sldId="2145707264"/>
            <ac:spMk id="3137" creationId="{90B4B7D0-08FD-0A4A-2FDC-8EB616444CCB}"/>
          </ac:spMkLst>
        </pc:spChg>
        <pc:spChg chg="add mod">
          <ac:chgData name="Hegemann, Leonard" userId="dd8c3747-25ed-425c-adc6-7a85907e1974" providerId="ADAL" clId="{86FCE750-A617-5538-B96B-61210A9A794C}" dt="2026-06-10T06:32:05.788" v="22357" actId="1076"/>
          <ac:spMkLst>
            <pc:docMk/>
            <pc:sldMk cId="2513339625" sldId="2145707264"/>
            <ac:spMk id="3138" creationId="{A3856CBE-2CB3-C538-00BC-05321D8DD240}"/>
          </ac:spMkLst>
        </pc:spChg>
        <pc:spChg chg="add mod">
          <ac:chgData name="Hegemann, Leonard" userId="dd8c3747-25ed-425c-adc6-7a85907e1974" providerId="ADAL" clId="{86FCE750-A617-5538-B96B-61210A9A794C}" dt="2026-06-10T06:32:12.778" v="22359" actId="1076"/>
          <ac:spMkLst>
            <pc:docMk/>
            <pc:sldMk cId="2513339625" sldId="2145707264"/>
            <ac:spMk id="3139" creationId="{6FF4FC2F-225D-5066-C828-0B966BBA5EAB}"/>
          </ac:spMkLst>
        </pc:spChg>
        <pc:picChg chg="add mod topLvl">
          <ac:chgData name="Hegemann, Leonard" userId="dd8c3747-25ed-425c-adc6-7a85907e1974" providerId="ADAL" clId="{86FCE750-A617-5538-B96B-61210A9A794C}" dt="2026-06-10T06:56:16.390" v="22432"/>
          <ac:picMkLst>
            <pc:docMk/>
            <pc:sldMk cId="2513339625" sldId="2145707264"/>
            <ac:picMk id="22" creationId="{E205443D-5B7F-E19B-5873-00B30C0CDE19}"/>
          </ac:picMkLst>
        </pc:picChg>
        <pc:picChg chg="add mod topLvl">
          <ac:chgData name="Hegemann, Leonard" userId="dd8c3747-25ed-425c-adc6-7a85907e1974" providerId="ADAL" clId="{86FCE750-A617-5538-B96B-61210A9A794C}" dt="2026-06-10T06:24:42.461" v="22306" actId="164"/>
          <ac:picMkLst>
            <pc:docMk/>
            <pc:sldMk cId="2513339625" sldId="2145707264"/>
            <ac:picMk id="30" creationId="{B40271A3-2323-304B-044B-3A91AC4CCEE6}"/>
          </ac:picMkLst>
        </pc:picChg>
        <pc:picChg chg="add mod topLvl">
          <ac:chgData name="Hegemann, Leonard" userId="dd8c3747-25ed-425c-adc6-7a85907e1974" providerId="ADAL" clId="{86FCE750-A617-5538-B96B-61210A9A794C}" dt="2026-06-10T06:57:25.981" v="22442" actId="108"/>
          <ac:picMkLst>
            <pc:docMk/>
            <pc:sldMk cId="2513339625" sldId="2145707264"/>
            <ac:picMk id="31" creationId="{D111D77C-6246-5261-8921-CA8372D16F09}"/>
          </ac:picMkLst>
        </pc:picChg>
        <pc:picChg chg="add mod topLvl">
          <ac:chgData name="Hegemann, Leonard" userId="dd8c3747-25ed-425c-adc6-7a85907e1974" providerId="ADAL" clId="{86FCE750-A617-5538-B96B-61210A9A794C}" dt="2026-06-10T06:24:42.072" v="22305" actId="164"/>
          <ac:picMkLst>
            <pc:docMk/>
            <pc:sldMk cId="2513339625" sldId="2145707264"/>
            <ac:picMk id="34" creationId="{559AB75B-272D-26B5-44D4-49E494DCA4C6}"/>
          </ac:picMkLst>
        </pc:picChg>
        <pc:picChg chg="add mod topLvl">
          <ac:chgData name="Hegemann, Leonard" userId="dd8c3747-25ed-425c-adc6-7a85907e1974" providerId="ADAL" clId="{86FCE750-A617-5538-B96B-61210A9A794C}" dt="2026-06-10T06:56:28.346" v="22434"/>
          <ac:picMkLst>
            <pc:docMk/>
            <pc:sldMk cId="2513339625" sldId="2145707264"/>
            <ac:picMk id="35" creationId="{59A2F6F2-3244-18CB-18AD-A0621847F25E}"/>
          </ac:picMkLst>
        </pc:picChg>
        <pc:picChg chg="add mod topLvl">
          <ac:chgData name="Hegemann, Leonard" userId="dd8c3747-25ed-425c-adc6-7a85907e1974" providerId="ADAL" clId="{86FCE750-A617-5538-B96B-61210A9A794C}" dt="2026-06-10T06:23:35.455" v="22279" actId="408"/>
          <ac:picMkLst>
            <pc:docMk/>
            <pc:sldMk cId="2513339625" sldId="2145707264"/>
            <ac:picMk id="56" creationId="{508A0032-28BC-93A8-E65B-79CBB5F422C5}"/>
          </ac:picMkLst>
        </pc:picChg>
        <pc:picChg chg="add mod topLvl">
          <ac:chgData name="Hegemann, Leonard" userId="dd8c3747-25ed-425c-adc6-7a85907e1974" providerId="ADAL" clId="{86FCE750-A617-5538-B96B-61210A9A794C}" dt="2026-06-10T06:56:34.377" v="22435"/>
          <ac:picMkLst>
            <pc:docMk/>
            <pc:sldMk cId="2513339625" sldId="2145707264"/>
            <ac:picMk id="57" creationId="{B9C46047-5F8C-ED4C-DD44-094DBD792BD9}"/>
          </ac:picMkLst>
        </pc:picChg>
        <pc:picChg chg="add mod topLvl">
          <ac:chgData name="Hegemann, Leonard" userId="dd8c3747-25ed-425c-adc6-7a85907e1974" providerId="ADAL" clId="{86FCE750-A617-5538-B96B-61210A9A794C}" dt="2026-06-10T06:23:32.141" v="22278" actId="408"/>
          <ac:picMkLst>
            <pc:docMk/>
            <pc:sldMk cId="2513339625" sldId="2145707264"/>
            <ac:picMk id="60" creationId="{1AEE1B8D-EABF-B841-5241-2CC35B01D598}"/>
          </ac:picMkLst>
        </pc:picChg>
        <pc:picChg chg="add mod topLvl">
          <ac:chgData name="Hegemann, Leonard" userId="dd8c3747-25ed-425c-adc6-7a85907e1974" providerId="ADAL" clId="{86FCE750-A617-5538-B96B-61210A9A794C}" dt="2026-06-10T06:56:38.943" v="22436"/>
          <ac:picMkLst>
            <pc:docMk/>
            <pc:sldMk cId="2513339625" sldId="2145707264"/>
            <ac:picMk id="61" creationId="{BC47156D-7019-ECDD-8EDE-7CD713F37E4F}"/>
          </ac:picMkLst>
        </pc:picChg>
        <pc:picChg chg="add mod topLvl">
          <ac:chgData name="Hegemann, Leonard" userId="dd8c3747-25ed-425c-adc6-7a85907e1974" providerId="ADAL" clId="{86FCE750-A617-5538-B96B-61210A9A794C}" dt="2026-06-10T06:26:41.772" v="22319" actId="12788"/>
          <ac:picMkLst>
            <pc:docMk/>
            <pc:sldMk cId="2513339625" sldId="2145707264"/>
            <ac:picMk id="3072" creationId="{380BA616-AEA9-ED3C-3151-C030FF297BFC}"/>
          </ac:picMkLst>
        </pc:picChg>
        <pc:picChg chg="add mod topLvl">
          <ac:chgData name="Hegemann, Leonard" userId="dd8c3747-25ed-425c-adc6-7a85907e1974" providerId="ADAL" clId="{86FCE750-A617-5538-B96B-61210A9A794C}" dt="2026-06-10T06:56:56.600" v="22438"/>
          <ac:picMkLst>
            <pc:docMk/>
            <pc:sldMk cId="2513339625" sldId="2145707264"/>
            <ac:picMk id="3073" creationId="{F5B5C6B8-43A6-9A00-8684-E9C8FFBCF6A8}"/>
          </ac:picMkLst>
        </pc:picChg>
        <pc:picChg chg="add mod topLvl">
          <ac:chgData name="Hegemann, Leonard" userId="dd8c3747-25ed-425c-adc6-7a85907e1974" providerId="ADAL" clId="{86FCE750-A617-5538-B96B-61210A9A794C}" dt="2026-06-10T06:24:42.865" v="22307" actId="164"/>
          <ac:picMkLst>
            <pc:docMk/>
            <pc:sldMk cId="2513339625" sldId="2145707264"/>
            <ac:picMk id="3074" creationId="{5D2134BC-A0C8-C827-57BB-137C3DCA33A6}"/>
          </ac:picMkLst>
        </pc:picChg>
        <pc:picChg chg="add del mod">
          <ac:chgData name="Hegemann, Leonard" userId="dd8c3747-25ed-425c-adc6-7a85907e1974" providerId="ADAL" clId="{86FCE750-A617-5538-B96B-61210A9A794C}" dt="2026-06-10T06:55:25.354" v="22426" actId="1076"/>
          <ac:picMkLst>
            <pc:docMk/>
            <pc:sldMk cId="2513339625" sldId="2145707264"/>
            <ac:picMk id="3082" creationId="{5ED55316-6F83-3631-6EE1-43156799F41E}"/>
          </ac:picMkLst>
        </pc:picChg>
        <pc:picChg chg="add del mod">
          <ac:chgData name="Hegemann, Leonard" userId="dd8c3747-25ed-425c-adc6-7a85907e1974" providerId="ADAL" clId="{86FCE750-A617-5538-B96B-61210A9A794C}" dt="2026-06-10T06:56:43.842" v="22437"/>
          <ac:picMkLst>
            <pc:docMk/>
            <pc:sldMk cId="2513339625" sldId="2145707264"/>
            <ac:picMk id="3102" creationId="{1E4D698F-B923-9F82-F907-F446AC90FED9}"/>
          </ac:picMkLst>
        </pc:picChg>
        <pc:cxnChg chg="add mod">
          <ac:chgData name="Hegemann, Leonard" userId="dd8c3747-25ed-425c-adc6-7a85907e1974" providerId="ADAL" clId="{86FCE750-A617-5538-B96B-61210A9A794C}" dt="2026-06-10T05:51:13.228" v="21500" actId="1036"/>
          <ac:cxnSpMkLst>
            <pc:docMk/>
            <pc:sldMk cId="2513339625" sldId="2145707264"/>
            <ac:cxnSpMk id="40" creationId="{DB36B73B-1789-B245-453C-876AD0B53E48}"/>
          </ac:cxnSpMkLst>
        </pc:cxnChg>
        <pc:cxnChg chg="add mod">
          <ac:chgData name="Hegemann, Leonard" userId="dd8c3747-25ed-425c-adc6-7a85907e1974" providerId="ADAL" clId="{86FCE750-A617-5538-B96B-61210A9A794C}" dt="2026-06-10T05:51:13.228" v="21500" actId="1036"/>
          <ac:cxnSpMkLst>
            <pc:docMk/>
            <pc:sldMk cId="2513339625" sldId="2145707264"/>
            <ac:cxnSpMk id="42" creationId="{E744624D-970C-4F55-C5FB-F31C78A2D7F6}"/>
          </ac:cxnSpMkLst>
        </pc:cxnChg>
        <pc:cxnChg chg="add mod">
          <ac:chgData name="Hegemann, Leonard" userId="dd8c3747-25ed-425c-adc6-7a85907e1974" providerId="ADAL" clId="{86FCE750-A617-5538-B96B-61210A9A794C}" dt="2026-06-10T05:56:02.698" v="21625" actId="1076"/>
          <ac:cxnSpMkLst>
            <pc:docMk/>
            <pc:sldMk cId="2513339625" sldId="2145707264"/>
            <ac:cxnSpMk id="45" creationId="{FC0A5EFB-49B4-2BED-1D18-A04B48C80B79}"/>
          </ac:cxnSpMkLst>
        </pc:cxnChg>
        <pc:cxnChg chg="add mod">
          <ac:chgData name="Hegemann, Leonard" userId="dd8c3747-25ed-425c-adc6-7a85907e1974" providerId="ADAL" clId="{86FCE750-A617-5538-B96B-61210A9A794C}" dt="2026-06-10T05:58:21.729" v="21634" actId="1076"/>
          <ac:cxnSpMkLst>
            <pc:docMk/>
            <pc:sldMk cId="2513339625" sldId="2145707264"/>
            <ac:cxnSpMk id="53" creationId="{D2E375C8-E194-90F2-931A-4B6AFCCBEB16}"/>
          </ac:cxnSpMkLst>
        </pc:cxnChg>
        <pc:cxnChg chg="add mod">
          <ac:chgData name="Hegemann, Leonard" userId="dd8c3747-25ed-425c-adc6-7a85907e1974" providerId="ADAL" clId="{86FCE750-A617-5538-B96B-61210A9A794C}" dt="2026-06-10T06:59:10.551" v="22459" actId="208"/>
          <ac:cxnSpMkLst>
            <pc:docMk/>
            <pc:sldMk cId="2513339625" sldId="2145707264"/>
            <ac:cxnSpMk id="3079" creationId="{67DFF94F-0447-3118-ACF4-52AB2D84D098}"/>
          </ac:cxnSpMkLst>
        </pc:cxnChg>
        <pc:cxnChg chg="add mod">
          <ac:chgData name="Hegemann, Leonard" userId="dd8c3747-25ed-425c-adc6-7a85907e1974" providerId="ADAL" clId="{86FCE750-A617-5538-B96B-61210A9A794C}" dt="2026-06-10T06:59:01.076" v="22458" actId="208"/>
          <ac:cxnSpMkLst>
            <pc:docMk/>
            <pc:sldMk cId="2513339625" sldId="2145707264"/>
            <ac:cxnSpMk id="3084" creationId="{58D58D98-9E5D-A31D-8157-C20BC38DB3B6}"/>
          </ac:cxnSpMkLst>
        </pc:cxnChg>
        <pc:cxnChg chg="add mod">
          <ac:chgData name="Hegemann, Leonard" userId="dd8c3747-25ed-425c-adc6-7a85907e1974" providerId="ADAL" clId="{86FCE750-A617-5538-B96B-61210A9A794C}" dt="2026-06-10T06:59:01.076" v="22458" actId="208"/>
          <ac:cxnSpMkLst>
            <pc:docMk/>
            <pc:sldMk cId="2513339625" sldId="2145707264"/>
            <ac:cxnSpMk id="3086" creationId="{D299A073-47B4-B7D1-1570-7D4C1D4F4D5D}"/>
          </ac:cxnSpMkLst>
        </pc:cxnChg>
        <pc:cxnChg chg="add del mod">
          <ac:chgData name="Hegemann, Leonard" userId="dd8c3747-25ed-425c-adc6-7a85907e1974" providerId="ADAL" clId="{86FCE750-A617-5538-B96B-61210A9A794C}" dt="2026-06-10T06:59:01.076" v="22458" actId="208"/>
          <ac:cxnSpMkLst>
            <pc:docMk/>
            <pc:sldMk cId="2513339625" sldId="2145707264"/>
            <ac:cxnSpMk id="3088" creationId="{33DE07E6-B152-D5DD-F77C-5AAABDE1EA0F}"/>
          </ac:cxnSpMkLst>
        </pc:cxnChg>
        <pc:cxnChg chg="add mod">
          <ac:chgData name="Hegemann, Leonard" userId="dd8c3747-25ed-425c-adc6-7a85907e1974" providerId="ADAL" clId="{86FCE750-A617-5538-B96B-61210A9A794C}" dt="2026-06-10T06:59:10.551" v="22459" actId="208"/>
          <ac:cxnSpMkLst>
            <pc:docMk/>
            <pc:sldMk cId="2513339625" sldId="2145707264"/>
            <ac:cxnSpMk id="3091" creationId="{905FD74F-8152-C36A-0B08-479277337058}"/>
          </ac:cxnSpMkLst>
        </pc:cxnChg>
        <pc:cxnChg chg="add mod">
          <ac:chgData name="Hegemann, Leonard" userId="dd8c3747-25ed-425c-adc6-7a85907e1974" providerId="ADAL" clId="{86FCE750-A617-5538-B96B-61210A9A794C}" dt="2026-06-10T06:59:10.551" v="22459" actId="208"/>
          <ac:cxnSpMkLst>
            <pc:docMk/>
            <pc:sldMk cId="2513339625" sldId="2145707264"/>
            <ac:cxnSpMk id="3093" creationId="{DB2875B0-6A57-6E5C-6DFA-152C2CBDBDCC}"/>
          </ac:cxnSpMkLst>
        </pc:cxnChg>
        <pc:cxnChg chg="add mod">
          <ac:chgData name="Hegemann, Leonard" userId="dd8c3747-25ed-425c-adc6-7a85907e1974" providerId="ADAL" clId="{86FCE750-A617-5538-B96B-61210A9A794C}" dt="2026-06-10T06:59:01.076" v="22458" actId="208"/>
          <ac:cxnSpMkLst>
            <pc:docMk/>
            <pc:sldMk cId="2513339625" sldId="2145707264"/>
            <ac:cxnSpMk id="3115" creationId="{963A9D2B-DF46-50D0-1645-C964A35C0AF2}"/>
          </ac:cxnSpMkLst>
        </pc:cxnChg>
        <pc:cxnChg chg="add mod">
          <ac:chgData name="Hegemann, Leonard" userId="dd8c3747-25ed-425c-adc6-7a85907e1974" providerId="ADAL" clId="{86FCE750-A617-5538-B96B-61210A9A794C}" dt="2026-06-10T06:29:41.645" v="22344" actId="1076"/>
          <ac:cxnSpMkLst>
            <pc:docMk/>
            <pc:sldMk cId="2513339625" sldId="2145707264"/>
            <ac:cxnSpMk id="3116" creationId="{E5F9116B-DF27-A810-BAA5-C8924A3F966F}"/>
          </ac:cxnSpMkLst>
        </pc:cxnChg>
      </pc:sldChg>
      <pc:sldChg chg="addSp delSp modSp add mod ord">
        <pc:chgData name="Hegemann, Leonard" userId="dd8c3747-25ed-425c-adc6-7a85907e1974" providerId="ADAL" clId="{86FCE750-A617-5538-B96B-61210A9A794C}" dt="2026-06-16T10:02:12.044" v="24258" actId="20578"/>
        <pc:sldMkLst>
          <pc:docMk/>
          <pc:sldMk cId="3513459578" sldId="2145707265"/>
        </pc:sldMkLst>
        <pc:spChg chg="add mod">
          <ac:chgData name="Hegemann, Leonard" userId="dd8c3747-25ed-425c-adc6-7a85907e1974" providerId="ADAL" clId="{86FCE750-A617-5538-B96B-61210A9A794C}" dt="2026-06-16T09:54:48.177" v="24100" actId="790"/>
          <ac:spMkLst>
            <pc:docMk/>
            <pc:sldMk cId="3513459578" sldId="2145707265"/>
            <ac:spMk id="23" creationId="{40856C74-5AFA-4765-FBB4-0B912C1C769E}"/>
          </ac:spMkLst>
        </pc:spChg>
        <pc:spChg chg="add mod">
          <ac:chgData name="Hegemann, Leonard" userId="dd8c3747-25ed-425c-adc6-7a85907e1974" providerId="ADAL" clId="{86FCE750-A617-5538-B96B-61210A9A794C}" dt="2026-06-16T09:54:48.177" v="24100" actId="790"/>
          <ac:spMkLst>
            <pc:docMk/>
            <pc:sldMk cId="3513459578" sldId="2145707265"/>
            <ac:spMk id="26" creationId="{33891737-2725-0A40-1CA1-0797340F4262}"/>
          </ac:spMkLst>
        </pc:spChg>
        <pc:spChg chg="del">
          <ac:chgData name="Hegemann, Leonard" userId="dd8c3747-25ed-425c-adc6-7a85907e1974" providerId="ADAL" clId="{86FCE750-A617-5538-B96B-61210A9A794C}" dt="2026-06-16T08:45:06.235" v="22574" actId="478"/>
          <ac:spMkLst>
            <pc:docMk/>
            <pc:sldMk cId="3513459578" sldId="2145707265"/>
            <ac:spMk id="27" creationId="{84C2EC0D-4C1B-96A9-29DB-6A7E415D85BC}"/>
          </ac:spMkLst>
        </pc:spChg>
        <pc:spChg chg="add mod">
          <ac:chgData name="Hegemann, Leonard" userId="dd8c3747-25ed-425c-adc6-7a85907e1974" providerId="ADAL" clId="{86FCE750-A617-5538-B96B-61210A9A794C}" dt="2026-06-16T09:40:51.951" v="23825" actId="1035"/>
          <ac:spMkLst>
            <pc:docMk/>
            <pc:sldMk cId="3513459578" sldId="2145707265"/>
            <ac:spMk id="28" creationId="{85AB2935-53DC-1D12-E0A5-B24FB3795398}"/>
          </ac:spMkLst>
        </pc:spChg>
        <pc:spChg chg="del">
          <ac:chgData name="Hegemann, Leonard" userId="dd8c3747-25ed-425c-adc6-7a85907e1974" providerId="ADAL" clId="{86FCE750-A617-5538-B96B-61210A9A794C}" dt="2026-06-16T08:45:06.235" v="22574" actId="478"/>
          <ac:spMkLst>
            <pc:docMk/>
            <pc:sldMk cId="3513459578" sldId="2145707265"/>
            <ac:spMk id="29" creationId="{CB4AE918-1224-D7DB-0D03-66EA74C8E62F}"/>
          </ac:spMkLst>
        </pc:spChg>
        <pc:spChg chg="del">
          <ac:chgData name="Hegemann, Leonard" userId="dd8c3747-25ed-425c-adc6-7a85907e1974" providerId="ADAL" clId="{86FCE750-A617-5538-B96B-61210A9A794C}" dt="2026-06-16T08:45:06.235" v="22574" actId="478"/>
          <ac:spMkLst>
            <pc:docMk/>
            <pc:sldMk cId="3513459578" sldId="2145707265"/>
            <ac:spMk id="32" creationId="{5CB2F91A-E88F-B754-4404-19960043C4F8}"/>
          </ac:spMkLst>
        </pc:spChg>
        <pc:spChg chg="del">
          <ac:chgData name="Hegemann, Leonard" userId="dd8c3747-25ed-425c-adc6-7a85907e1974" providerId="ADAL" clId="{86FCE750-A617-5538-B96B-61210A9A794C}" dt="2026-06-16T08:45:06.235" v="22574" actId="478"/>
          <ac:spMkLst>
            <pc:docMk/>
            <pc:sldMk cId="3513459578" sldId="2145707265"/>
            <ac:spMk id="33" creationId="{D58ACF88-F82A-042B-F648-F097E35A7084}"/>
          </ac:spMkLst>
        </pc:spChg>
        <pc:spChg chg="del">
          <ac:chgData name="Hegemann, Leonard" userId="dd8c3747-25ed-425c-adc6-7a85907e1974" providerId="ADAL" clId="{86FCE750-A617-5538-B96B-61210A9A794C}" dt="2026-06-16T08:45:06.235" v="22574" actId="478"/>
          <ac:spMkLst>
            <pc:docMk/>
            <pc:sldMk cId="3513459578" sldId="2145707265"/>
            <ac:spMk id="36" creationId="{0C6FE124-8533-5AD4-C836-99D37573E7D5}"/>
          </ac:spMkLst>
        </pc:spChg>
        <pc:spChg chg="del">
          <ac:chgData name="Hegemann, Leonard" userId="dd8c3747-25ed-425c-adc6-7a85907e1974" providerId="ADAL" clId="{86FCE750-A617-5538-B96B-61210A9A794C}" dt="2026-06-16T08:45:06.235" v="22574" actId="478"/>
          <ac:spMkLst>
            <pc:docMk/>
            <pc:sldMk cId="3513459578" sldId="2145707265"/>
            <ac:spMk id="37" creationId="{24062220-9003-3D41-C489-F3AA631DA194}"/>
          </ac:spMkLst>
        </pc:spChg>
        <pc:spChg chg="add mod">
          <ac:chgData name="Hegemann, Leonard" userId="dd8c3747-25ed-425c-adc6-7a85907e1974" providerId="ADAL" clId="{86FCE750-A617-5538-B96B-61210A9A794C}" dt="2026-06-16T09:41:17.475" v="23827" actId="12788"/>
          <ac:spMkLst>
            <pc:docMk/>
            <pc:sldMk cId="3513459578" sldId="2145707265"/>
            <ac:spMk id="38" creationId="{16C5BEB7-73D1-BABA-47B1-EC13002448F4}"/>
          </ac:spMkLst>
        </pc:spChg>
        <pc:spChg chg="add del mod">
          <ac:chgData name="Hegemann, Leonard" userId="dd8c3747-25ed-425c-adc6-7a85907e1974" providerId="ADAL" clId="{86FCE750-A617-5538-B96B-61210A9A794C}" dt="2026-06-16T09:16:55.990" v="23212" actId="478"/>
          <ac:spMkLst>
            <pc:docMk/>
            <pc:sldMk cId="3513459578" sldId="2145707265"/>
            <ac:spMk id="39" creationId="{004ACBB0-37A7-10B2-B133-AD605440DEAD}"/>
          </ac:spMkLst>
        </pc:spChg>
        <pc:spChg chg="add mod">
          <ac:chgData name="Hegemann, Leonard" userId="dd8c3747-25ed-425c-adc6-7a85907e1974" providerId="ADAL" clId="{86FCE750-A617-5538-B96B-61210A9A794C}" dt="2026-06-16T09:30:13.352" v="23627" actId="554"/>
          <ac:spMkLst>
            <pc:docMk/>
            <pc:sldMk cId="3513459578" sldId="2145707265"/>
            <ac:spMk id="44" creationId="{0A547764-E052-988F-6B23-01585F41AB9C}"/>
          </ac:spMkLst>
        </pc:spChg>
        <pc:spChg chg="del">
          <ac:chgData name="Hegemann, Leonard" userId="dd8c3747-25ed-425c-adc6-7a85907e1974" providerId="ADAL" clId="{86FCE750-A617-5538-B96B-61210A9A794C}" dt="2026-06-16T08:45:06.235" v="22574" actId="478"/>
          <ac:spMkLst>
            <pc:docMk/>
            <pc:sldMk cId="3513459578" sldId="2145707265"/>
            <ac:spMk id="48" creationId="{4B9A931A-4F71-FFF1-578D-1767ED0D21CD}"/>
          </ac:spMkLst>
        </pc:spChg>
        <pc:spChg chg="del">
          <ac:chgData name="Hegemann, Leonard" userId="dd8c3747-25ed-425c-adc6-7a85907e1974" providerId="ADAL" clId="{86FCE750-A617-5538-B96B-61210A9A794C}" dt="2026-06-16T08:45:06.235" v="22574" actId="478"/>
          <ac:spMkLst>
            <pc:docMk/>
            <pc:sldMk cId="3513459578" sldId="2145707265"/>
            <ac:spMk id="49" creationId="{3B8803B2-8FC4-9A3D-FE85-F519E3E95B28}"/>
          </ac:spMkLst>
        </pc:spChg>
        <pc:spChg chg="add mod">
          <ac:chgData name="Hegemann, Leonard" userId="dd8c3747-25ed-425c-adc6-7a85907e1974" providerId="ADAL" clId="{86FCE750-A617-5538-B96B-61210A9A794C}" dt="2026-06-16T09:54:48.177" v="24100" actId="790"/>
          <ac:spMkLst>
            <pc:docMk/>
            <pc:sldMk cId="3513459578" sldId="2145707265"/>
            <ac:spMk id="50" creationId="{921DD2B2-72DF-21B9-FB57-F8B520F35743}"/>
          </ac:spMkLst>
        </pc:spChg>
        <pc:spChg chg="del">
          <ac:chgData name="Hegemann, Leonard" userId="dd8c3747-25ed-425c-adc6-7a85907e1974" providerId="ADAL" clId="{86FCE750-A617-5538-B96B-61210A9A794C}" dt="2026-06-16T08:45:06.235" v="22574" actId="478"/>
          <ac:spMkLst>
            <pc:docMk/>
            <pc:sldMk cId="3513459578" sldId="2145707265"/>
            <ac:spMk id="55" creationId="{D01C6455-D525-7AFF-73A2-61A65337B91D}"/>
          </ac:spMkLst>
        </pc:spChg>
        <pc:spChg chg="del mod">
          <ac:chgData name="Hegemann, Leonard" userId="dd8c3747-25ed-425c-adc6-7a85907e1974" providerId="ADAL" clId="{86FCE750-A617-5538-B96B-61210A9A794C}" dt="2026-06-16T08:53:52.294" v="22610" actId="478"/>
          <ac:spMkLst>
            <pc:docMk/>
            <pc:sldMk cId="3513459578" sldId="2145707265"/>
            <ac:spMk id="58" creationId="{B5C255E5-33FE-F28E-338F-D10928FB4B8B}"/>
          </ac:spMkLst>
        </pc:spChg>
        <pc:spChg chg="mod">
          <ac:chgData name="Hegemann, Leonard" userId="dd8c3747-25ed-425c-adc6-7a85907e1974" providerId="ADAL" clId="{86FCE750-A617-5538-B96B-61210A9A794C}" dt="2026-06-16T08:48:39.202" v="22604" actId="1076"/>
          <ac:spMkLst>
            <pc:docMk/>
            <pc:sldMk cId="3513459578" sldId="2145707265"/>
            <ac:spMk id="59" creationId="{E3373CBC-A76E-8482-1801-1D44BE040522}"/>
          </ac:spMkLst>
        </pc:spChg>
        <pc:spChg chg="del mod">
          <ac:chgData name="Hegemann, Leonard" userId="dd8c3747-25ed-425c-adc6-7a85907e1974" providerId="ADAL" clId="{86FCE750-A617-5538-B96B-61210A9A794C}" dt="2026-06-16T08:53:52.294" v="22610" actId="478"/>
          <ac:spMkLst>
            <pc:docMk/>
            <pc:sldMk cId="3513459578" sldId="2145707265"/>
            <ac:spMk id="62" creationId="{468B6786-84D9-29D0-22BB-AB744B61148D}"/>
          </ac:spMkLst>
        </pc:spChg>
        <pc:spChg chg="add mod">
          <ac:chgData name="Hegemann, Leonard" userId="dd8c3747-25ed-425c-adc6-7a85907e1974" providerId="ADAL" clId="{86FCE750-A617-5538-B96B-61210A9A794C}" dt="2026-06-16T09:41:52.546" v="23830" actId="1076"/>
          <ac:spMkLst>
            <pc:docMk/>
            <pc:sldMk cId="3513459578" sldId="2145707265"/>
            <ac:spMk id="63" creationId="{8C642FD4-E6A1-A1AE-98D2-D63988D9F1EE}"/>
          </ac:spMkLst>
        </pc:spChg>
        <pc:spChg chg="del">
          <ac:chgData name="Hegemann, Leonard" userId="dd8c3747-25ed-425c-adc6-7a85907e1974" providerId="ADAL" clId="{86FCE750-A617-5538-B96B-61210A9A794C}" dt="2026-06-16T08:53:52.294" v="22610" actId="478"/>
          <ac:spMkLst>
            <pc:docMk/>
            <pc:sldMk cId="3513459578" sldId="2145707265"/>
            <ac:spMk id="3075" creationId="{E3559D05-853B-0DE9-D648-6DE4C51D47BE}"/>
          </ac:spMkLst>
        </pc:spChg>
        <pc:spChg chg="add mod">
          <ac:chgData name="Hegemann, Leonard" userId="dd8c3747-25ed-425c-adc6-7a85907e1974" providerId="ADAL" clId="{86FCE750-A617-5538-B96B-61210A9A794C}" dt="2026-06-16T09:35:21.714" v="23673" actId="171"/>
          <ac:spMkLst>
            <pc:docMk/>
            <pc:sldMk cId="3513459578" sldId="2145707265"/>
            <ac:spMk id="3077" creationId="{A8804497-2C9B-5A3D-36FE-C71726CFA3DC}"/>
          </ac:spMkLst>
        </pc:spChg>
        <pc:spChg chg="del mod">
          <ac:chgData name="Hegemann, Leonard" userId="dd8c3747-25ed-425c-adc6-7a85907e1974" providerId="ADAL" clId="{86FCE750-A617-5538-B96B-61210A9A794C}" dt="2026-06-16T08:53:52.294" v="22610" actId="478"/>
          <ac:spMkLst>
            <pc:docMk/>
            <pc:sldMk cId="3513459578" sldId="2145707265"/>
            <ac:spMk id="3078" creationId="{A91DDA32-AE56-E87D-D2B2-AC7BDD6C51FC}"/>
          </ac:spMkLst>
        </pc:spChg>
        <pc:spChg chg="del">
          <ac:chgData name="Hegemann, Leonard" userId="dd8c3747-25ed-425c-adc6-7a85907e1974" providerId="ADAL" clId="{86FCE750-A617-5538-B96B-61210A9A794C}" dt="2026-06-16T08:53:52.294" v="22610" actId="478"/>
          <ac:spMkLst>
            <pc:docMk/>
            <pc:sldMk cId="3513459578" sldId="2145707265"/>
            <ac:spMk id="3080" creationId="{982A0FE4-33EC-7DF4-E518-17CABCB239E4}"/>
          </ac:spMkLst>
        </pc:spChg>
        <pc:spChg chg="add mod">
          <ac:chgData name="Hegemann, Leonard" userId="dd8c3747-25ed-425c-adc6-7a85907e1974" providerId="ADAL" clId="{86FCE750-A617-5538-B96B-61210A9A794C}" dt="2026-06-16T09:56:52.052" v="24131" actId="20577"/>
          <ac:spMkLst>
            <pc:docMk/>
            <pc:sldMk cId="3513459578" sldId="2145707265"/>
            <ac:spMk id="3081" creationId="{AE74DCFE-7D12-2238-9058-CAB35010C2D4}"/>
          </ac:spMkLst>
        </pc:spChg>
        <pc:spChg chg="add mod">
          <ac:chgData name="Hegemann, Leonard" userId="dd8c3747-25ed-425c-adc6-7a85907e1974" providerId="ADAL" clId="{86FCE750-A617-5538-B96B-61210A9A794C}" dt="2026-06-16T09:35:47.513" v="23676" actId="1076"/>
          <ac:spMkLst>
            <pc:docMk/>
            <pc:sldMk cId="3513459578" sldId="2145707265"/>
            <ac:spMk id="3083" creationId="{F123C3F4-7CDA-3655-3358-B997A5270F03}"/>
          </ac:spMkLst>
        </pc:spChg>
        <pc:spChg chg="add mod">
          <ac:chgData name="Hegemann, Leonard" userId="dd8c3747-25ed-425c-adc6-7a85907e1974" providerId="ADAL" clId="{86FCE750-A617-5538-B96B-61210A9A794C}" dt="2026-06-16T09:57:11.428" v="24151" actId="20577"/>
          <ac:spMkLst>
            <pc:docMk/>
            <pc:sldMk cId="3513459578" sldId="2145707265"/>
            <ac:spMk id="3085" creationId="{9631F026-2257-2830-1BA6-6BAB0C315245}"/>
          </ac:spMkLst>
        </pc:spChg>
        <pc:spChg chg="del mod">
          <ac:chgData name="Hegemann, Leonard" userId="dd8c3747-25ed-425c-adc6-7a85907e1974" providerId="ADAL" clId="{86FCE750-A617-5538-B96B-61210A9A794C}" dt="2026-06-16T08:53:52.294" v="22610" actId="478"/>
          <ac:spMkLst>
            <pc:docMk/>
            <pc:sldMk cId="3513459578" sldId="2145707265"/>
            <ac:spMk id="3099" creationId="{2BB0550E-1AC5-94FE-30F2-5ED58AC95C44}"/>
          </ac:spMkLst>
        </pc:spChg>
        <pc:spChg chg="mod">
          <ac:chgData name="Hegemann, Leonard" userId="dd8c3747-25ed-425c-adc6-7a85907e1974" providerId="ADAL" clId="{86FCE750-A617-5538-B96B-61210A9A794C}" dt="2026-06-16T08:49:13.554" v="22606" actId="1076"/>
          <ac:spMkLst>
            <pc:docMk/>
            <pc:sldMk cId="3513459578" sldId="2145707265"/>
            <ac:spMk id="3100" creationId="{28E6B7F1-F2A6-1F39-CA08-D68031B1B9DD}"/>
          </ac:spMkLst>
        </pc:spChg>
        <pc:spChg chg="del mod">
          <ac:chgData name="Hegemann, Leonard" userId="dd8c3747-25ed-425c-adc6-7a85907e1974" providerId="ADAL" clId="{86FCE750-A617-5538-B96B-61210A9A794C}" dt="2026-06-16T08:53:52.294" v="22610" actId="478"/>
          <ac:spMkLst>
            <pc:docMk/>
            <pc:sldMk cId="3513459578" sldId="2145707265"/>
            <ac:spMk id="3103" creationId="{1BEC5C95-9CEF-4C48-E5E4-EB3808739F49}"/>
          </ac:spMkLst>
        </pc:spChg>
        <pc:spChg chg="del mod">
          <ac:chgData name="Hegemann, Leonard" userId="dd8c3747-25ed-425c-adc6-7a85907e1974" providerId="ADAL" clId="{86FCE750-A617-5538-B96B-61210A9A794C}" dt="2026-06-16T08:53:52.294" v="22610" actId="478"/>
          <ac:spMkLst>
            <pc:docMk/>
            <pc:sldMk cId="3513459578" sldId="2145707265"/>
            <ac:spMk id="3104" creationId="{38208CD1-82A7-E8AF-3720-A9E144F9B5A8}"/>
          </ac:spMkLst>
        </pc:spChg>
        <pc:spChg chg="mod">
          <ac:chgData name="Hegemann, Leonard" userId="dd8c3747-25ed-425c-adc6-7a85907e1974" providerId="ADAL" clId="{86FCE750-A617-5538-B96B-61210A9A794C}" dt="2026-06-16T08:49:32.852" v="22608" actId="1076"/>
          <ac:spMkLst>
            <pc:docMk/>
            <pc:sldMk cId="3513459578" sldId="2145707265"/>
            <ac:spMk id="3105" creationId="{EA3BD0E3-863B-43DC-0896-79413C94AA69}"/>
          </ac:spMkLst>
        </pc:spChg>
        <pc:spChg chg="del mod">
          <ac:chgData name="Hegemann, Leonard" userId="dd8c3747-25ed-425c-adc6-7a85907e1974" providerId="ADAL" clId="{86FCE750-A617-5538-B96B-61210A9A794C}" dt="2026-06-16T08:53:52.294" v="22610" actId="478"/>
          <ac:spMkLst>
            <pc:docMk/>
            <pc:sldMk cId="3513459578" sldId="2145707265"/>
            <ac:spMk id="3110" creationId="{FBB8592E-CB32-3CCE-4C9A-E1483BA80804}"/>
          </ac:spMkLst>
        </pc:spChg>
        <pc:spChg chg="del">
          <ac:chgData name="Hegemann, Leonard" userId="dd8c3747-25ed-425c-adc6-7a85907e1974" providerId="ADAL" clId="{86FCE750-A617-5538-B96B-61210A9A794C}" dt="2026-06-16T08:53:52.294" v="22610" actId="478"/>
          <ac:spMkLst>
            <pc:docMk/>
            <pc:sldMk cId="3513459578" sldId="2145707265"/>
            <ac:spMk id="3111" creationId="{65663654-51F4-638C-0A73-6AD9D0D882CF}"/>
          </ac:spMkLst>
        </pc:spChg>
        <pc:spChg chg="del">
          <ac:chgData name="Hegemann, Leonard" userId="dd8c3747-25ed-425c-adc6-7a85907e1974" providerId="ADAL" clId="{86FCE750-A617-5538-B96B-61210A9A794C}" dt="2026-06-16T08:45:09.934" v="22575" actId="478"/>
          <ac:spMkLst>
            <pc:docMk/>
            <pc:sldMk cId="3513459578" sldId="2145707265"/>
            <ac:spMk id="3117" creationId="{E9562D48-95FA-5F71-981F-9714E4540FF1}"/>
          </ac:spMkLst>
        </pc:spChg>
        <pc:spChg chg="del">
          <ac:chgData name="Hegemann, Leonard" userId="dd8c3747-25ed-425c-adc6-7a85907e1974" providerId="ADAL" clId="{86FCE750-A617-5538-B96B-61210A9A794C}" dt="2026-06-16T08:45:09.934" v="22575" actId="478"/>
          <ac:spMkLst>
            <pc:docMk/>
            <pc:sldMk cId="3513459578" sldId="2145707265"/>
            <ac:spMk id="3118" creationId="{1F792B81-0AF4-3824-2943-F6AFDE8B7410}"/>
          </ac:spMkLst>
        </pc:spChg>
        <pc:spChg chg="del">
          <ac:chgData name="Hegemann, Leonard" userId="dd8c3747-25ed-425c-adc6-7a85907e1974" providerId="ADAL" clId="{86FCE750-A617-5538-B96B-61210A9A794C}" dt="2026-06-16T08:45:06.235" v="22574" actId="478"/>
          <ac:spMkLst>
            <pc:docMk/>
            <pc:sldMk cId="3513459578" sldId="2145707265"/>
            <ac:spMk id="3133" creationId="{5DD4DBA3-EF74-6953-759A-D0F7B508C960}"/>
          </ac:spMkLst>
        </pc:spChg>
        <pc:spChg chg="del">
          <ac:chgData name="Hegemann, Leonard" userId="dd8c3747-25ed-425c-adc6-7a85907e1974" providerId="ADAL" clId="{86FCE750-A617-5538-B96B-61210A9A794C}" dt="2026-06-16T08:45:11.409" v="22576" actId="478"/>
          <ac:spMkLst>
            <pc:docMk/>
            <pc:sldMk cId="3513459578" sldId="2145707265"/>
            <ac:spMk id="3134" creationId="{278D3A0D-808E-7B05-5E1E-3478FA7E7674}"/>
          </ac:spMkLst>
        </pc:spChg>
        <pc:spChg chg="del">
          <ac:chgData name="Hegemann, Leonard" userId="dd8c3747-25ed-425c-adc6-7a85907e1974" providerId="ADAL" clId="{86FCE750-A617-5538-B96B-61210A9A794C}" dt="2026-06-16T08:45:09.934" v="22575" actId="478"/>
          <ac:spMkLst>
            <pc:docMk/>
            <pc:sldMk cId="3513459578" sldId="2145707265"/>
            <ac:spMk id="3135" creationId="{20CAF4A3-F503-2079-E5F9-2C8B5F985E9B}"/>
          </ac:spMkLst>
        </pc:spChg>
        <pc:spChg chg="del mod">
          <ac:chgData name="Hegemann, Leonard" userId="dd8c3747-25ed-425c-adc6-7a85907e1974" providerId="ADAL" clId="{86FCE750-A617-5538-B96B-61210A9A794C}" dt="2026-06-16T10:02:01.199" v="24257" actId="478"/>
          <ac:spMkLst>
            <pc:docMk/>
            <pc:sldMk cId="3513459578" sldId="2145707265"/>
            <ac:spMk id="3136" creationId="{94AA470E-9102-DC3C-7942-EE2316E80A12}"/>
          </ac:spMkLst>
        </pc:spChg>
        <pc:spChg chg="del">
          <ac:chgData name="Hegemann, Leonard" userId="dd8c3747-25ed-425c-adc6-7a85907e1974" providerId="ADAL" clId="{86FCE750-A617-5538-B96B-61210A9A794C}" dt="2026-06-16T09:54:22.182" v="24098" actId="478"/>
          <ac:spMkLst>
            <pc:docMk/>
            <pc:sldMk cId="3513459578" sldId="2145707265"/>
            <ac:spMk id="3137" creationId="{26B2DB52-F935-904C-BED7-8443B7D636A3}"/>
          </ac:spMkLst>
        </pc:spChg>
        <pc:spChg chg="add del mod">
          <ac:chgData name="Hegemann, Leonard" userId="dd8c3747-25ed-425c-adc6-7a85907e1974" providerId="ADAL" clId="{86FCE750-A617-5538-B96B-61210A9A794C}" dt="2026-06-16T09:53:05.728" v="24089" actId="1076"/>
          <ac:spMkLst>
            <pc:docMk/>
            <pc:sldMk cId="3513459578" sldId="2145707265"/>
            <ac:spMk id="3138" creationId="{314BEAF7-A9A0-C43B-18EB-B7C6E4ABE25F}"/>
          </ac:spMkLst>
        </pc:spChg>
        <pc:spChg chg="del">
          <ac:chgData name="Hegemann, Leonard" userId="dd8c3747-25ed-425c-adc6-7a85907e1974" providerId="ADAL" clId="{86FCE750-A617-5538-B96B-61210A9A794C}" dt="2026-06-16T08:45:09.934" v="22575" actId="478"/>
          <ac:spMkLst>
            <pc:docMk/>
            <pc:sldMk cId="3513459578" sldId="2145707265"/>
            <ac:spMk id="3139" creationId="{DC82FCF8-0E8D-0F7B-E78E-1654B6FD7387}"/>
          </ac:spMkLst>
        </pc:spChg>
        <pc:spChg chg="add mod">
          <ac:chgData name="Hegemann, Leonard" userId="dd8c3747-25ed-425c-adc6-7a85907e1974" providerId="ADAL" clId="{86FCE750-A617-5538-B96B-61210A9A794C}" dt="2026-06-16T09:30:13.352" v="23627" actId="554"/>
          <ac:spMkLst>
            <pc:docMk/>
            <pc:sldMk cId="3513459578" sldId="2145707265"/>
            <ac:spMk id="3144" creationId="{E0994F54-FD02-D5A2-E51D-C6397C509713}"/>
          </ac:spMkLst>
        </pc:spChg>
        <pc:spChg chg="add del mod">
          <ac:chgData name="Hegemann, Leonard" userId="dd8c3747-25ed-425c-adc6-7a85907e1974" providerId="ADAL" clId="{86FCE750-A617-5538-B96B-61210A9A794C}" dt="2026-06-16T09:30:54.706" v="23633" actId="478"/>
          <ac:spMkLst>
            <pc:docMk/>
            <pc:sldMk cId="3513459578" sldId="2145707265"/>
            <ac:spMk id="3145" creationId="{B2909439-5899-5421-AA6D-AD3F81DB71AB}"/>
          </ac:spMkLst>
        </pc:spChg>
        <pc:spChg chg="add mod">
          <ac:chgData name="Hegemann, Leonard" userId="dd8c3747-25ed-425c-adc6-7a85907e1974" providerId="ADAL" clId="{86FCE750-A617-5538-B96B-61210A9A794C}" dt="2026-06-16T09:54:48.177" v="24100" actId="790"/>
          <ac:spMkLst>
            <pc:docMk/>
            <pc:sldMk cId="3513459578" sldId="2145707265"/>
            <ac:spMk id="3148" creationId="{4B7FA3DF-086A-52BA-61DF-FF33B118BA2B}"/>
          </ac:spMkLst>
        </pc:spChg>
        <pc:spChg chg="add mod">
          <ac:chgData name="Hegemann, Leonard" userId="dd8c3747-25ed-425c-adc6-7a85907e1974" providerId="ADAL" clId="{86FCE750-A617-5538-B96B-61210A9A794C}" dt="2026-06-16T09:11:33.170" v="22881" actId="1036"/>
          <ac:spMkLst>
            <pc:docMk/>
            <pc:sldMk cId="3513459578" sldId="2145707265"/>
            <ac:spMk id="3149" creationId="{1A66823D-C249-88EA-367D-E96D5C915491}"/>
          </ac:spMkLst>
        </pc:spChg>
        <pc:spChg chg="add mod">
          <ac:chgData name="Hegemann, Leonard" userId="dd8c3747-25ed-425c-adc6-7a85907e1974" providerId="ADAL" clId="{86FCE750-A617-5538-B96B-61210A9A794C}" dt="2026-06-16T09:10:36.613" v="22842"/>
          <ac:spMkLst>
            <pc:docMk/>
            <pc:sldMk cId="3513459578" sldId="2145707265"/>
            <ac:spMk id="3150" creationId="{E80BBEE8-31C9-25DF-4879-504C2D3BF53C}"/>
          </ac:spMkLst>
        </pc:spChg>
        <pc:spChg chg="add mod">
          <ac:chgData name="Hegemann, Leonard" userId="dd8c3747-25ed-425c-adc6-7a85907e1974" providerId="ADAL" clId="{86FCE750-A617-5538-B96B-61210A9A794C}" dt="2026-06-16T09:10:36.613" v="22842"/>
          <ac:spMkLst>
            <pc:docMk/>
            <pc:sldMk cId="3513459578" sldId="2145707265"/>
            <ac:spMk id="3151" creationId="{C4BCAD6D-6103-A479-054A-5B85E4153072}"/>
          </ac:spMkLst>
        </pc:spChg>
        <pc:spChg chg="add mod">
          <ac:chgData name="Hegemann, Leonard" userId="dd8c3747-25ed-425c-adc6-7a85907e1974" providerId="ADAL" clId="{86FCE750-A617-5538-B96B-61210A9A794C}" dt="2026-06-16T09:38:56.267" v="23694" actId="465"/>
          <ac:spMkLst>
            <pc:docMk/>
            <pc:sldMk cId="3513459578" sldId="2145707265"/>
            <ac:spMk id="3152" creationId="{DE2CBCD0-C22B-5CDA-5C65-DF5901B36975}"/>
          </ac:spMkLst>
        </pc:spChg>
        <pc:spChg chg="add mod">
          <ac:chgData name="Hegemann, Leonard" userId="dd8c3747-25ed-425c-adc6-7a85907e1974" providerId="ADAL" clId="{86FCE750-A617-5538-B96B-61210A9A794C}" dt="2026-06-16T09:38:56.267" v="23694" actId="465"/>
          <ac:spMkLst>
            <pc:docMk/>
            <pc:sldMk cId="3513459578" sldId="2145707265"/>
            <ac:spMk id="3154" creationId="{727B5680-F7F3-F9F9-1583-BAA5EC7B4206}"/>
          </ac:spMkLst>
        </pc:spChg>
        <pc:spChg chg="add mod">
          <ac:chgData name="Hegemann, Leonard" userId="dd8c3747-25ed-425c-adc6-7a85907e1974" providerId="ADAL" clId="{86FCE750-A617-5538-B96B-61210A9A794C}" dt="2026-06-16T09:54:48.177" v="24100" actId="790"/>
          <ac:spMkLst>
            <pc:docMk/>
            <pc:sldMk cId="3513459578" sldId="2145707265"/>
            <ac:spMk id="3155" creationId="{2C0373A9-0F0D-DE54-D8A4-863FD68C26A7}"/>
          </ac:spMkLst>
        </pc:spChg>
        <pc:spChg chg="add mod">
          <ac:chgData name="Hegemann, Leonard" userId="dd8c3747-25ed-425c-adc6-7a85907e1974" providerId="ADAL" clId="{86FCE750-A617-5538-B96B-61210A9A794C}" dt="2026-06-16T09:30:39.702" v="23630" actId="12789"/>
          <ac:spMkLst>
            <pc:docMk/>
            <pc:sldMk cId="3513459578" sldId="2145707265"/>
            <ac:spMk id="3157" creationId="{6924EFCD-FB19-A3F2-1B3E-DB5F92DFAAB4}"/>
          </ac:spMkLst>
        </pc:spChg>
        <pc:spChg chg="add mod">
          <ac:chgData name="Hegemann, Leonard" userId="dd8c3747-25ed-425c-adc6-7a85907e1974" providerId="ADAL" clId="{86FCE750-A617-5538-B96B-61210A9A794C}" dt="2026-06-16T09:43:20.409" v="23839" actId="14100"/>
          <ac:spMkLst>
            <pc:docMk/>
            <pc:sldMk cId="3513459578" sldId="2145707265"/>
            <ac:spMk id="3158" creationId="{640A620E-0938-D613-8155-D498BED1F0DD}"/>
          </ac:spMkLst>
        </pc:spChg>
        <pc:spChg chg="add mod">
          <ac:chgData name="Hegemann, Leonard" userId="dd8c3747-25ed-425c-adc6-7a85907e1974" providerId="ADAL" clId="{86FCE750-A617-5538-B96B-61210A9A794C}" dt="2026-06-16T09:54:48.177" v="24100" actId="790"/>
          <ac:spMkLst>
            <pc:docMk/>
            <pc:sldMk cId="3513459578" sldId="2145707265"/>
            <ac:spMk id="3161" creationId="{65AB5766-2858-E5A6-1D59-2CC781196407}"/>
          </ac:spMkLst>
        </pc:spChg>
        <pc:spChg chg="add mod">
          <ac:chgData name="Hegemann, Leonard" userId="dd8c3747-25ed-425c-adc6-7a85907e1974" providerId="ADAL" clId="{86FCE750-A617-5538-B96B-61210A9A794C}" dt="2026-06-16T09:25:17.235" v="23471" actId="1076"/>
          <ac:spMkLst>
            <pc:docMk/>
            <pc:sldMk cId="3513459578" sldId="2145707265"/>
            <ac:spMk id="3162" creationId="{5D1DB606-9D20-D317-BEC2-6C76347474A4}"/>
          </ac:spMkLst>
        </pc:spChg>
        <pc:spChg chg="add mod">
          <ac:chgData name="Hegemann, Leonard" userId="dd8c3747-25ed-425c-adc6-7a85907e1974" providerId="ADAL" clId="{86FCE750-A617-5538-B96B-61210A9A794C}" dt="2026-06-16T09:25:17.235" v="23471" actId="1076"/>
          <ac:spMkLst>
            <pc:docMk/>
            <pc:sldMk cId="3513459578" sldId="2145707265"/>
            <ac:spMk id="3164" creationId="{9B0301C6-1642-55CF-B31B-7D9D3BDA7CD2}"/>
          </ac:spMkLst>
        </pc:spChg>
        <pc:spChg chg="add del mod">
          <ac:chgData name="Hegemann, Leonard" userId="dd8c3747-25ed-425c-adc6-7a85907e1974" providerId="ADAL" clId="{86FCE750-A617-5538-B96B-61210A9A794C}" dt="2026-06-16T09:34:19.210" v="23656" actId="478"/>
          <ac:spMkLst>
            <pc:docMk/>
            <pc:sldMk cId="3513459578" sldId="2145707265"/>
            <ac:spMk id="3167" creationId="{5F5A0088-E4AA-D54B-C663-08739A79FF97}"/>
          </ac:spMkLst>
        </pc:spChg>
        <pc:spChg chg="add del mod">
          <ac:chgData name="Hegemann, Leonard" userId="dd8c3747-25ed-425c-adc6-7a85907e1974" providerId="ADAL" clId="{86FCE750-A617-5538-B96B-61210A9A794C}" dt="2026-06-16T09:34:19.210" v="23656" actId="478"/>
          <ac:spMkLst>
            <pc:docMk/>
            <pc:sldMk cId="3513459578" sldId="2145707265"/>
            <ac:spMk id="3168" creationId="{5C8DCBDA-F213-9906-842D-98EBA808DA16}"/>
          </ac:spMkLst>
        </pc:spChg>
        <pc:spChg chg="add del mod">
          <ac:chgData name="Hegemann, Leonard" userId="dd8c3747-25ed-425c-adc6-7a85907e1974" providerId="ADAL" clId="{86FCE750-A617-5538-B96B-61210A9A794C}" dt="2026-06-16T09:34:19.210" v="23656" actId="478"/>
          <ac:spMkLst>
            <pc:docMk/>
            <pc:sldMk cId="3513459578" sldId="2145707265"/>
            <ac:spMk id="3170" creationId="{43724F7A-1B81-9959-E4F8-80CFDDBCE88B}"/>
          </ac:spMkLst>
        </pc:spChg>
        <pc:spChg chg="add del mod">
          <ac:chgData name="Hegemann, Leonard" userId="dd8c3747-25ed-425c-adc6-7a85907e1974" providerId="ADAL" clId="{86FCE750-A617-5538-B96B-61210A9A794C}" dt="2026-06-16T09:34:19.210" v="23656" actId="478"/>
          <ac:spMkLst>
            <pc:docMk/>
            <pc:sldMk cId="3513459578" sldId="2145707265"/>
            <ac:spMk id="3171" creationId="{82697DE4-7E8F-8C12-1195-12F3D20AC5D6}"/>
          </ac:spMkLst>
        </pc:spChg>
        <pc:spChg chg="add mod">
          <ac:chgData name="Hegemann, Leonard" userId="dd8c3747-25ed-425c-adc6-7a85907e1974" providerId="ADAL" clId="{86FCE750-A617-5538-B96B-61210A9A794C}" dt="2026-06-16T09:36:56.112" v="23683" actId="1076"/>
          <ac:spMkLst>
            <pc:docMk/>
            <pc:sldMk cId="3513459578" sldId="2145707265"/>
            <ac:spMk id="3173" creationId="{637DEF3C-8B53-180A-15F8-CE5E84DDDCB0}"/>
          </ac:spMkLst>
        </pc:spChg>
        <pc:spChg chg="add mod">
          <ac:chgData name="Hegemann, Leonard" userId="dd8c3747-25ed-425c-adc6-7a85907e1974" providerId="ADAL" clId="{86FCE750-A617-5538-B96B-61210A9A794C}" dt="2026-06-16T09:54:48.177" v="24100" actId="790"/>
          <ac:spMkLst>
            <pc:docMk/>
            <pc:sldMk cId="3513459578" sldId="2145707265"/>
            <ac:spMk id="3174" creationId="{EAC202B4-0C4C-DE43-53F9-1BBD0F09F97F}"/>
          </ac:spMkLst>
        </pc:spChg>
        <pc:spChg chg="add del mod">
          <ac:chgData name="Hegemann, Leonard" userId="dd8c3747-25ed-425c-adc6-7a85907e1974" providerId="ADAL" clId="{86FCE750-A617-5538-B96B-61210A9A794C}" dt="2026-06-16T09:34:57.095" v="23661" actId="478"/>
          <ac:spMkLst>
            <pc:docMk/>
            <pc:sldMk cId="3513459578" sldId="2145707265"/>
            <ac:spMk id="3180" creationId="{B1E14498-7E0A-CB78-DEA8-BD324A5EE656}"/>
          </ac:spMkLst>
        </pc:spChg>
        <pc:spChg chg="add del mod">
          <ac:chgData name="Hegemann, Leonard" userId="dd8c3747-25ed-425c-adc6-7a85907e1974" providerId="ADAL" clId="{86FCE750-A617-5538-B96B-61210A9A794C}" dt="2026-06-16T09:34:58.462" v="23662" actId="478"/>
          <ac:spMkLst>
            <pc:docMk/>
            <pc:sldMk cId="3513459578" sldId="2145707265"/>
            <ac:spMk id="3181" creationId="{9C0755AE-8CD1-DD48-BAE6-8B41F5813FB3}"/>
          </ac:spMkLst>
        </pc:spChg>
        <pc:spChg chg="add mod">
          <ac:chgData name="Hegemann, Leonard" userId="dd8c3747-25ed-425c-adc6-7a85907e1974" providerId="ADAL" clId="{86FCE750-A617-5538-B96B-61210A9A794C}" dt="2026-06-16T10:01:10.631" v="24247" actId="14100"/>
          <ac:spMkLst>
            <pc:docMk/>
            <pc:sldMk cId="3513459578" sldId="2145707265"/>
            <ac:spMk id="3182" creationId="{33B012C0-1708-2349-B301-B63480B54828}"/>
          </ac:spMkLst>
        </pc:spChg>
        <pc:spChg chg="add del mod">
          <ac:chgData name="Hegemann, Leonard" userId="dd8c3747-25ed-425c-adc6-7a85907e1974" providerId="ADAL" clId="{86FCE750-A617-5538-B96B-61210A9A794C}" dt="2026-06-16T09:35:00.995" v="23664" actId="478"/>
          <ac:spMkLst>
            <pc:docMk/>
            <pc:sldMk cId="3513459578" sldId="2145707265"/>
            <ac:spMk id="3185" creationId="{88263959-CA54-0793-981B-ADFD074D3EF8}"/>
          </ac:spMkLst>
        </pc:spChg>
        <pc:spChg chg="add del mod">
          <ac:chgData name="Hegemann, Leonard" userId="dd8c3747-25ed-425c-adc6-7a85907e1974" providerId="ADAL" clId="{86FCE750-A617-5538-B96B-61210A9A794C}" dt="2026-06-16T09:35:00.134" v="23663" actId="478"/>
          <ac:spMkLst>
            <pc:docMk/>
            <pc:sldMk cId="3513459578" sldId="2145707265"/>
            <ac:spMk id="3186" creationId="{7A623BA7-389E-12FC-6C09-ED4E1E720DC2}"/>
          </ac:spMkLst>
        </pc:spChg>
        <pc:spChg chg="mod">
          <ac:chgData name="Hegemann, Leonard" userId="dd8c3747-25ed-425c-adc6-7a85907e1974" providerId="ADAL" clId="{86FCE750-A617-5538-B96B-61210A9A794C}" dt="2026-06-16T09:34:21.742" v="23657"/>
          <ac:spMkLst>
            <pc:docMk/>
            <pc:sldMk cId="3513459578" sldId="2145707265"/>
            <ac:spMk id="3193" creationId="{2DF90DC7-D1DF-5805-2A3A-75B949D8CC12}"/>
          </ac:spMkLst>
        </pc:spChg>
        <pc:spChg chg="mod">
          <ac:chgData name="Hegemann, Leonard" userId="dd8c3747-25ed-425c-adc6-7a85907e1974" providerId="ADAL" clId="{86FCE750-A617-5538-B96B-61210A9A794C}" dt="2026-06-16T09:57:37.217" v="24163" actId="20577"/>
          <ac:spMkLst>
            <pc:docMk/>
            <pc:sldMk cId="3513459578" sldId="2145707265"/>
            <ac:spMk id="3194" creationId="{60BBA643-895A-338D-B551-CEC5D5423B63}"/>
          </ac:spMkLst>
        </pc:spChg>
        <pc:spChg chg="mod">
          <ac:chgData name="Hegemann, Leonard" userId="dd8c3747-25ed-425c-adc6-7a85907e1974" providerId="ADAL" clId="{86FCE750-A617-5538-B96B-61210A9A794C}" dt="2026-06-16T09:34:29.352" v="23659"/>
          <ac:spMkLst>
            <pc:docMk/>
            <pc:sldMk cId="3513459578" sldId="2145707265"/>
            <ac:spMk id="3197" creationId="{40477535-3E45-4C71-7995-314AEE34A405}"/>
          </ac:spMkLst>
        </pc:spChg>
        <pc:spChg chg="mod">
          <ac:chgData name="Hegemann, Leonard" userId="dd8c3747-25ed-425c-adc6-7a85907e1974" providerId="ADAL" clId="{86FCE750-A617-5538-B96B-61210A9A794C}" dt="2026-06-16T09:57:41.866" v="24175" actId="20577"/>
          <ac:spMkLst>
            <pc:docMk/>
            <pc:sldMk cId="3513459578" sldId="2145707265"/>
            <ac:spMk id="3198" creationId="{25812830-3AEF-87FC-2F08-9BD8096155E6}"/>
          </ac:spMkLst>
        </pc:spChg>
        <pc:spChg chg="add mod">
          <ac:chgData name="Hegemann, Leonard" userId="dd8c3747-25ed-425c-adc6-7a85907e1974" providerId="ADAL" clId="{86FCE750-A617-5538-B96B-61210A9A794C}" dt="2026-06-16T09:58:19.746" v="24194" actId="14100"/>
          <ac:spMkLst>
            <pc:docMk/>
            <pc:sldMk cId="3513459578" sldId="2145707265"/>
            <ac:spMk id="3215" creationId="{C1944F72-89F6-278D-CB73-0503E5ED7CCC}"/>
          </ac:spMkLst>
        </pc:spChg>
        <pc:spChg chg="add mod">
          <ac:chgData name="Hegemann, Leonard" userId="dd8c3747-25ed-425c-adc6-7a85907e1974" providerId="ADAL" clId="{86FCE750-A617-5538-B96B-61210A9A794C}" dt="2026-06-16T09:58:19.746" v="24194" actId="14100"/>
          <ac:spMkLst>
            <pc:docMk/>
            <pc:sldMk cId="3513459578" sldId="2145707265"/>
            <ac:spMk id="3216" creationId="{E9EF88A4-5D34-A72B-545B-CE52921DC3AF}"/>
          </ac:spMkLst>
        </pc:spChg>
        <pc:spChg chg="add mod">
          <ac:chgData name="Hegemann, Leonard" userId="dd8c3747-25ed-425c-adc6-7a85907e1974" providerId="ADAL" clId="{86FCE750-A617-5538-B96B-61210A9A794C}" dt="2026-06-16T09:58:29.633" v="24201" actId="14100"/>
          <ac:spMkLst>
            <pc:docMk/>
            <pc:sldMk cId="3513459578" sldId="2145707265"/>
            <ac:spMk id="3217" creationId="{FD57232E-D776-6783-D6A4-499FA0A78624}"/>
          </ac:spMkLst>
        </pc:spChg>
        <pc:spChg chg="add mod">
          <ac:chgData name="Hegemann, Leonard" userId="dd8c3747-25ed-425c-adc6-7a85907e1974" providerId="ADAL" clId="{86FCE750-A617-5538-B96B-61210A9A794C}" dt="2026-06-16T09:58:54.577" v="24207" actId="1036"/>
          <ac:spMkLst>
            <pc:docMk/>
            <pc:sldMk cId="3513459578" sldId="2145707265"/>
            <ac:spMk id="3218" creationId="{3E8C0578-B12F-5419-CABD-C5B67A15A231}"/>
          </ac:spMkLst>
        </pc:spChg>
        <pc:spChg chg="add mod">
          <ac:chgData name="Hegemann, Leonard" userId="dd8c3747-25ed-425c-adc6-7a85907e1974" providerId="ADAL" clId="{86FCE750-A617-5538-B96B-61210A9A794C}" dt="2026-06-16T09:58:29.633" v="24201" actId="14100"/>
          <ac:spMkLst>
            <pc:docMk/>
            <pc:sldMk cId="3513459578" sldId="2145707265"/>
            <ac:spMk id="3219" creationId="{D44DC154-F7EA-06CF-ADE0-4C0D0E7DB4E2}"/>
          </ac:spMkLst>
        </pc:spChg>
        <pc:spChg chg="add mod">
          <ac:chgData name="Hegemann, Leonard" userId="dd8c3747-25ed-425c-adc6-7a85907e1974" providerId="ADAL" clId="{86FCE750-A617-5538-B96B-61210A9A794C}" dt="2026-06-16T09:55:00.625" v="24101" actId="14100"/>
          <ac:spMkLst>
            <pc:docMk/>
            <pc:sldMk cId="3513459578" sldId="2145707265"/>
            <ac:spMk id="3220" creationId="{901645E3-3261-5075-D86D-CBA883F85833}"/>
          </ac:spMkLst>
        </pc:spChg>
        <pc:spChg chg="add mod">
          <ac:chgData name="Hegemann, Leonard" userId="dd8c3747-25ed-425c-adc6-7a85907e1974" providerId="ADAL" clId="{86FCE750-A617-5538-B96B-61210A9A794C}" dt="2026-06-16T09:58:52.645" v="24205" actId="1036"/>
          <ac:spMkLst>
            <pc:docMk/>
            <pc:sldMk cId="3513459578" sldId="2145707265"/>
            <ac:spMk id="3221" creationId="{069C5FB9-7766-6B94-B4D4-D60E96B121A2}"/>
          </ac:spMkLst>
        </pc:spChg>
        <pc:spChg chg="add del mod">
          <ac:chgData name="Hegemann, Leonard" userId="dd8c3747-25ed-425c-adc6-7a85907e1974" providerId="ADAL" clId="{86FCE750-A617-5538-B96B-61210A9A794C}" dt="2026-06-16T09:56:03.781" v="24109" actId="478"/>
          <ac:spMkLst>
            <pc:docMk/>
            <pc:sldMk cId="3513459578" sldId="2145707265"/>
            <ac:spMk id="3222" creationId="{3A9AABD2-2D2E-5DF4-8EA9-7C6AB2BE6918}"/>
          </ac:spMkLst>
        </pc:spChg>
        <pc:spChg chg="add mod">
          <ac:chgData name="Hegemann, Leonard" userId="dd8c3747-25ed-425c-adc6-7a85907e1974" providerId="ADAL" clId="{86FCE750-A617-5538-B96B-61210A9A794C}" dt="2026-06-16T10:01:14.202" v="24254" actId="1036"/>
          <ac:spMkLst>
            <pc:docMk/>
            <pc:sldMk cId="3513459578" sldId="2145707265"/>
            <ac:spMk id="3223" creationId="{3DF527E5-DD6F-98B6-4A12-DF6539E79D3D}"/>
          </ac:spMkLst>
        </pc:spChg>
        <pc:spChg chg="add mod">
          <ac:chgData name="Hegemann, Leonard" userId="dd8c3747-25ed-425c-adc6-7a85907e1974" providerId="ADAL" clId="{86FCE750-A617-5538-B96B-61210A9A794C}" dt="2026-06-16T10:01:10.917" v="24248" actId="1038"/>
          <ac:spMkLst>
            <pc:docMk/>
            <pc:sldMk cId="3513459578" sldId="2145707265"/>
            <ac:spMk id="3224" creationId="{EC6897D0-B620-BBCC-8F43-A4955D9E23FD}"/>
          </ac:spMkLst>
        </pc:spChg>
        <pc:spChg chg="add mod">
          <ac:chgData name="Hegemann, Leonard" userId="dd8c3747-25ed-425c-adc6-7a85907e1974" providerId="ADAL" clId="{86FCE750-A617-5538-B96B-61210A9A794C}" dt="2026-06-16T09:53:35.379" v="24095" actId="1076"/>
          <ac:spMkLst>
            <pc:docMk/>
            <pc:sldMk cId="3513459578" sldId="2145707265"/>
            <ac:spMk id="3225" creationId="{ADB72CE2-F16A-D089-CFD5-3951A10BFA71}"/>
          </ac:spMkLst>
        </pc:spChg>
        <pc:spChg chg="add mod">
          <ac:chgData name="Hegemann, Leonard" userId="dd8c3747-25ed-425c-adc6-7a85907e1974" providerId="ADAL" clId="{86FCE750-A617-5538-B96B-61210A9A794C}" dt="2026-06-16T09:54:14.021" v="24097" actId="1076"/>
          <ac:spMkLst>
            <pc:docMk/>
            <pc:sldMk cId="3513459578" sldId="2145707265"/>
            <ac:spMk id="3226" creationId="{EAF94AFA-9F37-E45A-1686-183443A26B98}"/>
          </ac:spMkLst>
        </pc:spChg>
        <pc:spChg chg="add mod">
          <ac:chgData name="Hegemann, Leonard" userId="dd8c3747-25ed-425c-adc6-7a85907e1974" providerId="ADAL" clId="{86FCE750-A617-5538-B96B-61210A9A794C}" dt="2026-06-16T09:58:52.645" v="24205" actId="1036"/>
          <ac:spMkLst>
            <pc:docMk/>
            <pc:sldMk cId="3513459578" sldId="2145707265"/>
            <ac:spMk id="3227" creationId="{741F3CA6-B47E-DEB1-2769-55EEC67433BB}"/>
          </ac:spMkLst>
        </pc:spChg>
        <pc:spChg chg="add mod">
          <ac:chgData name="Hegemann, Leonard" userId="dd8c3747-25ed-425c-adc6-7a85907e1974" providerId="ADAL" clId="{86FCE750-A617-5538-B96B-61210A9A794C}" dt="2026-06-16T09:59:41.585" v="24210"/>
          <ac:spMkLst>
            <pc:docMk/>
            <pc:sldMk cId="3513459578" sldId="2145707265"/>
            <ac:spMk id="3228" creationId="{9EF68CA2-3553-701A-0399-C95AC066BC05}"/>
          </ac:spMkLst>
        </pc:spChg>
        <pc:spChg chg="add mod">
          <ac:chgData name="Hegemann, Leonard" userId="dd8c3747-25ed-425c-adc6-7a85907e1974" providerId="ADAL" clId="{86FCE750-A617-5538-B96B-61210A9A794C}" dt="2026-06-16T10:01:12.239" v="24252" actId="1076"/>
          <ac:spMkLst>
            <pc:docMk/>
            <pc:sldMk cId="3513459578" sldId="2145707265"/>
            <ac:spMk id="3229" creationId="{268060BF-E954-EA20-9007-4C77005FD434}"/>
          </ac:spMkLst>
        </pc:spChg>
        <pc:grpChg chg="add">
          <ac:chgData name="Hegemann, Leonard" userId="dd8c3747-25ed-425c-adc6-7a85907e1974" providerId="ADAL" clId="{86FCE750-A617-5538-B96B-61210A9A794C}" dt="2026-06-16T09:37:14.326" v="23685" actId="164"/>
          <ac:grpSpMkLst>
            <pc:docMk/>
            <pc:sldMk cId="3513459578" sldId="2145707265"/>
            <ac:grpSpMk id="3087" creationId="{6417BBC5-C01B-8761-3429-3E5DFB97FEE0}"/>
          </ac:grpSpMkLst>
        </pc:grpChg>
        <pc:grpChg chg="add mod">
          <ac:chgData name="Hegemann, Leonard" userId="dd8c3747-25ed-425c-adc6-7a85907e1974" providerId="ADAL" clId="{86FCE750-A617-5538-B96B-61210A9A794C}" dt="2026-06-16T09:41:17.475" v="23827" actId="12788"/>
          <ac:grpSpMkLst>
            <pc:docMk/>
            <pc:sldMk cId="3513459578" sldId="2145707265"/>
            <ac:grpSpMk id="3089" creationId="{272A7094-A839-6DDD-306A-4B40132D9F31}"/>
          </ac:grpSpMkLst>
        </pc:grpChg>
        <pc:grpChg chg="add mod">
          <ac:chgData name="Hegemann, Leonard" userId="dd8c3747-25ed-425c-adc6-7a85907e1974" providerId="ADAL" clId="{86FCE750-A617-5538-B96B-61210A9A794C}" dt="2026-06-16T09:40:01.260" v="23756" actId="1036"/>
          <ac:grpSpMkLst>
            <pc:docMk/>
            <pc:sldMk cId="3513459578" sldId="2145707265"/>
            <ac:grpSpMk id="3090" creationId="{3B6B599A-9B20-8214-AE1F-947300482BA9}"/>
          </ac:grpSpMkLst>
        </pc:grpChg>
        <pc:grpChg chg="add mod">
          <ac:chgData name="Hegemann, Leonard" userId="dd8c3747-25ed-425c-adc6-7a85907e1974" providerId="ADAL" clId="{86FCE750-A617-5538-B96B-61210A9A794C}" dt="2026-06-16T10:01:04.128" v="24245" actId="1076"/>
          <ac:grpSpMkLst>
            <pc:docMk/>
            <pc:sldMk cId="3513459578" sldId="2145707265"/>
            <ac:grpSpMk id="3092" creationId="{DE9871F8-5521-F756-5C61-7843DF2E7FA5}"/>
          </ac:grpSpMkLst>
        </pc:grpChg>
        <pc:grpChg chg="add mod">
          <ac:chgData name="Hegemann, Leonard" userId="dd8c3747-25ed-425c-adc6-7a85907e1974" providerId="ADAL" clId="{86FCE750-A617-5538-B96B-61210A9A794C}" dt="2026-06-16T09:40:37.963" v="23761" actId="12788"/>
          <ac:grpSpMkLst>
            <pc:docMk/>
            <pc:sldMk cId="3513459578" sldId="2145707265"/>
            <ac:grpSpMk id="3187" creationId="{988C3E70-952C-2D5B-D1BB-FA5BBD6E46C7}"/>
          </ac:grpSpMkLst>
        </pc:grpChg>
        <pc:grpChg chg="add mod">
          <ac:chgData name="Hegemann, Leonard" userId="dd8c3747-25ed-425c-adc6-7a85907e1974" providerId="ADAL" clId="{86FCE750-A617-5538-B96B-61210A9A794C}" dt="2026-06-16T09:40:37.963" v="23761" actId="12788"/>
          <ac:grpSpMkLst>
            <pc:docMk/>
            <pc:sldMk cId="3513459578" sldId="2145707265"/>
            <ac:grpSpMk id="3188" creationId="{482108D9-BF12-2A2A-5E85-398CD2F9B8A2}"/>
          </ac:grpSpMkLst>
        </pc:grpChg>
        <pc:grpChg chg="add mod">
          <ac:chgData name="Hegemann, Leonard" userId="dd8c3747-25ed-425c-adc6-7a85907e1974" providerId="ADAL" clId="{86FCE750-A617-5538-B96B-61210A9A794C}" dt="2026-06-16T09:40:37.963" v="23761" actId="12788"/>
          <ac:grpSpMkLst>
            <pc:docMk/>
            <pc:sldMk cId="3513459578" sldId="2145707265"/>
            <ac:grpSpMk id="3189" creationId="{DC87DC50-0532-9D1F-E876-35B8A84B5D33}"/>
          </ac:grpSpMkLst>
        </pc:grpChg>
        <pc:grpChg chg="add mod">
          <ac:chgData name="Hegemann, Leonard" userId="dd8c3747-25ed-425c-adc6-7a85907e1974" providerId="ADAL" clId="{86FCE750-A617-5538-B96B-61210A9A794C}" dt="2026-06-16T09:41:06.804" v="23826" actId="12788"/>
          <ac:grpSpMkLst>
            <pc:docMk/>
            <pc:sldMk cId="3513459578" sldId="2145707265"/>
            <ac:grpSpMk id="3190" creationId="{197185BB-F729-75A2-0EA4-8211760D2A22}"/>
          </ac:grpSpMkLst>
        </pc:grpChg>
        <pc:grpChg chg="add mod">
          <ac:chgData name="Hegemann, Leonard" userId="dd8c3747-25ed-425c-adc6-7a85907e1974" providerId="ADAL" clId="{86FCE750-A617-5538-B96B-61210A9A794C}" dt="2026-06-16T09:40:31.822" v="23760" actId="12788"/>
          <ac:grpSpMkLst>
            <pc:docMk/>
            <pc:sldMk cId="3513459578" sldId="2145707265"/>
            <ac:grpSpMk id="3191" creationId="{A927DCDC-EF5C-193F-12A6-35F9A0EB56D7}"/>
          </ac:grpSpMkLst>
        </pc:grpChg>
        <pc:grpChg chg="add mod">
          <ac:chgData name="Hegemann, Leonard" userId="dd8c3747-25ed-425c-adc6-7a85907e1974" providerId="ADAL" clId="{86FCE750-A617-5538-B96B-61210A9A794C}" dt="2026-06-16T09:40:31.822" v="23760" actId="12788"/>
          <ac:grpSpMkLst>
            <pc:docMk/>
            <pc:sldMk cId="3513459578" sldId="2145707265"/>
            <ac:grpSpMk id="3192" creationId="{35615738-F780-1E94-7BD9-071E190081CD}"/>
          </ac:grpSpMkLst>
        </pc:grpChg>
        <pc:grpChg chg="add mod">
          <ac:chgData name="Hegemann, Leonard" userId="dd8c3747-25ed-425c-adc6-7a85907e1974" providerId="ADAL" clId="{86FCE750-A617-5538-B96B-61210A9A794C}" dt="2026-06-16T09:40:31.822" v="23760" actId="12788"/>
          <ac:grpSpMkLst>
            <pc:docMk/>
            <pc:sldMk cId="3513459578" sldId="2145707265"/>
            <ac:grpSpMk id="3196" creationId="{79906F08-5CAD-4E80-43EA-A8DF38001C0A}"/>
          </ac:grpSpMkLst>
        </pc:grpChg>
        <pc:picChg chg="add del mod">
          <ac:chgData name="Hegemann, Leonard" userId="dd8c3747-25ed-425c-adc6-7a85907e1974" providerId="ADAL" clId="{86FCE750-A617-5538-B96B-61210A9A794C}" dt="2026-06-16T08:56:27.596" v="22614" actId="478"/>
          <ac:picMkLst>
            <pc:docMk/>
            <pc:sldMk cId="3513459578" sldId="2145707265"/>
            <ac:picMk id="25" creationId="{1E68C02B-02E3-2DCB-E684-B86476D56142}"/>
          </ac:picMkLst>
        </pc:picChg>
        <pc:picChg chg="add mod">
          <ac:chgData name="Hegemann, Leonard" userId="dd8c3747-25ed-425c-adc6-7a85907e1974" providerId="ADAL" clId="{86FCE750-A617-5538-B96B-61210A9A794C}" dt="2026-06-16T10:01:52.715" v="24256" actId="207"/>
          <ac:picMkLst>
            <pc:docMk/>
            <pc:sldMk cId="3513459578" sldId="2145707265"/>
            <ac:picMk id="43" creationId="{9548ECB4-1791-1F26-53CF-7AFF1CA64464}"/>
          </ac:picMkLst>
        </pc:picChg>
        <pc:picChg chg="add mod">
          <ac:chgData name="Hegemann, Leonard" userId="dd8c3747-25ed-425c-adc6-7a85907e1974" providerId="ADAL" clId="{86FCE750-A617-5538-B96B-61210A9A794C}" dt="2026-06-16T09:29:06.273" v="23620" actId="554"/>
          <ac:picMkLst>
            <pc:docMk/>
            <pc:sldMk cId="3513459578" sldId="2145707265"/>
            <ac:picMk id="47" creationId="{3EC713B3-ACF9-C537-C030-7CF2663D675E}"/>
          </ac:picMkLst>
        </pc:picChg>
        <pc:picChg chg="add mod">
          <ac:chgData name="Hegemann, Leonard" userId="dd8c3747-25ed-425c-adc6-7a85907e1974" providerId="ADAL" clId="{86FCE750-A617-5538-B96B-61210A9A794C}" dt="2026-06-16T09:41:52.546" v="23830" actId="1076"/>
          <ac:picMkLst>
            <pc:docMk/>
            <pc:sldMk cId="3513459578" sldId="2145707265"/>
            <ac:picMk id="54" creationId="{8D019105-C004-AEFB-9188-1FD01BFA7B30}"/>
          </ac:picMkLst>
        </pc:picChg>
        <pc:picChg chg="mod">
          <ac:chgData name="Hegemann, Leonard" userId="dd8c3747-25ed-425c-adc6-7a85907e1974" providerId="ADAL" clId="{86FCE750-A617-5538-B96B-61210A9A794C}" dt="2026-06-16T08:48:39.202" v="22604" actId="1076"/>
          <ac:picMkLst>
            <pc:docMk/>
            <pc:sldMk cId="3513459578" sldId="2145707265"/>
            <ac:picMk id="56" creationId="{DE8010AC-8877-7C55-7187-B96E4C0C2FF6}"/>
          </ac:picMkLst>
        </pc:picChg>
        <pc:picChg chg="mod">
          <ac:chgData name="Hegemann, Leonard" userId="dd8c3747-25ed-425c-adc6-7a85907e1974" providerId="ADAL" clId="{86FCE750-A617-5538-B96B-61210A9A794C}" dt="2026-06-16T08:48:39.202" v="22604" actId="1076"/>
          <ac:picMkLst>
            <pc:docMk/>
            <pc:sldMk cId="3513459578" sldId="2145707265"/>
            <ac:picMk id="57" creationId="{8D18B74C-4E46-3636-36C7-EF13A97FBF41}"/>
          </ac:picMkLst>
        </pc:picChg>
        <pc:picChg chg="mod">
          <ac:chgData name="Hegemann, Leonard" userId="dd8c3747-25ed-425c-adc6-7a85907e1974" providerId="ADAL" clId="{86FCE750-A617-5538-B96B-61210A9A794C}" dt="2026-06-16T08:49:09.481" v="22605" actId="1076"/>
          <ac:picMkLst>
            <pc:docMk/>
            <pc:sldMk cId="3513459578" sldId="2145707265"/>
            <ac:picMk id="60" creationId="{6C60FD55-FF52-5CAB-ED93-6B5B8EAD8AFD}"/>
          </ac:picMkLst>
        </pc:picChg>
        <pc:picChg chg="mod">
          <ac:chgData name="Hegemann, Leonard" userId="dd8c3747-25ed-425c-adc6-7a85907e1974" providerId="ADAL" clId="{86FCE750-A617-5538-B96B-61210A9A794C}" dt="2026-06-16T08:49:09.481" v="22605" actId="1076"/>
          <ac:picMkLst>
            <pc:docMk/>
            <pc:sldMk cId="3513459578" sldId="2145707265"/>
            <ac:picMk id="61" creationId="{01152901-D384-B34B-6CE1-BAFFB1210BF7}"/>
          </ac:picMkLst>
        </pc:picChg>
        <pc:picChg chg="mod">
          <ac:chgData name="Hegemann, Leonard" userId="dd8c3747-25ed-425c-adc6-7a85907e1974" providerId="ADAL" clId="{86FCE750-A617-5538-B96B-61210A9A794C}" dt="2026-06-16T08:46:14.742" v="22597" actId="1035"/>
          <ac:picMkLst>
            <pc:docMk/>
            <pc:sldMk cId="3513459578" sldId="2145707265"/>
            <ac:picMk id="3082" creationId="{80C638E1-2610-D07F-5D05-14F2D2A8FC2C}"/>
          </ac:picMkLst>
        </pc:picChg>
        <pc:picChg chg="mod">
          <ac:chgData name="Hegemann, Leonard" userId="dd8c3747-25ed-425c-adc6-7a85907e1974" providerId="ADAL" clId="{86FCE750-A617-5538-B96B-61210A9A794C}" dt="2026-06-16T08:46:14.742" v="22597" actId="1035"/>
          <ac:picMkLst>
            <pc:docMk/>
            <pc:sldMk cId="3513459578" sldId="2145707265"/>
            <ac:picMk id="3102" creationId="{F2ADBE21-2146-876A-6B26-575F9E11C9AD}"/>
          </ac:picMkLst>
        </pc:picChg>
        <pc:picChg chg="add del mod">
          <ac:chgData name="Hegemann, Leonard" userId="dd8c3747-25ed-425c-adc6-7a85907e1974" providerId="ADAL" clId="{86FCE750-A617-5538-B96B-61210A9A794C}" dt="2026-06-16T09:06:29.981" v="22750" actId="478"/>
          <ac:picMkLst>
            <pc:docMk/>
            <pc:sldMk cId="3513459578" sldId="2145707265"/>
            <ac:picMk id="3141" creationId="{075DF722-086F-C497-DC1C-2B76B96F934F}"/>
          </ac:picMkLst>
        </pc:picChg>
        <pc:picChg chg="add mod">
          <ac:chgData name="Hegemann, Leonard" userId="dd8c3747-25ed-425c-adc6-7a85907e1974" providerId="ADAL" clId="{86FCE750-A617-5538-B96B-61210A9A794C}" dt="2026-06-16T10:01:52.715" v="24256" actId="207"/>
          <ac:picMkLst>
            <pc:docMk/>
            <pc:sldMk cId="3513459578" sldId="2145707265"/>
            <ac:picMk id="3143" creationId="{4A0EF2BF-8CC0-8DBC-FAB2-2ECCD3E80C63}"/>
          </ac:picMkLst>
        </pc:picChg>
        <pc:picChg chg="add mod">
          <ac:chgData name="Hegemann, Leonard" userId="dd8c3747-25ed-425c-adc6-7a85907e1974" providerId="ADAL" clId="{86FCE750-A617-5538-B96B-61210A9A794C}" dt="2026-06-16T10:01:52.715" v="24256" actId="207"/>
          <ac:picMkLst>
            <pc:docMk/>
            <pc:sldMk cId="3513459578" sldId="2145707265"/>
            <ac:picMk id="3147" creationId="{47E9B2AE-937E-6415-249F-8798B5C13B9E}"/>
          </ac:picMkLst>
        </pc:picChg>
        <pc:picChg chg="add mod">
          <ac:chgData name="Hegemann, Leonard" userId="dd8c3747-25ed-425c-adc6-7a85907e1974" providerId="ADAL" clId="{86FCE750-A617-5538-B96B-61210A9A794C}" dt="2026-06-16T10:01:52.715" v="24256" actId="207"/>
          <ac:picMkLst>
            <pc:docMk/>
            <pc:sldMk cId="3513459578" sldId="2145707265"/>
            <ac:picMk id="3153" creationId="{E9E14292-74C3-DCB3-BBD6-E15409E2F2E8}"/>
          </ac:picMkLst>
        </pc:picChg>
        <pc:picChg chg="add mod">
          <ac:chgData name="Hegemann, Leonard" userId="dd8c3747-25ed-425c-adc6-7a85907e1974" providerId="ADAL" clId="{86FCE750-A617-5538-B96B-61210A9A794C}" dt="2026-06-16T09:30:39.702" v="23630" actId="12789"/>
          <ac:picMkLst>
            <pc:docMk/>
            <pc:sldMk cId="3513459578" sldId="2145707265"/>
            <ac:picMk id="3156" creationId="{208B0E12-16EB-42B6-FBCB-985D3A70B2C4}"/>
          </ac:picMkLst>
        </pc:picChg>
        <pc:picChg chg="add mod">
          <ac:chgData name="Hegemann, Leonard" userId="dd8c3747-25ed-425c-adc6-7a85907e1974" providerId="ADAL" clId="{86FCE750-A617-5538-B96B-61210A9A794C}" dt="2026-06-16T10:01:52.715" v="24256" actId="207"/>
          <ac:picMkLst>
            <pc:docMk/>
            <pc:sldMk cId="3513459578" sldId="2145707265"/>
            <ac:picMk id="3160" creationId="{51AB0733-03F2-5605-EF69-D9B270E308D4}"/>
          </ac:picMkLst>
        </pc:picChg>
        <pc:picChg chg="add del mod">
          <ac:chgData name="Hegemann, Leonard" userId="dd8c3747-25ed-425c-adc6-7a85907e1974" providerId="ADAL" clId="{86FCE750-A617-5538-B96B-61210A9A794C}" dt="2026-06-16T09:18:40.180" v="23241" actId="478"/>
          <ac:picMkLst>
            <pc:docMk/>
            <pc:sldMk cId="3513459578" sldId="2145707265"/>
            <ac:picMk id="3163" creationId="{9B30ECA5-AE5D-F9A9-3338-9B374633DAF7}"/>
          </ac:picMkLst>
        </pc:picChg>
        <pc:picChg chg="add mod">
          <ac:chgData name="Hegemann, Leonard" userId="dd8c3747-25ed-425c-adc6-7a85907e1974" providerId="ADAL" clId="{86FCE750-A617-5538-B96B-61210A9A794C}" dt="2026-06-16T10:01:52.715" v="24256" actId="207"/>
          <ac:picMkLst>
            <pc:docMk/>
            <pc:sldMk cId="3513459578" sldId="2145707265"/>
            <ac:picMk id="3166" creationId="{DB9E3283-F74C-A8AE-751C-18445DEA146C}"/>
          </ac:picMkLst>
        </pc:picChg>
        <pc:picChg chg="add del mod">
          <ac:chgData name="Hegemann, Leonard" userId="dd8c3747-25ed-425c-adc6-7a85907e1974" providerId="ADAL" clId="{86FCE750-A617-5538-B96B-61210A9A794C}" dt="2026-06-16T09:22:56.237" v="23410" actId="478"/>
          <ac:picMkLst>
            <pc:docMk/>
            <pc:sldMk cId="3513459578" sldId="2145707265"/>
            <ac:picMk id="3169" creationId="{A91ADBB3-31F1-697E-A139-8DEDD7F8D243}"/>
          </ac:picMkLst>
        </pc:picChg>
        <pc:picChg chg="add del mod">
          <ac:chgData name="Hegemann, Leonard" userId="dd8c3747-25ed-425c-adc6-7a85907e1974" providerId="ADAL" clId="{86FCE750-A617-5538-B96B-61210A9A794C}" dt="2026-06-16T09:22:58.935" v="23411" actId="478"/>
          <ac:picMkLst>
            <pc:docMk/>
            <pc:sldMk cId="3513459578" sldId="2145707265"/>
            <ac:picMk id="3172" creationId="{6875042F-6471-BE61-B744-5BC4979C88A2}"/>
          </ac:picMkLst>
        </pc:picChg>
        <pc:picChg chg="add mod">
          <ac:chgData name="Hegemann, Leonard" userId="dd8c3747-25ed-425c-adc6-7a85907e1974" providerId="ADAL" clId="{86FCE750-A617-5538-B96B-61210A9A794C}" dt="2026-06-16T10:01:52.715" v="24256" actId="207"/>
          <ac:picMkLst>
            <pc:docMk/>
            <pc:sldMk cId="3513459578" sldId="2145707265"/>
            <ac:picMk id="3175" creationId="{6FD05ADC-311D-70CE-4BD5-8F3F3E2D119A}"/>
          </ac:picMkLst>
        </pc:picChg>
        <pc:picChg chg="add del mod">
          <ac:chgData name="Hegemann, Leonard" userId="dd8c3747-25ed-425c-adc6-7a85907e1974" providerId="ADAL" clId="{86FCE750-A617-5538-B96B-61210A9A794C}" dt="2026-06-16T09:34:19.210" v="23656" actId="478"/>
          <ac:picMkLst>
            <pc:docMk/>
            <pc:sldMk cId="3513459578" sldId="2145707265"/>
            <ac:picMk id="3176" creationId="{1EFBC084-DD60-E176-92EF-58F34C5BC8C4}"/>
          </ac:picMkLst>
        </pc:picChg>
        <pc:picChg chg="add del mod">
          <ac:chgData name="Hegemann, Leonard" userId="dd8c3747-25ed-425c-adc6-7a85907e1974" providerId="ADAL" clId="{86FCE750-A617-5538-B96B-61210A9A794C}" dt="2026-06-16T09:34:19.210" v="23656" actId="478"/>
          <ac:picMkLst>
            <pc:docMk/>
            <pc:sldMk cId="3513459578" sldId="2145707265"/>
            <ac:picMk id="3177" creationId="{2FCD1E06-9884-C751-919E-5F7218C5B003}"/>
          </ac:picMkLst>
        </pc:picChg>
        <pc:picChg chg="add mod">
          <ac:chgData name="Hegemann, Leonard" userId="dd8c3747-25ed-425c-adc6-7a85907e1974" providerId="ADAL" clId="{86FCE750-A617-5538-B96B-61210A9A794C}" dt="2026-06-16T10:01:52.715" v="24256" actId="207"/>
          <ac:picMkLst>
            <pc:docMk/>
            <pc:sldMk cId="3513459578" sldId="2145707265"/>
            <ac:picMk id="3179" creationId="{8261C1C2-9E22-42C7-3295-A94453ADBCA0}"/>
          </ac:picMkLst>
        </pc:picChg>
        <pc:picChg chg="add mod">
          <ac:chgData name="Hegemann, Leonard" userId="dd8c3747-25ed-425c-adc6-7a85907e1974" providerId="ADAL" clId="{86FCE750-A617-5538-B96B-61210A9A794C}" dt="2026-06-16T09:36:16.384" v="23679" actId="1076"/>
          <ac:picMkLst>
            <pc:docMk/>
            <pc:sldMk cId="3513459578" sldId="2145707265"/>
            <ac:picMk id="3184" creationId="{7DDE603C-2152-48DE-DD22-3604C40DE218}"/>
          </ac:picMkLst>
        </pc:picChg>
        <pc:picChg chg="mod">
          <ac:chgData name="Hegemann, Leonard" userId="dd8c3747-25ed-425c-adc6-7a85907e1974" providerId="ADAL" clId="{86FCE750-A617-5538-B96B-61210A9A794C}" dt="2026-06-16T10:01:52.715" v="24256" actId="207"/>
          <ac:picMkLst>
            <pc:docMk/>
            <pc:sldMk cId="3513459578" sldId="2145707265"/>
            <ac:picMk id="3195" creationId="{3708C20C-04A8-F857-BA41-68D38226DFC4}"/>
          </ac:picMkLst>
        </pc:picChg>
        <pc:picChg chg="mod">
          <ac:chgData name="Hegemann, Leonard" userId="dd8c3747-25ed-425c-adc6-7a85907e1974" providerId="ADAL" clId="{86FCE750-A617-5538-B96B-61210A9A794C}" dt="2026-06-16T10:01:52.715" v="24256" actId="207"/>
          <ac:picMkLst>
            <pc:docMk/>
            <pc:sldMk cId="3513459578" sldId="2145707265"/>
            <ac:picMk id="3199" creationId="{F08CE95C-AD32-C418-36AA-DED82EC5DAA5}"/>
          </ac:picMkLst>
        </pc:picChg>
        <pc:cxnChg chg="mod">
          <ac:chgData name="Hegemann, Leonard" userId="dd8c3747-25ed-425c-adc6-7a85907e1974" providerId="ADAL" clId="{86FCE750-A617-5538-B96B-61210A9A794C}" dt="2026-06-16T08:49:09.481" v="22605" actId="1076"/>
          <ac:cxnSpMkLst>
            <pc:docMk/>
            <pc:sldMk cId="3513459578" sldId="2145707265"/>
            <ac:cxnSpMk id="3079" creationId="{7EBFF55E-66FC-2925-09E2-DE00D235A89A}"/>
          </ac:cxnSpMkLst>
        </pc:cxnChg>
        <pc:cxnChg chg="mod">
          <ac:chgData name="Hegemann, Leonard" userId="dd8c3747-25ed-425c-adc6-7a85907e1974" providerId="ADAL" clId="{86FCE750-A617-5538-B96B-61210A9A794C}" dt="2026-06-16T08:48:39.202" v="22604" actId="1076"/>
          <ac:cxnSpMkLst>
            <pc:docMk/>
            <pc:sldMk cId="3513459578" sldId="2145707265"/>
            <ac:cxnSpMk id="3084" creationId="{5C1C5089-6A36-48A4-802E-09AC437643C8}"/>
          </ac:cxnSpMkLst>
        </pc:cxnChg>
        <pc:cxnChg chg="mod">
          <ac:chgData name="Hegemann, Leonard" userId="dd8c3747-25ed-425c-adc6-7a85907e1974" providerId="ADAL" clId="{86FCE750-A617-5538-B96B-61210A9A794C}" dt="2026-06-16T08:49:09.481" v="22605" actId="1076"/>
          <ac:cxnSpMkLst>
            <pc:docMk/>
            <pc:sldMk cId="3513459578" sldId="2145707265"/>
            <ac:cxnSpMk id="3086" creationId="{0D0CDE43-8409-03DF-6AD8-6E973ADA74DB}"/>
          </ac:cxnSpMkLst>
        </pc:cxnChg>
        <pc:cxnChg chg="mod">
          <ac:chgData name="Hegemann, Leonard" userId="dd8c3747-25ed-425c-adc6-7a85907e1974" providerId="ADAL" clId="{86FCE750-A617-5538-B96B-61210A9A794C}" dt="2026-06-16T08:46:14.742" v="22597" actId="1035"/>
          <ac:cxnSpMkLst>
            <pc:docMk/>
            <pc:sldMk cId="3513459578" sldId="2145707265"/>
            <ac:cxnSpMk id="3088" creationId="{6E2ACBC3-F209-958F-D947-0EF26756A859}"/>
          </ac:cxnSpMkLst>
        </pc:cxnChg>
        <pc:cxnChg chg="mod">
          <ac:chgData name="Hegemann, Leonard" userId="dd8c3747-25ed-425c-adc6-7a85907e1974" providerId="ADAL" clId="{86FCE750-A617-5538-B96B-61210A9A794C}" dt="2026-06-16T08:48:39.202" v="22604" actId="1076"/>
          <ac:cxnSpMkLst>
            <pc:docMk/>
            <pc:sldMk cId="3513459578" sldId="2145707265"/>
            <ac:cxnSpMk id="3091" creationId="{212AE8EF-0D43-09F7-09FD-DD83308A5143}"/>
          </ac:cxnSpMkLst>
        </pc:cxnChg>
        <pc:cxnChg chg="mod">
          <ac:chgData name="Hegemann, Leonard" userId="dd8c3747-25ed-425c-adc6-7a85907e1974" providerId="ADAL" clId="{86FCE750-A617-5538-B96B-61210A9A794C}" dt="2026-06-16T08:49:09.481" v="22605" actId="1076"/>
          <ac:cxnSpMkLst>
            <pc:docMk/>
            <pc:sldMk cId="3513459578" sldId="2145707265"/>
            <ac:cxnSpMk id="3093" creationId="{46A750CE-64D6-DAC2-FCAD-C81864B1473F}"/>
          </ac:cxnSpMkLst>
        </pc:cxnChg>
        <pc:cxnChg chg="add del">
          <ac:chgData name="Hegemann, Leonard" userId="dd8c3747-25ed-425c-adc6-7a85907e1974" providerId="ADAL" clId="{86FCE750-A617-5538-B96B-61210A9A794C}" dt="2026-06-16T09:42:16.222" v="23832" actId="478"/>
          <ac:cxnSpMkLst>
            <pc:docMk/>
            <pc:sldMk cId="3513459578" sldId="2145707265"/>
            <ac:cxnSpMk id="3095" creationId="{4DEA17C9-3839-C54B-01B5-FFA50B18797C}"/>
          </ac:cxnSpMkLst>
        </pc:cxnChg>
        <pc:cxnChg chg="add mod">
          <ac:chgData name="Hegemann, Leonard" userId="dd8c3747-25ed-425c-adc6-7a85907e1974" providerId="ADAL" clId="{86FCE750-A617-5538-B96B-61210A9A794C}" dt="2026-06-16T09:42:54.670" v="23837" actId="693"/>
          <ac:cxnSpMkLst>
            <pc:docMk/>
            <pc:sldMk cId="3513459578" sldId="2145707265"/>
            <ac:cxnSpMk id="3097" creationId="{6424836F-6579-82F0-CD02-475F7F570EB9}"/>
          </ac:cxnSpMkLst>
        </pc:cxnChg>
        <pc:cxnChg chg="add mod">
          <ac:chgData name="Hegemann, Leonard" userId="dd8c3747-25ed-425c-adc6-7a85907e1974" providerId="ADAL" clId="{86FCE750-A617-5538-B96B-61210A9A794C}" dt="2026-06-16T09:42:54.670" v="23837" actId="693"/>
          <ac:cxnSpMkLst>
            <pc:docMk/>
            <pc:sldMk cId="3513459578" sldId="2145707265"/>
            <ac:cxnSpMk id="3101" creationId="{2892D4EB-EBA3-B2E9-8B9D-069B74D78C31}"/>
          </ac:cxnSpMkLst>
        </pc:cxnChg>
        <pc:cxnChg chg="add del mod">
          <ac:chgData name="Hegemann, Leonard" userId="dd8c3747-25ed-425c-adc6-7a85907e1974" providerId="ADAL" clId="{86FCE750-A617-5538-B96B-61210A9A794C}" dt="2026-06-16T09:44:08.529" v="23841" actId="478"/>
          <ac:cxnSpMkLst>
            <pc:docMk/>
            <pc:sldMk cId="3513459578" sldId="2145707265"/>
            <ac:cxnSpMk id="3107" creationId="{3C861CA0-2956-B6DE-C39B-67A231F1615D}"/>
          </ac:cxnSpMkLst>
        </pc:cxnChg>
        <pc:cxnChg chg="add del mod">
          <ac:chgData name="Hegemann, Leonard" userId="dd8c3747-25ed-425c-adc6-7a85907e1974" providerId="ADAL" clId="{86FCE750-A617-5538-B96B-61210A9A794C}" dt="2026-06-16T09:44:41.078" v="23845" actId="478"/>
          <ac:cxnSpMkLst>
            <pc:docMk/>
            <pc:sldMk cId="3513459578" sldId="2145707265"/>
            <ac:cxnSpMk id="3109" creationId="{0CE8EC4E-9CBC-6F31-8409-F284B651D53F}"/>
          </ac:cxnSpMkLst>
        </pc:cxnChg>
        <pc:cxnChg chg="add del mod">
          <ac:chgData name="Hegemann, Leonard" userId="dd8c3747-25ed-425c-adc6-7a85907e1974" providerId="ADAL" clId="{86FCE750-A617-5538-B96B-61210A9A794C}" dt="2026-06-16T09:44:42.020" v="23846" actId="478"/>
          <ac:cxnSpMkLst>
            <pc:docMk/>
            <pc:sldMk cId="3513459578" sldId="2145707265"/>
            <ac:cxnSpMk id="3112" creationId="{E372646D-B7FF-00E3-8ACC-9E17D659B8A2}"/>
          </ac:cxnSpMkLst>
        </pc:cxnChg>
        <pc:cxnChg chg="add mod">
          <ac:chgData name="Hegemann, Leonard" userId="dd8c3747-25ed-425c-adc6-7a85907e1974" providerId="ADAL" clId="{86FCE750-A617-5538-B96B-61210A9A794C}" dt="2026-06-16T09:45:08.834" v="23854" actId="208"/>
          <ac:cxnSpMkLst>
            <pc:docMk/>
            <pc:sldMk cId="3513459578" sldId="2145707265"/>
            <ac:cxnSpMk id="3114" creationId="{5EB89E87-D33B-F5DE-4805-1BD20887AD3A}"/>
          </ac:cxnSpMkLst>
        </pc:cxnChg>
        <pc:cxnChg chg="del">
          <ac:chgData name="Hegemann, Leonard" userId="dd8c3747-25ed-425c-adc6-7a85907e1974" providerId="ADAL" clId="{86FCE750-A617-5538-B96B-61210A9A794C}" dt="2026-06-16T08:45:09.934" v="22575" actId="478"/>
          <ac:cxnSpMkLst>
            <pc:docMk/>
            <pc:sldMk cId="3513459578" sldId="2145707265"/>
            <ac:cxnSpMk id="3116" creationId="{26A35B79-0DC8-6494-A5B4-FB680D707E49}"/>
          </ac:cxnSpMkLst>
        </pc:cxnChg>
        <pc:cxnChg chg="add mod">
          <ac:chgData name="Hegemann, Leonard" userId="dd8c3747-25ed-425c-adc6-7a85907e1974" providerId="ADAL" clId="{86FCE750-A617-5538-B96B-61210A9A794C}" dt="2026-06-16T09:45:08.834" v="23854" actId="208"/>
          <ac:cxnSpMkLst>
            <pc:docMk/>
            <pc:sldMk cId="3513459578" sldId="2145707265"/>
            <ac:cxnSpMk id="3120" creationId="{B02509E4-5A5A-82F3-963F-98D0A04EF789}"/>
          </ac:cxnSpMkLst>
        </pc:cxnChg>
        <pc:cxnChg chg="add mod">
          <ac:chgData name="Hegemann, Leonard" userId="dd8c3747-25ed-425c-adc6-7a85907e1974" providerId="ADAL" clId="{86FCE750-A617-5538-B96B-61210A9A794C}" dt="2026-06-16T09:45:08.834" v="23854" actId="208"/>
          <ac:cxnSpMkLst>
            <pc:docMk/>
            <pc:sldMk cId="3513459578" sldId="2145707265"/>
            <ac:cxnSpMk id="3121" creationId="{E98E7115-B527-A377-5B48-4C4B50747BC9}"/>
          </ac:cxnSpMkLst>
        </pc:cxnChg>
        <pc:cxnChg chg="add mod">
          <ac:chgData name="Hegemann, Leonard" userId="dd8c3747-25ed-425c-adc6-7a85907e1974" providerId="ADAL" clId="{86FCE750-A617-5538-B96B-61210A9A794C}" dt="2026-06-16T09:45:24.885" v="23858" actId="14100"/>
          <ac:cxnSpMkLst>
            <pc:docMk/>
            <pc:sldMk cId="3513459578" sldId="2145707265"/>
            <ac:cxnSpMk id="3122" creationId="{FF17704E-2E02-EC04-FCDC-09371FFF0C4C}"/>
          </ac:cxnSpMkLst>
        </pc:cxnChg>
        <pc:cxnChg chg="add mod">
          <ac:chgData name="Hegemann, Leonard" userId="dd8c3747-25ed-425c-adc6-7a85907e1974" providerId="ADAL" clId="{86FCE750-A617-5538-B96B-61210A9A794C}" dt="2026-06-16T09:45:51.872" v="23863" actId="14100"/>
          <ac:cxnSpMkLst>
            <pc:docMk/>
            <pc:sldMk cId="3513459578" sldId="2145707265"/>
            <ac:cxnSpMk id="3125" creationId="{510896B4-778C-CCE8-99D1-26F76B005189}"/>
          </ac:cxnSpMkLst>
        </pc:cxnChg>
        <pc:cxnChg chg="add mod">
          <ac:chgData name="Hegemann, Leonard" userId="dd8c3747-25ed-425c-adc6-7a85907e1974" providerId="ADAL" clId="{86FCE750-A617-5538-B96B-61210A9A794C}" dt="2026-06-16T09:46:01.973" v="23866" actId="14100"/>
          <ac:cxnSpMkLst>
            <pc:docMk/>
            <pc:sldMk cId="3513459578" sldId="2145707265"/>
            <ac:cxnSpMk id="3129" creationId="{14F7C7A9-5676-6E58-70B7-065C7738672C}"/>
          </ac:cxnSpMkLst>
        </pc:cxnChg>
        <pc:cxnChg chg="add mod">
          <ac:chgData name="Hegemann, Leonard" userId="dd8c3747-25ed-425c-adc6-7a85907e1974" providerId="ADAL" clId="{86FCE750-A617-5538-B96B-61210A9A794C}" dt="2026-06-16T09:46:09.202" v="23869" actId="14100"/>
          <ac:cxnSpMkLst>
            <pc:docMk/>
            <pc:sldMk cId="3513459578" sldId="2145707265"/>
            <ac:cxnSpMk id="3132" creationId="{8DA74D9E-038A-71A9-AC27-0A5D060C80E5}"/>
          </ac:cxnSpMkLst>
        </pc:cxnChg>
        <pc:cxnChg chg="add mod">
          <ac:chgData name="Hegemann, Leonard" userId="dd8c3747-25ed-425c-adc6-7a85907e1974" providerId="ADAL" clId="{86FCE750-A617-5538-B96B-61210A9A794C}" dt="2026-06-16T09:46:41.953" v="23877" actId="14100"/>
          <ac:cxnSpMkLst>
            <pc:docMk/>
            <pc:sldMk cId="3513459578" sldId="2145707265"/>
            <ac:cxnSpMk id="3202" creationId="{A5433731-CD51-938B-74E6-836BEF63CADC}"/>
          </ac:cxnSpMkLst>
        </pc:cxnChg>
        <pc:cxnChg chg="add mod">
          <ac:chgData name="Hegemann, Leonard" userId="dd8c3747-25ed-425c-adc6-7a85907e1974" providerId="ADAL" clId="{86FCE750-A617-5538-B96B-61210A9A794C}" dt="2026-06-16T09:46:34.052" v="23876" actId="14100"/>
          <ac:cxnSpMkLst>
            <pc:docMk/>
            <pc:sldMk cId="3513459578" sldId="2145707265"/>
            <ac:cxnSpMk id="3205" creationId="{19929B59-1170-8021-3AB1-ED96BE483DDC}"/>
          </ac:cxnSpMkLst>
        </pc:cxnChg>
        <pc:cxnChg chg="add mod">
          <ac:chgData name="Hegemann, Leonard" userId="dd8c3747-25ed-425c-adc6-7a85907e1974" providerId="ADAL" clId="{86FCE750-A617-5538-B96B-61210A9A794C}" dt="2026-06-16T09:46:49.194" v="23880" actId="14100"/>
          <ac:cxnSpMkLst>
            <pc:docMk/>
            <pc:sldMk cId="3513459578" sldId="2145707265"/>
            <ac:cxnSpMk id="3209" creationId="{0B9271A7-3197-A912-C966-63859BAEFD80}"/>
          </ac:cxnSpMkLst>
        </pc:cxnChg>
        <pc:cxnChg chg="add mod">
          <ac:chgData name="Hegemann, Leonard" userId="dd8c3747-25ed-425c-adc6-7a85907e1974" providerId="ADAL" clId="{86FCE750-A617-5538-B96B-61210A9A794C}" dt="2026-06-16T10:01:04.128" v="24245" actId="1076"/>
          <ac:cxnSpMkLst>
            <pc:docMk/>
            <pc:sldMk cId="3513459578" sldId="2145707265"/>
            <ac:cxnSpMk id="3212" creationId="{0366B83F-0E13-5F4A-C7DF-9918BF8C67D4}"/>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23734784-8B50-439E-A738-BDC6800B9A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AEF4E166-A62C-4F00-A235-7EC6640A7D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635C3B-36CA-4AC0-968D-BDD4B9435C1B}" type="datetimeFigureOut">
              <a:rPr lang="de-DE" smtClean="0"/>
              <a:t>19.10.26</a:t>
            </a:fld>
            <a:endParaRPr lang="de-DE"/>
          </a:p>
        </p:txBody>
      </p:sp>
      <p:sp>
        <p:nvSpPr>
          <p:cNvPr id="4" name="Fußzeilenplatzhalter 3">
            <a:extLst>
              <a:ext uri="{FF2B5EF4-FFF2-40B4-BE49-F238E27FC236}">
                <a16:creationId xmlns:a16="http://schemas.microsoft.com/office/drawing/2014/main" id="{C2EA3053-7ADA-45D3-B80E-7B2FAD1312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DA429F9D-498D-460E-ACD4-843DDBD1DA4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318AACB-88B5-406E-911D-B80207CFB601}" type="slidenum">
              <a:rPr lang="de-DE" smtClean="0"/>
              <a:t>‹#›</a:t>
            </a:fld>
            <a:endParaRPr lang="de-DE"/>
          </a:p>
        </p:txBody>
      </p:sp>
    </p:spTree>
    <p:extLst>
      <p:ext uri="{BB962C8B-B14F-4D97-AF65-F5344CB8AC3E}">
        <p14:creationId xmlns:p14="http://schemas.microsoft.com/office/powerpoint/2010/main" val="3831747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531E23-3671-4EB1-A929-4F2D23AD3768}" type="datetimeFigureOut">
              <a:rPr lang="en-US" smtClean="0"/>
              <a:t>10/19/26</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235E42-08C2-4B51-8226-949D8765D5FF}" type="slidenum">
              <a:rPr lang="en-US" smtClean="0"/>
              <a:t>‹#›</a:t>
            </a:fld>
            <a:endParaRPr lang="en-US"/>
          </a:p>
        </p:txBody>
      </p:sp>
    </p:spTree>
    <p:extLst>
      <p:ext uri="{BB962C8B-B14F-4D97-AF65-F5344CB8AC3E}">
        <p14:creationId xmlns:p14="http://schemas.microsoft.com/office/powerpoint/2010/main" val="583611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www.wirtschaftsinformatik.fraunhofer.de/" TargetMode="External"/><Relationship Id="rId5" Type="http://schemas.openxmlformats.org/officeDocument/2006/relationships/hyperlink" Target="http://www.fim-rc.de/" TargetMode="Externa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www.fim-rc.de/" TargetMode="External"/><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hyperlink" Target="http://www.wirtschaftsinformatik.fraunhofer.de/" TargetMode="Externa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www.wirtschaftsinformatik.fraunhofer.de/" TargetMode="External"/><Relationship Id="rId2" Type="http://schemas.openxmlformats.org/officeDocument/2006/relationships/hyperlink" Target="http://www.fim-rc.de/" TargetMode="External"/><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image" Target="../media/image5.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4.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9.svg"/><Relationship Id="rId4" Type="http://schemas.openxmlformats.org/officeDocument/2006/relationships/image" Target="../media/image5.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hyperlink" Target="http://www.wirtschaftsinformatik.fraunhofer.de/" TargetMode="External"/><Relationship Id="rId7" Type="http://schemas.openxmlformats.org/officeDocument/2006/relationships/image" Target="../media/image13.png"/><Relationship Id="rId2" Type="http://schemas.openxmlformats.org/officeDocument/2006/relationships/hyperlink" Target="http://www.fim-rc.de/" TargetMode="External"/><Relationship Id="rId1" Type="http://schemas.openxmlformats.org/officeDocument/2006/relationships/slideMaster" Target="../slideMasters/slideMaster2.xml"/><Relationship Id="rId6" Type="http://schemas.openxmlformats.org/officeDocument/2006/relationships/image" Target="../media/image2.svg"/><Relationship Id="rId5" Type="http://schemas.openxmlformats.org/officeDocument/2006/relationships/image" Target="../media/image12.png"/><Relationship Id="rId4" Type="http://schemas.openxmlformats.org/officeDocument/2006/relationships/hyperlink" Target="https://digital.uni-hohenheim.de/" TargetMode="Externa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hyperlink" Target="http://www.wirtschaftsinformatik.fraunhofer.de/" TargetMode="External"/><Relationship Id="rId7" Type="http://schemas.openxmlformats.org/officeDocument/2006/relationships/image" Target="../media/image13.png"/><Relationship Id="rId2" Type="http://schemas.openxmlformats.org/officeDocument/2006/relationships/hyperlink" Target="http://www.fim-rc.de/" TargetMode="External"/><Relationship Id="rId1" Type="http://schemas.openxmlformats.org/officeDocument/2006/relationships/slideMaster" Target="../slideMasters/slideMaster2.xml"/><Relationship Id="rId6" Type="http://schemas.openxmlformats.org/officeDocument/2006/relationships/image" Target="../media/image2.svg"/><Relationship Id="rId5" Type="http://schemas.openxmlformats.org/officeDocument/2006/relationships/image" Target="../media/image12.png"/><Relationship Id="rId4" Type="http://schemas.openxmlformats.org/officeDocument/2006/relationships/hyperlink" Target="https://digital.uni-hohenheim.de/" TargetMode="External"/></Relationships>
</file>

<file path=ppt/slideLayouts/_rels/slideLayout36.xml.rels><?xml version="1.0" encoding="UTF-8" standalone="yes"?>
<Relationships xmlns="http://schemas.openxmlformats.org/package/2006/relationships"><Relationship Id="rId3" Type="http://schemas.openxmlformats.org/officeDocument/2006/relationships/hyperlink" Target="https://digital.uni-hohenheim.de/" TargetMode="External"/><Relationship Id="rId7" Type="http://schemas.openxmlformats.org/officeDocument/2006/relationships/image" Target="../media/image18.svg"/><Relationship Id="rId2" Type="http://schemas.openxmlformats.org/officeDocument/2006/relationships/image" Target="../media/image14.jpeg"/><Relationship Id="rId1" Type="http://schemas.openxmlformats.org/officeDocument/2006/relationships/slideMaster" Target="../slideMasters/slideMaster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2.xml"/><Relationship Id="rId5" Type="http://schemas.openxmlformats.org/officeDocument/2006/relationships/image" Target="../media/image18.svg"/><Relationship Id="rId4" Type="http://schemas.openxmlformats.org/officeDocument/2006/relationships/image" Target="../media/image17.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2.xml"/><Relationship Id="rId5" Type="http://schemas.openxmlformats.org/officeDocument/2006/relationships/image" Target="../media/image18.svg"/><Relationship Id="rId4" Type="http://schemas.openxmlformats.org/officeDocument/2006/relationships/image" Target="../media/image17.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2.png"/><Relationship Id="rId7" Type="http://schemas.openxmlformats.org/officeDocument/2006/relationships/image" Target="../media/image20.sv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19.svg"/><Relationship Id="rId5" Type="http://schemas.openxmlformats.org/officeDocument/2006/relationships/image" Target="../media/image13.png"/><Relationship Id="rId4" Type="http://schemas.openxmlformats.org/officeDocument/2006/relationships/image" Target="../media/image2.svg"/></Relationships>
</file>

<file path=ppt/slideLayouts/_rels/slideLayout56.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2.png"/><Relationship Id="rId7" Type="http://schemas.openxmlformats.org/officeDocument/2006/relationships/image" Target="../media/image21.sv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19.svg"/><Relationship Id="rId5" Type="http://schemas.openxmlformats.org/officeDocument/2006/relationships/image" Target="../media/image13.png"/><Relationship Id="rId4" Type="http://schemas.openxmlformats.org/officeDocument/2006/relationships/image" Target="../media/image2.svg"/><Relationship Id="rId9"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1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alle">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10574"/>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8227"/>
            <a:ext cx="7092583" cy="776288"/>
          </a:xfrm>
        </p:spPr>
        <p:txBody>
          <a:bodyPr/>
          <a:lstStyle>
            <a:lvl1pPr>
              <a:defRPr sz="2800"/>
            </a:lvl1pPr>
          </a:lstStyle>
          <a:p>
            <a:r>
              <a:rPr lang="de-DE"/>
              <a:t>Titelfolie Lorem</a:t>
            </a:r>
            <a:br>
              <a:rPr lang="de-DE"/>
            </a:br>
            <a:r>
              <a:rPr lang="de-DE"/>
              <a:t>Zweite Zeile Ipsum</a:t>
            </a:r>
            <a:endParaRPr lang="en-US"/>
          </a:p>
        </p:txBody>
      </p:sp>
      <p:cxnSp>
        <p:nvCxnSpPr>
          <p:cNvPr id="36" name="Gerader Verbinder 35">
            <a:extLst>
              <a:ext uri="{FF2B5EF4-FFF2-40B4-BE49-F238E27FC236}">
                <a16:creationId xmlns:a16="http://schemas.microsoft.com/office/drawing/2014/main" id="{0A6A1785-717B-4105-AEF1-3558EA09322A}"/>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B10034"/>
              </a:solidFill>
            </a:endParaRPr>
          </a:p>
        </p:txBody>
      </p:sp>
      <p:cxnSp>
        <p:nvCxnSpPr>
          <p:cNvPr id="137" name="Gerader Verbinder 136">
            <a:extLst>
              <a:ext uri="{FF2B5EF4-FFF2-40B4-BE49-F238E27FC236}">
                <a16:creationId xmlns:a16="http://schemas.microsoft.com/office/drawing/2014/main" id="{9F27BDD9-D063-403B-A5F1-57C38EF89F35}"/>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lvl1pPr>
          </a:lstStyle>
          <a:p>
            <a:r>
              <a:rPr lang="de-DE"/>
              <a:t> </a:t>
            </a:r>
            <a:endParaRPr lang="en-US"/>
          </a:p>
        </p:txBody>
      </p:sp>
      <p:sp>
        <p:nvSpPr>
          <p:cNvPr id="111" name="Textplatzhalter 38">
            <a:extLst>
              <a:ext uri="{FF2B5EF4-FFF2-40B4-BE49-F238E27FC236}">
                <a16:creationId xmlns:a16="http://schemas.microsoft.com/office/drawing/2014/main" id="{8772F2C6-6216-40E2-961F-FE177F24D208}"/>
              </a:ext>
            </a:extLst>
          </p:cNvPr>
          <p:cNvSpPr>
            <a:spLocks noGrp="1"/>
          </p:cNvSpPr>
          <p:nvPr>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dirty="0"/>
              <a:t>Untertitel </a:t>
            </a:r>
            <a:r>
              <a:rPr lang="de-DE" dirty="0" err="1"/>
              <a:t>Lorem</a:t>
            </a:r>
            <a:br>
              <a:rPr lang="de-DE" dirty="0"/>
            </a:br>
            <a:r>
              <a:rPr lang="de-DE" dirty="0"/>
              <a:t>Zweite Zeile Ipsum</a:t>
            </a:r>
            <a:endParaRPr lang="en-US" dirty="0"/>
          </a:p>
        </p:txBody>
      </p:sp>
      <p:sp>
        <p:nvSpPr>
          <p:cNvPr id="15" name="Textfeld 14">
            <a:extLst>
              <a:ext uri="{FF2B5EF4-FFF2-40B4-BE49-F238E27FC236}">
                <a16:creationId xmlns:a16="http://schemas.microsoft.com/office/drawing/2014/main" id="{034803B6-1E5B-CE4E-A696-6675417BFBE3}"/>
              </a:ext>
            </a:extLst>
          </p:cNvPr>
          <p:cNvSpPr txBox="1"/>
          <p:nvPr userDrawn="1"/>
        </p:nvSpPr>
        <p:spPr>
          <a:xfrm>
            <a:off x="4533901" y="2879766"/>
            <a:ext cx="7086599" cy="2412830"/>
          </a:xfrm>
          <a:prstGeom prst="rect">
            <a:avLst/>
          </a:prstGeom>
        </p:spPr>
        <p:txBody>
          <a:bodyPr vert="horz" wrap="square" lIns="0" tIns="0" rIns="0" bIns="0" rtlCol="0">
            <a:noAutofit/>
          </a:bodyPr>
          <a:lstStyle/>
          <a:p>
            <a:pPr marL="0" marR="0" lvl="0" indent="0" algn="l" defTabSz="74295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sz="1200" b="1" dirty="0">
              <a:solidFill>
                <a:schemeClr val="accent3">
                  <a:lumMod val="75000"/>
                </a:schemeClr>
              </a:solidFill>
            </a:endParaRPr>
          </a:p>
          <a:p>
            <a:pPr lvl="0"/>
            <a:r>
              <a:rPr lang="de-DE" sz="1200" b="1" dirty="0">
                <a:solidFill>
                  <a:schemeClr val="accent3">
                    <a:lumMod val="75000"/>
                  </a:schemeClr>
                </a:solidFill>
              </a:rPr>
              <a:t>FIM Forschungsinstitut für Informationsmanagement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solidFill>
                  <a:schemeClr val="accent3">
                    <a:lumMod val="75000"/>
                  </a:schemeClr>
                </a:solidFill>
              </a:rPr>
              <a:t>Fraunhofer-Institut für Angewandte Informationstechnik FIT,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solidFill>
                  <a:schemeClr val="accent3">
                    <a:lumMod val="75000"/>
                  </a:schemeClr>
                </a:solidFill>
              </a:rPr>
              <a:t>Institutsteil Wirtschaftsinformatik</a:t>
            </a:r>
          </a:p>
          <a:p>
            <a:pPr lvl="0"/>
            <a:endParaRPr lang="de-DE" sz="120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solidFill>
                  <a:schemeClr val="accent3">
                    <a:lumMod val="75000"/>
                  </a:schemeClr>
                </a:solidFill>
              </a:rPr>
              <a:t>Prof. Dr. Christoph Buck		Prof. Dr. Niklas Kühl</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solidFill>
                  <a:schemeClr val="accent3">
                    <a:lumMod val="75000"/>
                  </a:schemeClr>
                </a:solidFill>
              </a:rPr>
              <a:t>Prof. Dr. Dr. h.c. Hans Ulrich Buhl	Prof. Dr. Anna Maria Oberländer</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solidFill>
                  <a:schemeClr val="accent3">
                    <a:lumMod val="75000"/>
                  </a:schemeClr>
                </a:solidFill>
              </a:rPr>
              <a:t>Prof. Dr. Torsten Eymann		Prof. Dr. Maximilian Röglinger</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solidFill>
                  <a:schemeClr val="accent3">
                    <a:lumMod val="75000"/>
                  </a:schemeClr>
                </a:solidFill>
              </a:rPr>
              <a:t>Prof. Dr. Henner Gimpel		Prof. Dr. Manfred Schoch</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solidFill>
                  <a:schemeClr val="accent3">
                    <a:lumMod val="75000"/>
                  </a:schemeClr>
                </a:solidFill>
              </a:rPr>
              <a:t>Prof. Dr. Björn Häckel		Prof. Dr. Jens Strüker</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solidFill>
                  <a:schemeClr val="accent3">
                    <a:lumMod val="75000"/>
                  </a:schemeClr>
                </a:solidFill>
              </a:rPr>
              <a:t>Prof. Dr. Wolfgang Kratsch		Prof. Dr. Nils Urbach</a:t>
            </a:r>
            <a:br>
              <a:rPr lang="de-DE" sz="1200" dirty="0">
                <a:solidFill>
                  <a:schemeClr val="accent3">
                    <a:lumMod val="75000"/>
                  </a:schemeClr>
                </a:solidFill>
              </a:rPr>
            </a:br>
            <a:r>
              <a:rPr lang="de-DE" sz="1200" dirty="0">
                <a:solidFill>
                  <a:schemeClr val="accent3">
                    <a:lumMod val="75000"/>
                  </a:schemeClr>
                </a:solidFill>
              </a:rPr>
              <a:t>		</a:t>
            </a:r>
            <a:br>
              <a:rPr lang="de-DE" sz="1200" dirty="0">
                <a:solidFill>
                  <a:schemeClr val="accent3">
                    <a:lumMod val="75000"/>
                  </a:schemeClr>
                </a:solidFill>
              </a:rPr>
            </a:br>
            <a:endParaRPr lang="de-DE" sz="1200"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7" name="Grafik 16">
            <a:extLst>
              <a:ext uri="{FF2B5EF4-FFF2-40B4-BE49-F238E27FC236}">
                <a16:creationId xmlns:a16="http://schemas.microsoft.com/office/drawing/2014/main" id="{E44E2B36-ED54-4231-BAD0-049A41AC35C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46568" y="416455"/>
            <a:ext cx="1490668" cy="408233"/>
          </a:xfrm>
          <a:prstGeom prst="rect">
            <a:avLst/>
          </a:prstGeom>
        </p:spPr>
      </p:pic>
      <p:pic>
        <p:nvPicPr>
          <p:cNvPr id="16" name="Grafik 15">
            <a:extLst>
              <a:ext uri="{FF2B5EF4-FFF2-40B4-BE49-F238E27FC236}">
                <a16:creationId xmlns:a16="http://schemas.microsoft.com/office/drawing/2014/main" id="{2EFECFCE-73A1-4B98-A797-CF2931D1414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B210D276-2588-49F2-9F50-8741BD01FC14}"/>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9" name="Textfeld 18">
            <a:extLst>
              <a:ext uri="{FF2B5EF4-FFF2-40B4-BE49-F238E27FC236}">
                <a16:creationId xmlns:a16="http://schemas.microsoft.com/office/drawing/2014/main" id="{886EA6AB-BE30-4118-A30A-9B995917C5BF}"/>
              </a:ext>
            </a:extLst>
          </p:cNvPr>
          <p:cNvSpPr txBox="1"/>
          <p:nvPr userDrawn="1"/>
        </p:nvSpPr>
        <p:spPr>
          <a:xfrm>
            <a:off x="4548554" y="5437050"/>
            <a:ext cx="3364380" cy="365668"/>
          </a:xfrm>
          <a:prstGeom prst="rect">
            <a:avLst/>
          </a:prstGeom>
        </p:spPr>
        <p:txBody>
          <a:bodyPr vert="horz" wrap="square" lIns="0" tIns="0" rIns="0" bIns="0" rtlCol="0">
            <a:noAutofit/>
          </a:bodyPr>
          <a:lstStyle/>
          <a:p>
            <a:pPr lvl="0"/>
            <a:r>
              <a:rPr lang="de-DE" sz="1200">
                <a:solidFill>
                  <a:schemeClr val="tx2"/>
                </a:solidFill>
                <a:hlinkClick r:id="rId5">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6">
                  <a:extLst>
                    <a:ext uri="{A12FA001-AC4F-418D-AE19-62706E023703}">
                      <ahyp:hlinkClr xmlns:ahyp="http://schemas.microsoft.com/office/drawing/2018/hyperlinkcolor" val="tx"/>
                    </a:ext>
                  </a:extLst>
                </a:hlinkClick>
              </a:rPr>
              <a:t>www.wirtschaftsinformatik.fraunhofer.de</a:t>
            </a:r>
            <a:endParaRPr lang="de-DE" sz="1200">
              <a:solidFill>
                <a:schemeClr val="tx2"/>
              </a:solidFill>
            </a:endParaRPr>
          </a:p>
          <a:p>
            <a:pPr marL="0" indent="0" algn="l">
              <a:buFont typeface="Wingdings" panose="05000000000000000000" pitchFamily="2" charset="2"/>
              <a:buNone/>
            </a:pPr>
            <a:endParaRPr lang="de-DE" sz="1400">
              <a:solidFill>
                <a:schemeClr val="tx2"/>
              </a:solidFill>
            </a:endParaRPr>
          </a:p>
        </p:txBody>
      </p:sp>
      <p:pic>
        <p:nvPicPr>
          <p:cNvPr id="4" name="Grafik 3">
            <a:extLst>
              <a:ext uri="{FF2B5EF4-FFF2-40B4-BE49-F238E27FC236}">
                <a16:creationId xmlns:a16="http://schemas.microsoft.com/office/drawing/2014/main" id="{398CCA99-B661-6925-438E-1C160056587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3548630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CBu">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287DD24-7F43-8F49-AFFE-AFAD121B633C}"/>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Christoph Buck</a:t>
            </a:r>
          </a:p>
          <a:p>
            <a:pPr lvl="0"/>
            <a:endParaRPr lang="de-DE" sz="1200" b="0" dirty="0">
              <a:solidFill>
                <a:schemeClr val="accent3">
                  <a:lumMod val="75000"/>
                </a:schemeClr>
              </a:solidFill>
            </a:endParaRPr>
          </a:p>
          <a:p>
            <a:pPr lvl="0"/>
            <a:r>
              <a:rPr lang="de-DE" sz="1200" b="0" dirty="0">
                <a:solidFill>
                  <a:schemeClr val="accent3">
                    <a:lumMod val="75000"/>
                  </a:schemeClr>
                </a:solidFill>
              </a:rPr>
              <a:t>FIM 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lvl="0"/>
            <a:endParaRPr lang="de-DE" sz="1200" b="1" dirty="0">
              <a:solidFill>
                <a:schemeClr val="accent3">
                  <a:lumMod val="75000"/>
                </a:schemeClr>
              </a:solidFill>
            </a:endParaRPr>
          </a:p>
          <a:p>
            <a:pPr lvl="0"/>
            <a:r>
              <a:rPr lang="de-DE" sz="1200" b="0" dirty="0">
                <a:solidFill>
                  <a:srgbClr val="4B4B4B"/>
                </a:solidFill>
              </a:rPr>
              <a:t>Technische Hochschule Augsburg,</a:t>
            </a:r>
          </a:p>
          <a:p>
            <a:pPr lvl="0"/>
            <a:r>
              <a:rPr lang="de-DE" sz="1200" b="0" dirty="0">
                <a:solidFill>
                  <a:srgbClr val="4B4B4B"/>
                </a:solidFill>
              </a:rPr>
              <a:t>Fakultät für Informatik,</a:t>
            </a:r>
          </a:p>
          <a:p>
            <a:pPr lvl="0"/>
            <a:r>
              <a:rPr lang="de-DE" sz="1200" b="0" dirty="0">
                <a:solidFill>
                  <a:srgbClr val="4B4B4B"/>
                </a:solidFill>
              </a:rPr>
              <a:t>Professur für IT-Entrepreneurship und IT-Innovationsmanagement</a:t>
            </a: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9756C75C-8B46-4F12-921A-202CF59EC07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8541DE81-9FFD-4904-9D0D-0ADED0F74FD4}"/>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5" name="Textfeld 14">
            <a:extLst>
              <a:ext uri="{FF2B5EF4-FFF2-40B4-BE49-F238E27FC236}">
                <a16:creationId xmlns:a16="http://schemas.microsoft.com/office/drawing/2014/main" id="{64B010E4-5C4A-4D13-A539-05C451E4D67D}"/>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17" name="Grafik 16">
            <a:extLst>
              <a:ext uri="{FF2B5EF4-FFF2-40B4-BE49-F238E27FC236}">
                <a16:creationId xmlns:a16="http://schemas.microsoft.com/office/drawing/2014/main" id="{B1D7EE44-DA25-4D16-9343-B456EA3FE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AA260E20-9D52-C9FD-5C46-56C5167CF8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2027607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_HUB">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a:t>
            </a:r>
            <a:r>
              <a:rPr lang="de-DE" err="1"/>
              <a:t>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a:t>
            </a:r>
            <a:r>
              <a:rPr lang="de-DE" err="1"/>
              <a:t>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C043808-6C03-E142-894F-94DC71961E64}"/>
              </a:ext>
            </a:extLst>
          </p:cNvPr>
          <p:cNvSpPr txBox="1"/>
          <p:nvPr userDrawn="1"/>
        </p:nvSpPr>
        <p:spPr>
          <a:xfrm>
            <a:off x="4550400" y="3047093"/>
            <a:ext cx="7100440" cy="3154187"/>
          </a:xfrm>
          <a:prstGeom prst="rect">
            <a:avLst/>
          </a:prstGeom>
        </p:spPr>
        <p:txBody>
          <a:bodyPr vert="horz" wrap="square" lIns="0" tIns="0" rIns="0" bIns="0" rtlCol="0">
            <a:noAutofit/>
          </a:bodyPr>
          <a:lstStyle/>
          <a:p>
            <a:pPr marL="0" marR="0" lvl="0" indent="0" algn="l" defTabSz="74295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1" dirty="0">
                <a:solidFill>
                  <a:schemeClr val="accent3">
                    <a:lumMod val="75000"/>
                  </a:schemeClr>
                </a:solidFill>
              </a:rPr>
              <a:t>Prof. Dr. Dr. h.c. Hans Ulrich Buhl</a:t>
            </a:r>
          </a:p>
          <a:p>
            <a:pPr marL="0" marR="0" lvl="0" indent="0" algn="l" defTabSz="74295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sz="1200" b="1" dirty="0">
              <a:solidFill>
                <a:schemeClr val="accent3">
                  <a:lumMod val="75000"/>
                </a:schemeClr>
              </a:solidFill>
            </a:endParaRPr>
          </a:p>
          <a:p>
            <a:pPr marL="0" lvl="0" algn="l" defTabSz="914400" rtl="0" eaLnBrk="1" latinLnBrk="0" hangingPunct="1"/>
            <a:r>
              <a:rPr lang="de-DE" sz="1200" b="0" kern="1200" dirty="0">
                <a:solidFill>
                  <a:schemeClr val="accent3">
                    <a:lumMod val="75000"/>
                  </a:schemeClr>
                </a:solidFill>
                <a:latin typeface="+mn-lt"/>
                <a:ea typeface="+mn-ea"/>
                <a:cs typeface="+mn-cs"/>
              </a:rPr>
              <a:t>FIM Forschungsinstitut für Informationsmanagement</a:t>
            </a:r>
          </a:p>
          <a:p>
            <a:pPr lvl="0"/>
            <a:endParaRPr lang="de-DE" sz="1200" b="0" kern="1200" dirty="0">
              <a:solidFill>
                <a:schemeClr val="accent3">
                  <a:lumMod val="75000"/>
                </a:schemeClr>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accent3">
                    <a:lumMod val="75000"/>
                  </a:schemeClr>
                </a:solidFill>
                <a:latin typeface="+mn-lt"/>
                <a:ea typeface="+mn-ea"/>
                <a:cs typeface="+mn-cs"/>
              </a:rPr>
              <a:t>Fraunhofer-Institut für Angewandte Informationstechnik FIT,</a:t>
            </a:r>
          </a:p>
          <a:p>
            <a:pPr lvl="0"/>
            <a:r>
              <a:rPr lang="de-DE" sz="1200" b="0" kern="1200" dirty="0">
                <a:solidFill>
                  <a:schemeClr val="accent3">
                    <a:lumMod val="75000"/>
                  </a:schemeClr>
                </a:solidFill>
                <a:latin typeface="+mn-lt"/>
                <a:ea typeface="+mn-ea"/>
                <a:cs typeface="+mn-cs"/>
              </a:rPr>
              <a:t>Institutsteil Wirtschaftsinformatik </a:t>
            </a:r>
          </a:p>
          <a:p>
            <a:pPr lvl="0"/>
            <a:endParaRPr lang="de-DE" sz="1200" b="0" kern="1200" dirty="0">
              <a:solidFill>
                <a:schemeClr val="accent3">
                  <a:lumMod val="75000"/>
                </a:schemeClr>
              </a:solidFill>
              <a:latin typeface="+mn-lt"/>
              <a:ea typeface="+mn-ea"/>
              <a:cs typeface="+mn-cs"/>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7" name="Grafik 16">
            <a:extLst>
              <a:ext uri="{FF2B5EF4-FFF2-40B4-BE49-F238E27FC236}">
                <a16:creationId xmlns:a16="http://schemas.microsoft.com/office/drawing/2014/main" id="{A3B4ADDF-0CD6-4900-A69B-D537B01FFE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0B23FA48-22E2-491A-9C30-9DA1C3D023A1}"/>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6" name="Textfeld 15">
            <a:extLst>
              <a:ext uri="{FF2B5EF4-FFF2-40B4-BE49-F238E27FC236}">
                <a16:creationId xmlns:a16="http://schemas.microsoft.com/office/drawing/2014/main" id="{4C87086F-DA88-4C38-8F01-CEEFABA95F6E}"/>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20" name="Grafik 19">
            <a:extLst>
              <a:ext uri="{FF2B5EF4-FFF2-40B4-BE49-F238E27FC236}">
                <a16:creationId xmlns:a16="http://schemas.microsoft.com/office/drawing/2014/main" id="{377FB05F-4A0E-4192-B8D7-85392AB727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55A74ED1-7EE1-D292-5A5A-DB5B1C0A534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3125196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_TE">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22670D3D-7F46-C844-8868-71CE163295BC}"/>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Torsten Eymann</a:t>
            </a:r>
          </a:p>
          <a:p>
            <a:pPr lvl="0"/>
            <a:endParaRPr lang="de-DE" sz="1200" b="1" dirty="0">
              <a:solidFill>
                <a:schemeClr val="accent3">
                  <a:lumMod val="75000"/>
                </a:schemeClr>
              </a:solidFill>
            </a:endParaRPr>
          </a:p>
          <a:p>
            <a:pPr lvl="0"/>
            <a:r>
              <a:rPr lang="de-DE" sz="1200" b="0" kern="1200" dirty="0">
                <a:solidFill>
                  <a:schemeClr val="accent3">
                    <a:lumMod val="75000"/>
                  </a:schemeClr>
                </a:solidFill>
                <a:latin typeface="+mn-lt"/>
                <a:ea typeface="+mn-ea"/>
                <a:cs typeface="+mn-cs"/>
              </a:rPr>
              <a:t>FIM </a:t>
            </a:r>
            <a:r>
              <a:rPr lang="de-DE" sz="1200" b="0" dirty="0">
                <a:solidFill>
                  <a:schemeClr val="accent3">
                    <a:lumMod val="75000"/>
                  </a:schemeClr>
                </a:solidFill>
              </a:rPr>
              <a:t>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lvl="0"/>
            <a:endParaRPr lang="de-DE" sz="1200" b="1"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chemeClr val="accent3">
                    <a:lumMod val="75000"/>
                  </a:schemeClr>
                </a:solidFill>
              </a:rPr>
              <a:t>Universität Bayreuth,</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chemeClr val="accent3">
                    <a:lumMod val="75000"/>
                  </a:schemeClr>
                </a:solidFill>
              </a:rPr>
              <a:t>Rechts- und Wirtschaftswissenschaftliche Fakultät,</a:t>
            </a:r>
          </a:p>
          <a:p>
            <a:pPr lvl="0"/>
            <a:r>
              <a:rPr lang="de-DE" sz="1200" b="0" dirty="0">
                <a:solidFill>
                  <a:schemeClr val="accent3">
                    <a:lumMod val="75000"/>
                  </a:schemeClr>
                </a:solidFill>
              </a:rPr>
              <a:t>Lehrstuhl für Betriebswirtschaft VII – Wirtschaftsinformatik und Digitale Gesellschaft</a:t>
            </a: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DB601F6A-237A-4BB1-8073-D350C9F4962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5FFDD629-7898-4183-9E1A-097828E250F4}"/>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6" name="Textfeld 15">
            <a:extLst>
              <a:ext uri="{FF2B5EF4-FFF2-40B4-BE49-F238E27FC236}">
                <a16:creationId xmlns:a16="http://schemas.microsoft.com/office/drawing/2014/main" id="{8F67FEAC-9AA6-4C6B-AFA8-A59C3881E63E}"/>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200">
              <a:solidFill>
                <a:schemeClr val="tx2"/>
              </a:solidFill>
            </a:endParaRPr>
          </a:p>
        </p:txBody>
      </p:sp>
      <p:pic>
        <p:nvPicPr>
          <p:cNvPr id="17" name="Grafik 16">
            <a:extLst>
              <a:ext uri="{FF2B5EF4-FFF2-40B4-BE49-F238E27FC236}">
                <a16:creationId xmlns:a16="http://schemas.microsoft.com/office/drawing/2014/main" id="{ABD64ED3-D943-4592-9721-F1C62364BDA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5CCC4990-2036-0037-0F40-745F183CA3F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1487941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_H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C381B08E-A7BD-5046-B487-5793AEEF43A9}"/>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Henner Gimpel</a:t>
            </a:r>
          </a:p>
          <a:p>
            <a:pPr lvl="0"/>
            <a:endParaRPr lang="de-DE" sz="1200" b="1" dirty="0">
              <a:solidFill>
                <a:schemeClr val="accent3">
                  <a:lumMod val="75000"/>
                </a:schemeClr>
              </a:solidFill>
            </a:endParaRPr>
          </a:p>
          <a:p>
            <a:pPr lvl="0"/>
            <a:r>
              <a:rPr lang="de-DE" sz="1200" b="0" kern="1200" dirty="0">
                <a:solidFill>
                  <a:schemeClr val="accent3">
                    <a:lumMod val="75000"/>
                  </a:schemeClr>
                </a:solidFill>
                <a:latin typeface="+mn-lt"/>
                <a:ea typeface="+mn-ea"/>
                <a:cs typeface="+mn-cs"/>
              </a:rPr>
              <a:t>FIM </a:t>
            </a:r>
            <a:r>
              <a:rPr lang="de-DE" sz="1200" b="0" dirty="0">
                <a:solidFill>
                  <a:schemeClr val="accent3">
                    <a:lumMod val="75000"/>
                  </a:schemeClr>
                </a:solidFill>
              </a:rPr>
              <a:t>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lvl="0"/>
            <a:endParaRPr lang="de-DE" sz="1200" b="1" dirty="0">
              <a:solidFill>
                <a:schemeClr val="accent3">
                  <a:lumMod val="75000"/>
                </a:schemeClr>
              </a:solidFill>
            </a:endParaRPr>
          </a:p>
          <a:p>
            <a:pPr lvl="0"/>
            <a:r>
              <a:rPr lang="de-DE" sz="1200" b="0" dirty="0">
                <a:solidFill>
                  <a:schemeClr val="accent3">
                    <a:lumMod val="75000"/>
                  </a:schemeClr>
                </a:solidFill>
              </a:rPr>
              <a:t>Universität Hohenheim,</a:t>
            </a:r>
          </a:p>
          <a:p>
            <a:pPr lvl="0"/>
            <a:r>
              <a:rPr lang="de-DE" sz="1200" b="0" dirty="0">
                <a:solidFill>
                  <a:srgbClr val="4B4B4B"/>
                </a:solidFill>
              </a:rPr>
              <a:t>Fakultät Wirtschafts- und Sozialwissenschaften,</a:t>
            </a:r>
          </a:p>
          <a:p>
            <a:pPr lvl="0"/>
            <a:r>
              <a:rPr lang="de-DE" sz="1200" b="0" dirty="0">
                <a:solidFill>
                  <a:srgbClr val="4B4B4B"/>
                </a:solidFill>
              </a:rPr>
              <a:t>Fachgebiet Digitales Management</a:t>
            </a: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520B6872-81BD-4113-9CF2-6849ADCC864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65B0B511-3287-4155-84BE-C09745C476DB}"/>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5" name="Textfeld 14">
            <a:extLst>
              <a:ext uri="{FF2B5EF4-FFF2-40B4-BE49-F238E27FC236}">
                <a16:creationId xmlns:a16="http://schemas.microsoft.com/office/drawing/2014/main" id="{C2C9275D-D682-4DAB-AC30-7106D51C3320}"/>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17" name="Grafik 16">
            <a:extLst>
              <a:ext uri="{FF2B5EF4-FFF2-40B4-BE49-F238E27FC236}">
                <a16:creationId xmlns:a16="http://schemas.microsoft.com/office/drawing/2014/main" id="{5348B895-EBB4-44D7-B3F6-1699E30203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3304549B-801D-9E28-C160-37AFBF517FF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3102798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folie_BHä">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1999"/>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dirty="0"/>
              <a:t>Untertitel </a:t>
            </a:r>
            <a:r>
              <a:rPr lang="de-DE" dirty="0" err="1"/>
              <a:t>Lorem</a:t>
            </a:r>
            <a:br>
              <a:rPr lang="de-DE" dirty="0"/>
            </a:br>
            <a:r>
              <a:rPr lang="de-DE" dirty="0"/>
              <a:t>Zweite Zeile Ipsum</a:t>
            </a:r>
            <a:endParaRPr lang="en-US" dirty="0"/>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287DD24-7F43-8F49-AFFE-AFAD121B633C}"/>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Björn Häckel</a:t>
            </a:r>
          </a:p>
          <a:p>
            <a:pPr lvl="0"/>
            <a:endParaRPr lang="de-DE" sz="1200" b="0" dirty="0">
              <a:solidFill>
                <a:schemeClr val="accent3">
                  <a:lumMod val="75000"/>
                </a:schemeClr>
              </a:solidFill>
            </a:endParaRPr>
          </a:p>
          <a:p>
            <a:pPr lvl="0"/>
            <a:r>
              <a:rPr lang="de-DE" sz="1200" b="0" kern="1200" dirty="0">
                <a:solidFill>
                  <a:schemeClr val="accent3">
                    <a:lumMod val="75000"/>
                  </a:schemeClr>
                </a:solidFill>
                <a:latin typeface="+mn-lt"/>
                <a:ea typeface="+mn-ea"/>
                <a:cs typeface="+mn-cs"/>
              </a:rPr>
              <a:t>FIM </a:t>
            </a:r>
            <a:r>
              <a:rPr lang="de-DE" sz="1200" b="0" dirty="0">
                <a:solidFill>
                  <a:schemeClr val="accent3">
                    <a:lumMod val="75000"/>
                  </a:schemeClr>
                </a:solidFill>
              </a:rPr>
              <a:t>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lvl="0"/>
            <a:endParaRPr lang="de-DE" sz="1200" b="1" dirty="0">
              <a:solidFill>
                <a:schemeClr val="accent3">
                  <a:lumMod val="75000"/>
                </a:schemeClr>
              </a:solidFill>
            </a:endParaRPr>
          </a:p>
          <a:p>
            <a:pPr lvl="0"/>
            <a:r>
              <a:rPr lang="de-DE" sz="1200" b="0" dirty="0">
                <a:solidFill>
                  <a:srgbClr val="4B4B4B"/>
                </a:solidFill>
              </a:rPr>
              <a:t>Technische Hochschule Augsburg,</a:t>
            </a:r>
            <a:br>
              <a:rPr lang="de-DE" sz="1200" b="0" dirty="0">
                <a:solidFill>
                  <a:srgbClr val="4B4B4B"/>
                </a:solidFill>
              </a:rPr>
            </a:br>
            <a:r>
              <a:rPr lang="de-DE" sz="1200" b="0" dirty="0">
                <a:solidFill>
                  <a:srgbClr val="4B4B4B"/>
                </a:solidFill>
              </a:rPr>
              <a:t>Fakultät für Informatik,</a:t>
            </a:r>
          </a:p>
          <a:p>
            <a:pPr lvl="0"/>
            <a:r>
              <a:rPr lang="de-DE" sz="1200" b="0" dirty="0">
                <a:solidFill>
                  <a:srgbClr val="4B4B4B"/>
                </a:solidFill>
              </a:rPr>
              <a:t>Professur für Digitale Wertschöpfungsnetze</a:t>
            </a:r>
          </a:p>
          <a:p>
            <a:pPr lvl="0"/>
            <a:r>
              <a:rPr lang="de-DE" sz="1200" b="0" dirty="0">
                <a:solidFill>
                  <a:srgbClr val="4B4B4B"/>
                </a:solidFill>
              </a:rPr>
              <a:t>Technologietransferzentrum Data Analytics</a:t>
            </a: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9756C75C-8B46-4F12-921A-202CF59EC07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8541DE81-9FFD-4904-9D0D-0ADED0F74FD4}"/>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5" name="Textfeld 14">
            <a:extLst>
              <a:ext uri="{FF2B5EF4-FFF2-40B4-BE49-F238E27FC236}">
                <a16:creationId xmlns:a16="http://schemas.microsoft.com/office/drawing/2014/main" id="{64B010E4-5C4A-4D13-A539-05C451E4D67D}"/>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17" name="Grafik 16">
            <a:extLst>
              <a:ext uri="{FF2B5EF4-FFF2-40B4-BE49-F238E27FC236}">
                <a16:creationId xmlns:a16="http://schemas.microsoft.com/office/drawing/2014/main" id="{B1D7EE44-DA25-4D16-9343-B456EA3FE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8E95E502-DD79-B09C-D859-6AC2301355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2755487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folie_WK">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287DD24-7F43-8F49-AFFE-AFAD121B633C}"/>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Wolfgang Kratsch</a:t>
            </a:r>
          </a:p>
          <a:p>
            <a:pPr lvl="0"/>
            <a:endParaRPr lang="de-DE" sz="1200" b="0" dirty="0">
              <a:solidFill>
                <a:schemeClr val="accent3">
                  <a:lumMod val="75000"/>
                </a:schemeClr>
              </a:solidFill>
            </a:endParaRPr>
          </a:p>
          <a:p>
            <a:pPr lvl="0"/>
            <a:r>
              <a:rPr lang="de-DE" sz="1200" b="0" kern="1200" dirty="0">
                <a:solidFill>
                  <a:schemeClr val="accent3">
                    <a:lumMod val="75000"/>
                  </a:schemeClr>
                </a:solidFill>
                <a:latin typeface="+mn-lt"/>
                <a:ea typeface="+mn-ea"/>
                <a:cs typeface="+mn-cs"/>
              </a:rPr>
              <a:t>FIM </a:t>
            </a:r>
            <a:r>
              <a:rPr lang="de-DE" sz="1200" b="0" dirty="0">
                <a:solidFill>
                  <a:schemeClr val="accent3">
                    <a:lumMod val="75000"/>
                  </a:schemeClr>
                </a:solidFill>
              </a:rPr>
              <a:t>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lvl="0"/>
            <a:endParaRPr lang="de-DE" sz="1200" b="1" dirty="0">
              <a:solidFill>
                <a:schemeClr val="accent3">
                  <a:lumMod val="75000"/>
                </a:schemeClr>
              </a:solidFill>
            </a:endParaRPr>
          </a:p>
          <a:p>
            <a:pPr lvl="0"/>
            <a:r>
              <a:rPr lang="de-DE" sz="1200" b="0" dirty="0">
                <a:solidFill>
                  <a:srgbClr val="4B4B4B"/>
                </a:solidFill>
              </a:rPr>
              <a:t>Technische Hochschule Augsburg,</a:t>
            </a:r>
          </a:p>
          <a:p>
            <a:pPr lvl="0"/>
            <a:r>
              <a:rPr lang="de-DE" sz="1200" b="0" dirty="0">
                <a:solidFill>
                  <a:srgbClr val="4B4B4B"/>
                </a:solidFill>
              </a:rPr>
              <a:t>Fakultät für Informatik,</a:t>
            </a:r>
          </a:p>
          <a:p>
            <a:pPr lvl="0"/>
            <a:r>
              <a:rPr lang="de-DE" sz="1200" b="0" dirty="0">
                <a:solidFill>
                  <a:srgbClr val="4B4B4B"/>
                </a:solidFill>
              </a:rPr>
              <a:t>Professur für Angewandte KI in der Digitalen Wertschöpfung</a:t>
            </a: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9756C75C-8B46-4F12-921A-202CF59EC07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8541DE81-9FFD-4904-9D0D-0ADED0F74FD4}"/>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a:solidFill>
                  <a:schemeClr val="accent2"/>
                </a:solidFill>
                <a:latin typeface="+mn-lt"/>
                <a:ea typeface="+mn-ea"/>
                <a:cs typeface="+mn-cs"/>
              </a:rPr>
              <a:t>Augsburg      Bayreuth      Frankfurt      Luxemburg      München      Stuttgart</a:t>
            </a:r>
          </a:p>
        </p:txBody>
      </p:sp>
      <p:sp>
        <p:nvSpPr>
          <p:cNvPr id="15" name="Textfeld 14">
            <a:extLst>
              <a:ext uri="{FF2B5EF4-FFF2-40B4-BE49-F238E27FC236}">
                <a16:creationId xmlns:a16="http://schemas.microsoft.com/office/drawing/2014/main" id="{64B010E4-5C4A-4D13-A539-05C451E4D67D}"/>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17" name="Grafik 16">
            <a:extLst>
              <a:ext uri="{FF2B5EF4-FFF2-40B4-BE49-F238E27FC236}">
                <a16:creationId xmlns:a16="http://schemas.microsoft.com/office/drawing/2014/main" id="{B1D7EE44-DA25-4D16-9343-B456EA3FE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AA260E20-9D52-C9FD-5C46-56C5167CF8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2341507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folie_NK">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F89DC37A-DA6F-354F-BB57-B32A82D6AB5F}"/>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Niklas Kühl</a:t>
            </a:r>
          </a:p>
          <a:p>
            <a:pPr lvl="0"/>
            <a:endParaRPr lang="de-DE" sz="1200" b="1" dirty="0">
              <a:solidFill>
                <a:schemeClr val="accent3">
                  <a:lumMod val="75000"/>
                </a:schemeClr>
              </a:solidFill>
            </a:endParaRPr>
          </a:p>
          <a:p>
            <a:pPr lvl="0"/>
            <a:r>
              <a:rPr lang="de-DE" sz="1200" b="0" kern="1200" dirty="0">
                <a:solidFill>
                  <a:schemeClr val="accent3">
                    <a:lumMod val="75000"/>
                  </a:schemeClr>
                </a:solidFill>
                <a:latin typeface="+mn-lt"/>
                <a:ea typeface="+mn-ea"/>
                <a:cs typeface="+mn-cs"/>
              </a:rPr>
              <a:t>FIM </a:t>
            </a:r>
            <a:r>
              <a:rPr lang="de-DE" sz="1200" b="0" dirty="0">
                <a:solidFill>
                  <a:schemeClr val="accent3">
                    <a:lumMod val="75000"/>
                  </a:schemeClr>
                </a:solidFill>
              </a:rPr>
              <a:t>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Institutsteil Wirtschaftsinformatik</a:t>
            </a:r>
            <a:br>
              <a:rPr lang="de-DE" sz="1200" b="0" dirty="0">
                <a:solidFill>
                  <a:srgbClr val="4B4B4B"/>
                </a:solidFill>
              </a:rPr>
            </a:br>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chemeClr val="accent3">
                    <a:lumMod val="75000"/>
                  </a:schemeClr>
                </a:solidFill>
              </a:rPr>
              <a:t>Universität Bayreuth,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chemeClr val="accent3">
                    <a:lumMod val="75000"/>
                  </a:schemeClr>
                </a:solidFill>
              </a:rPr>
              <a:t>Rechts- und Wirtschaftswissenschaftliche Fakultät,</a:t>
            </a:r>
          </a:p>
          <a:p>
            <a:pPr lvl="0"/>
            <a:r>
              <a:rPr lang="de-DE" sz="1200" b="0" dirty="0">
                <a:solidFill>
                  <a:schemeClr val="accent3">
                    <a:lumMod val="75000"/>
                  </a:schemeClr>
                </a:solidFill>
              </a:rPr>
              <a:t>Professur für Wirtschaftsinformatik und Humanzentrische Künstliche Intelligenz</a:t>
            </a:r>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E5E9EE99-5C9C-44AE-96A8-C9FCB86C114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6B722C74-D890-464C-ACFE-02623223008D}"/>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5" name="Textfeld 14">
            <a:extLst>
              <a:ext uri="{FF2B5EF4-FFF2-40B4-BE49-F238E27FC236}">
                <a16:creationId xmlns:a16="http://schemas.microsoft.com/office/drawing/2014/main" id="{6E371B76-F680-409B-A6B4-0DEE8BEDFFC2}"/>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17" name="Grafik 16">
            <a:extLst>
              <a:ext uri="{FF2B5EF4-FFF2-40B4-BE49-F238E27FC236}">
                <a16:creationId xmlns:a16="http://schemas.microsoft.com/office/drawing/2014/main" id="{04F471BE-9712-44B5-9E5A-22110CC7E2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4BA77DF2-3B3B-03CE-8005-CD9F6FA798D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1492928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folie_AO">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F89DC37A-DA6F-354F-BB57-B32A82D6AB5F}"/>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Anna Maria Oberländer</a:t>
            </a:r>
          </a:p>
          <a:p>
            <a:pPr lvl="0"/>
            <a:endParaRPr lang="de-DE" sz="1200" b="1" dirty="0">
              <a:solidFill>
                <a:schemeClr val="accent3">
                  <a:lumMod val="75000"/>
                </a:schemeClr>
              </a:solidFill>
            </a:endParaRPr>
          </a:p>
          <a:p>
            <a:pPr lvl="0"/>
            <a:r>
              <a:rPr lang="de-DE" sz="1200" b="0" kern="1200" dirty="0">
                <a:solidFill>
                  <a:schemeClr val="accent3">
                    <a:lumMod val="75000"/>
                  </a:schemeClr>
                </a:solidFill>
                <a:latin typeface="+mn-lt"/>
                <a:ea typeface="+mn-ea"/>
                <a:cs typeface="+mn-cs"/>
              </a:rPr>
              <a:t>FIM </a:t>
            </a:r>
            <a:r>
              <a:rPr lang="de-DE" sz="1200" b="0" dirty="0">
                <a:solidFill>
                  <a:schemeClr val="accent3">
                    <a:lumMod val="75000"/>
                  </a:schemeClr>
                </a:solidFill>
              </a:rPr>
              <a:t>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Institutsteil Wirtschaftsinformatik</a:t>
            </a:r>
            <a:br>
              <a:rPr lang="de-DE" sz="1200" b="0" dirty="0">
                <a:solidFill>
                  <a:srgbClr val="4B4B4B"/>
                </a:solidFill>
              </a:rPr>
            </a:br>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chemeClr val="accent3">
                    <a:lumMod val="75000"/>
                  </a:schemeClr>
                </a:solidFill>
              </a:rPr>
              <a:t>Universität Bayreuth,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chemeClr val="accent3">
                    <a:lumMod val="75000"/>
                  </a:schemeClr>
                </a:solidFill>
              </a:rPr>
              <a:t>Rechts- und Wirtschaftswissenschaftliche Fakultät,</a:t>
            </a:r>
          </a:p>
          <a:p>
            <a:pPr lvl="0"/>
            <a:r>
              <a:rPr lang="de-DE" sz="1200" b="0" dirty="0">
                <a:solidFill>
                  <a:schemeClr val="accent3">
                    <a:lumMod val="75000"/>
                  </a:schemeClr>
                </a:solidFill>
              </a:rPr>
              <a:t>Professur für Wirtschaftsinformatik und Digitale Transformation</a:t>
            </a:r>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E5E9EE99-5C9C-44AE-96A8-C9FCB86C114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6B722C74-D890-464C-ACFE-02623223008D}"/>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5" name="Textfeld 14">
            <a:extLst>
              <a:ext uri="{FF2B5EF4-FFF2-40B4-BE49-F238E27FC236}">
                <a16:creationId xmlns:a16="http://schemas.microsoft.com/office/drawing/2014/main" id="{6E371B76-F680-409B-A6B4-0DEE8BEDFFC2}"/>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17" name="Grafik 16">
            <a:extLst>
              <a:ext uri="{FF2B5EF4-FFF2-40B4-BE49-F238E27FC236}">
                <a16:creationId xmlns:a16="http://schemas.microsoft.com/office/drawing/2014/main" id="{04F471BE-9712-44B5-9E5A-22110CC7E2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4BA77DF2-3B3B-03CE-8005-CD9F6FA798D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408216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folie_MRö">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BA1E4C"/>
              </a:solidFill>
            </a:endParaRPr>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a:t>
            </a:r>
            <a:r>
              <a:rPr lang="de-DE" err="1"/>
              <a:t>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6CB2CED3-55B2-2948-BCA3-8CCE186DA74C}"/>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Maximilian </a:t>
            </a:r>
            <a:r>
              <a:rPr lang="de-DE" sz="1200" b="1" dirty="0" err="1">
                <a:solidFill>
                  <a:schemeClr val="accent3">
                    <a:lumMod val="75000"/>
                  </a:schemeClr>
                </a:solidFill>
              </a:rPr>
              <a:t>Röglinger</a:t>
            </a:r>
            <a:endParaRPr lang="de-DE" sz="1200" b="1" dirty="0">
              <a:solidFill>
                <a:schemeClr val="accent3">
                  <a:lumMod val="75000"/>
                </a:schemeClr>
              </a:solidFill>
            </a:endParaRPr>
          </a:p>
          <a:p>
            <a:pPr lvl="0"/>
            <a:endParaRPr lang="de-DE" sz="1200" b="1" dirty="0">
              <a:solidFill>
                <a:schemeClr val="accent3">
                  <a:lumMod val="75000"/>
                </a:schemeClr>
              </a:solidFill>
            </a:endParaRPr>
          </a:p>
          <a:p>
            <a:pPr lvl="0"/>
            <a:r>
              <a:rPr lang="de-DE" sz="1200" b="0" kern="1200" dirty="0">
                <a:solidFill>
                  <a:schemeClr val="accent3">
                    <a:lumMod val="75000"/>
                  </a:schemeClr>
                </a:solidFill>
                <a:latin typeface="+mn-lt"/>
                <a:ea typeface="+mn-ea"/>
                <a:cs typeface="+mn-cs"/>
              </a:rPr>
              <a:t>FIM </a:t>
            </a:r>
            <a:r>
              <a:rPr lang="de-DE" sz="1200" b="0" dirty="0">
                <a:solidFill>
                  <a:schemeClr val="accent3">
                    <a:lumMod val="75000"/>
                  </a:schemeClr>
                </a:solidFill>
              </a:rPr>
              <a:t>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lvl="0"/>
            <a:endParaRPr lang="de-DE" sz="1200" b="1" dirty="0">
              <a:solidFill>
                <a:schemeClr val="accent3">
                  <a:lumMod val="75000"/>
                </a:schemeClr>
              </a:solidFill>
            </a:endParaRPr>
          </a:p>
          <a:p>
            <a:pPr lvl="0"/>
            <a:r>
              <a:rPr lang="de-DE" sz="1200" b="0" dirty="0">
                <a:solidFill>
                  <a:schemeClr val="accent3">
                    <a:lumMod val="75000"/>
                  </a:schemeClr>
                </a:solidFill>
              </a:rPr>
              <a:t>Universität Bayreuth, </a:t>
            </a:r>
          </a:p>
          <a:p>
            <a:pPr lvl="0"/>
            <a:r>
              <a:rPr lang="de-DE" sz="1200" b="0" dirty="0">
                <a:solidFill>
                  <a:schemeClr val="accent3">
                    <a:lumMod val="75000"/>
                  </a:schemeClr>
                </a:solidFill>
              </a:rPr>
              <a:t>Rechts- und Wirtschaftswissenschaftliche Fakultät,</a:t>
            </a:r>
          </a:p>
          <a:p>
            <a:pPr lvl="0"/>
            <a:r>
              <a:rPr lang="de-DE" sz="1200" b="0" dirty="0">
                <a:solidFill>
                  <a:schemeClr val="accent3">
                    <a:lumMod val="75000"/>
                  </a:schemeClr>
                </a:solidFill>
              </a:rPr>
              <a:t>Lehrstuhl für Wirtschaftsinformatik und Wertorientiertes Prozessmanagement</a:t>
            </a:r>
          </a:p>
          <a:p>
            <a:pPr lvl="0"/>
            <a:endParaRPr lang="de-DE" sz="1200" b="1" dirty="0">
              <a:solidFill>
                <a:schemeClr val="accent3">
                  <a:lumMod val="75000"/>
                </a:schemeClr>
              </a:solidFill>
            </a:endParaRPr>
          </a:p>
          <a:p>
            <a:pPr lvl="0"/>
            <a:endParaRPr lang="de-DE" sz="1200" b="1" dirty="0">
              <a:solidFill>
                <a:srgbClr val="006D48"/>
              </a:solidFill>
            </a:endParaRP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8FFAC10B-F99E-40B7-A086-D857BCBBE7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0AC4B55F-FB9F-48C5-A453-49C52A72F7D6}"/>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7" name="Textfeld 16">
            <a:extLst>
              <a:ext uri="{FF2B5EF4-FFF2-40B4-BE49-F238E27FC236}">
                <a16:creationId xmlns:a16="http://schemas.microsoft.com/office/drawing/2014/main" id="{36D474AB-2B82-41FC-AC7C-7EA57BAE4FE0}"/>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20" name="Grafik 19">
            <a:extLst>
              <a:ext uri="{FF2B5EF4-FFF2-40B4-BE49-F238E27FC236}">
                <a16:creationId xmlns:a16="http://schemas.microsoft.com/office/drawing/2014/main" id="{FF525F40-32A0-44F2-9F30-B35D8F1A514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39DA4E1A-1A0A-B610-A1DA-9C36E9E15D7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3837610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folie_ManS">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BA1E4C"/>
              </a:solidFill>
            </a:endParaRPr>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a:t>
            </a:r>
            <a:r>
              <a:rPr lang="de-DE" err="1"/>
              <a:t>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6CB2CED3-55B2-2948-BCA3-8CCE186DA74C}"/>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Manfred Schoch</a:t>
            </a:r>
          </a:p>
          <a:p>
            <a:pPr lvl="0"/>
            <a:endParaRPr lang="de-DE" sz="1200" b="1" dirty="0">
              <a:solidFill>
                <a:schemeClr val="accent3">
                  <a:lumMod val="75000"/>
                </a:schemeClr>
              </a:solidFill>
            </a:endParaRPr>
          </a:p>
          <a:p>
            <a:pPr lvl="0"/>
            <a:r>
              <a:rPr lang="de-DE" sz="1200" b="0" kern="1200" dirty="0">
                <a:solidFill>
                  <a:schemeClr val="accent3">
                    <a:lumMod val="75000"/>
                  </a:schemeClr>
                </a:solidFill>
                <a:latin typeface="+mn-lt"/>
                <a:ea typeface="+mn-ea"/>
                <a:cs typeface="+mn-cs"/>
              </a:rPr>
              <a:t>FIM </a:t>
            </a:r>
            <a:r>
              <a:rPr lang="de-DE" sz="1200" b="0" dirty="0">
                <a:solidFill>
                  <a:schemeClr val="accent3">
                    <a:lumMod val="75000"/>
                  </a:schemeClr>
                </a:solidFill>
              </a:rPr>
              <a:t>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lvl="0"/>
            <a:endParaRPr lang="de-DE" sz="1200" b="1" dirty="0">
              <a:solidFill>
                <a:schemeClr val="accent3">
                  <a:lumMod val="75000"/>
                </a:schemeClr>
              </a:solidFill>
            </a:endParaRPr>
          </a:p>
          <a:p>
            <a:pPr lvl="0"/>
            <a:r>
              <a:rPr lang="de-DE" sz="1200" b="0" dirty="0">
                <a:solidFill>
                  <a:schemeClr val="accent3">
                    <a:lumMod val="75000"/>
                  </a:schemeClr>
                </a:solidFill>
              </a:rPr>
              <a:t>Hochschule Esslingen, </a:t>
            </a:r>
          </a:p>
          <a:p>
            <a:pPr lvl="0"/>
            <a:r>
              <a:rPr lang="de-DE" sz="1200" b="0" dirty="0">
                <a:solidFill>
                  <a:schemeClr val="accent3">
                    <a:lumMod val="75000"/>
                  </a:schemeClr>
                </a:solidFill>
              </a:rPr>
              <a:t>Fakultät Informatik und Informationstechnik,</a:t>
            </a:r>
          </a:p>
          <a:p>
            <a:pPr lvl="0"/>
            <a:r>
              <a:rPr lang="de-DE" sz="1200" b="0" dirty="0">
                <a:solidFill>
                  <a:schemeClr val="accent3">
                    <a:lumMod val="75000"/>
                  </a:schemeClr>
                </a:solidFill>
              </a:rPr>
              <a:t>Professur für Wirtschaftsinformatik</a:t>
            </a:r>
          </a:p>
          <a:p>
            <a:pPr lvl="0"/>
            <a:endParaRPr lang="de-DE" sz="1200" b="1" dirty="0">
              <a:solidFill>
                <a:schemeClr val="accent3">
                  <a:lumMod val="75000"/>
                </a:schemeClr>
              </a:solidFill>
            </a:endParaRPr>
          </a:p>
          <a:p>
            <a:pPr lvl="0"/>
            <a:endParaRPr lang="de-DE" sz="1200" b="1" dirty="0">
              <a:solidFill>
                <a:srgbClr val="006D48"/>
              </a:solidFill>
            </a:endParaRP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8FFAC10B-F99E-40B7-A086-D857BCBBE7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0AC4B55F-FB9F-48C5-A453-49C52A72F7D6}"/>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7" name="Textfeld 16">
            <a:extLst>
              <a:ext uri="{FF2B5EF4-FFF2-40B4-BE49-F238E27FC236}">
                <a16:creationId xmlns:a16="http://schemas.microsoft.com/office/drawing/2014/main" id="{36D474AB-2B82-41FC-AC7C-7EA57BAE4FE0}"/>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20" name="Grafik 19">
            <a:extLst>
              <a:ext uri="{FF2B5EF4-FFF2-40B4-BE49-F238E27FC236}">
                <a16:creationId xmlns:a16="http://schemas.microsoft.com/office/drawing/2014/main" id="{FF525F40-32A0-44F2-9F30-B35D8F1A514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39DA4E1A-1A0A-B610-A1DA-9C36E9E15D7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3384998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folie_JS">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F89DC37A-DA6F-354F-BB57-B32A82D6AB5F}"/>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Jens </a:t>
            </a:r>
            <a:r>
              <a:rPr lang="de-DE" sz="1200" b="1" dirty="0" err="1">
                <a:solidFill>
                  <a:schemeClr val="accent3">
                    <a:lumMod val="75000"/>
                  </a:schemeClr>
                </a:solidFill>
              </a:rPr>
              <a:t>Strüker</a:t>
            </a:r>
            <a:endParaRPr lang="de-DE" sz="1200" b="1" dirty="0">
              <a:solidFill>
                <a:schemeClr val="accent3">
                  <a:lumMod val="75000"/>
                </a:schemeClr>
              </a:solidFill>
            </a:endParaRPr>
          </a:p>
          <a:p>
            <a:pPr lvl="0"/>
            <a:endParaRPr lang="de-DE" sz="1200" b="1" dirty="0">
              <a:solidFill>
                <a:schemeClr val="accent3">
                  <a:lumMod val="75000"/>
                </a:schemeClr>
              </a:solidFill>
            </a:endParaRPr>
          </a:p>
          <a:p>
            <a:pPr lvl="0"/>
            <a:r>
              <a:rPr lang="de-DE" sz="1200" b="0" kern="1200" dirty="0">
                <a:solidFill>
                  <a:schemeClr val="accent3">
                    <a:lumMod val="75000"/>
                  </a:schemeClr>
                </a:solidFill>
                <a:latin typeface="+mn-lt"/>
                <a:ea typeface="+mn-ea"/>
                <a:cs typeface="+mn-cs"/>
              </a:rPr>
              <a:t>FIM </a:t>
            </a:r>
            <a:r>
              <a:rPr lang="de-DE" sz="1200" b="0" dirty="0">
                <a:solidFill>
                  <a:schemeClr val="accent3">
                    <a:lumMod val="75000"/>
                  </a:schemeClr>
                </a:solidFill>
              </a:rPr>
              <a:t>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Institutsteil Wirtschaftsinformatik,</a:t>
            </a:r>
            <a:br>
              <a:rPr lang="de-DE" sz="1200" b="0" dirty="0">
                <a:solidFill>
                  <a:srgbClr val="4B4B4B"/>
                </a:solidFill>
              </a:rPr>
            </a:br>
            <a:r>
              <a:rPr lang="de-DE" sz="1200" b="0" dirty="0">
                <a:solidFill>
                  <a:schemeClr val="accent3">
                    <a:lumMod val="75000"/>
                  </a:schemeClr>
                </a:solidFill>
              </a:rPr>
              <a:t>Leitung des Fraunhofer Blockchain–Labors</a:t>
            </a:r>
            <a:endParaRPr lang="de-DE" sz="1200" b="0" dirty="0">
              <a:solidFill>
                <a:srgbClr val="4B4B4B"/>
              </a:solidFill>
            </a:endParaRP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chemeClr val="accent3">
                    <a:lumMod val="75000"/>
                  </a:schemeClr>
                </a:solidFill>
              </a:rPr>
              <a:t>Universität Bayreuth,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chemeClr val="accent3">
                    <a:lumMod val="75000"/>
                  </a:schemeClr>
                </a:solidFill>
              </a:rPr>
              <a:t>Rechts- und Wirtschaftswissenschaftliche Fakultät,</a:t>
            </a:r>
          </a:p>
          <a:p>
            <a:pPr lvl="0"/>
            <a:r>
              <a:rPr lang="de-DE" sz="1200" b="0" dirty="0">
                <a:solidFill>
                  <a:schemeClr val="accent3">
                    <a:lumMod val="75000"/>
                  </a:schemeClr>
                </a:solidFill>
              </a:rPr>
              <a:t>Professur für Wirtschaftsinformatik und Digitales Energiemanagement</a:t>
            </a: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E5E9EE99-5C9C-44AE-96A8-C9FCB86C114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6B722C74-D890-464C-ACFE-02623223008D}"/>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5" name="Textfeld 14">
            <a:extLst>
              <a:ext uri="{FF2B5EF4-FFF2-40B4-BE49-F238E27FC236}">
                <a16:creationId xmlns:a16="http://schemas.microsoft.com/office/drawing/2014/main" id="{6E371B76-F680-409B-A6B4-0DEE8BEDFFC2}"/>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3">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17" name="Grafik 16">
            <a:extLst>
              <a:ext uri="{FF2B5EF4-FFF2-40B4-BE49-F238E27FC236}">
                <a16:creationId xmlns:a16="http://schemas.microsoft.com/office/drawing/2014/main" id="{04F471BE-9712-44B5-9E5A-22110CC7E2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4BA77DF2-3B3B-03CE-8005-CD9F6FA798D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16520986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folie_NU">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Untertitel 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EC79BE74-D16B-F04F-B152-FCD83AB28597}"/>
              </a:ext>
            </a:extLst>
          </p:cNvPr>
          <p:cNvSpPr txBox="1"/>
          <p:nvPr userDrawn="1"/>
        </p:nvSpPr>
        <p:spPr>
          <a:xfrm>
            <a:off x="4550400" y="3047093"/>
            <a:ext cx="7086599" cy="3154187"/>
          </a:xfrm>
          <a:prstGeom prst="rect">
            <a:avLst/>
          </a:prstGeom>
        </p:spPr>
        <p:txBody>
          <a:bodyPr vert="horz" wrap="square" lIns="0" tIns="0" rIns="0" bIns="0" rtlCol="0">
            <a:noAutofit/>
          </a:bodyPr>
          <a:lstStyle/>
          <a:p>
            <a:pPr lvl="0"/>
            <a:r>
              <a:rPr lang="de-DE" sz="1200" b="1" dirty="0">
                <a:solidFill>
                  <a:schemeClr val="accent3">
                    <a:lumMod val="75000"/>
                  </a:schemeClr>
                </a:solidFill>
              </a:rPr>
              <a:t>Prof. Dr. Nils Urbach</a:t>
            </a:r>
          </a:p>
          <a:p>
            <a:pPr lvl="0"/>
            <a:endParaRPr lang="de-DE" sz="1200" b="0" dirty="0">
              <a:solidFill>
                <a:schemeClr val="accent3">
                  <a:lumMod val="75000"/>
                </a:schemeClr>
              </a:solidFill>
            </a:endParaRPr>
          </a:p>
          <a:p>
            <a:pPr lvl="0"/>
            <a:r>
              <a:rPr lang="de-DE" sz="1200" b="0" kern="1200" dirty="0">
                <a:solidFill>
                  <a:schemeClr val="accent3">
                    <a:lumMod val="75000"/>
                  </a:schemeClr>
                </a:solidFill>
                <a:latin typeface="+mn-lt"/>
                <a:ea typeface="+mn-ea"/>
                <a:cs typeface="+mn-cs"/>
              </a:rPr>
              <a:t>FIM </a:t>
            </a:r>
            <a:r>
              <a:rPr lang="de-DE" sz="1200" b="0" dirty="0">
                <a:solidFill>
                  <a:schemeClr val="accent3">
                    <a:lumMod val="75000"/>
                  </a:schemeClr>
                </a:solidFill>
              </a:rPr>
              <a:t>Forschungsinstitut für Informationsmanagement</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lvl="0"/>
            <a:endParaRPr lang="de-DE" sz="1200" b="0"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chemeClr val="accent3">
                    <a:lumMod val="75000"/>
                  </a:schemeClr>
                </a:solidFill>
              </a:rPr>
              <a:t>Frankfurt University </a:t>
            </a:r>
            <a:r>
              <a:rPr lang="de-DE" sz="1200" b="0" dirty="0" err="1">
                <a:solidFill>
                  <a:schemeClr val="accent3">
                    <a:lumMod val="75000"/>
                  </a:schemeClr>
                </a:solidFill>
              </a:rPr>
              <a:t>of</a:t>
            </a:r>
            <a:r>
              <a:rPr lang="de-DE" sz="1200" b="0" dirty="0">
                <a:solidFill>
                  <a:schemeClr val="accent3">
                    <a:lumMod val="75000"/>
                  </a:schemeClr>
                </a:solidFill>
              </a:rPr>
              <a:t> Applied Sciences,</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Research Lab </a:t>
            </a:r>
            <a:r>
              <a:rPr lang="de-DE" sz="1200" b="0" dirty="0" err="1">
                <a:solidFill>
                  <a:srgbClr val="4B4B4B"/>
                </a:solidFill>
              </a:rPr>
              <a:t>for</a:t>
            </a:r>
            <a:r>
              <a:rPr lang="de-DE" sz="1200" b="0" dirty="0">
                <a:solidFill>
                  <a:srgbClr val="4B4B4B"/>
                </a:solidFill>
              </a:rPr>
              <a:t> Digital Innovation &amp; Transformation</a:t>
            </a:r>
          </a:p>
          <a:p>
            <a:pPr lvl="0"/>
            <a:endParaRPr lang="de-DE" sz="1200" b="1" dirty="0">
              <a:solidFill>
                <a:schemeClr val="accent3">
                  <a:lumMod val="75000"/>
                </a:schemeClr>
              </a:solidFill>
            </a:endParaRPr>
          </a:p>
          <a:p>
            <a:pPr lvl="0"/>
            <a:endParaRPr lang="de-DE" sz="1200" b="1" dirty="0">
              <a:solidFill>
                <a:schemeClr val="accent3">
                  <a:lumMod val="75000"/>
                </a:schemeClr>
              </a:solidFill>
            </a:endParaRPr>
          </a:p>
          <a:p>
            <a:pPr marL="0" indent="0" algn="l">
              <a:buNone/>
            </a:pPr>
            <a:endParaRPr lang="de-DE" sz="1200" dirty="0">
              <a:solidFill>
                <a:schemeClr val="accent3">
                  <a:lumMod val="75000"/>
                </a:schemeClr>
              </a:solidFill>
            </a:endParaRPr>
          </a:p>
        </p:txBody>
      </p:sp>
      <p:pic>
        <p:nvPicPr>
          <p:cNvPr id="14" name="Grafik 13">
            <a:extLst>
              <a:ext uri="{FF2B5EF4-FFF2-40B4-BE49-F238E27FC236}">
                <a16:creationId xmlns:a16="http://schemas.microsoft.com/office/drawing/2014/main" id="{04B034C4-DBB3-4099-A927-A44A742DF03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04329" y="6405705"/>
            <a:ext cx="250152" cy="250152"/>
          </a:xfrm>
          <a:prstGeom prst="rect">
            <a:avLst/>
          </a:prstGeom>
        </p:spPr>
      </p:pic>
      <p:sp>
        <p:nvSpPr>
          <p:cNvPr id="18" name="Textfeld 17">
            <a:extLst>
              <a:ext uri="{FF2B5EF4-FFF2-40B4-BE49-F238E27FC236}">
                <a16:creationId xmlns:a16="http://schemas.microsoft.com/office/drawing/2014/main" id="{E47C150D-65C4-42B1-A0FC-E71845EB13C1}"/>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sp>
        <p:nvSpPr>
          <p:cNvPr id="16" name="Textfeld 15">
            <a:extLst>
              <a:ext uri="{FF2B5EF4-FFF2-40B4-BE49-F238E27FC236}">
                <a16:creationId xmlns:a16="http://schemas.microsoft.com/office/drawing/2014/main" id="{1687525A-5C0D-43A4-B508-B70AC3BAC7D1}"/>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dirty="0">
                <a:solidFill>
                  <a:schemeClr val="tx2"/>
                </a:solidFill>
                <a:hlinkClick r:id="rId3">
                  <a:extLst>
                    <a:ext uri="{A12FA001-AC4F-418D-AE19-62706E023703}">
                      <ahyp:hlinkClr xmlns:ahyp="http://schemas.microsoft.com/office/drawing/2018/hyperlinkcolor" val="tx"/>
                    </a:ext>
                  </a:extLst>
                </a:hlinkClick>
              </a:rPr>
              <a:t>www.fim-rc.de</a:t>
            </a:r>
            <a:endParaRPr lang="de-DE" sz="1200" dirty="0">
              <a:solidFill>
                <a:schemeClr val="tx2"/>
              </a:solidFill>
            </a:endParaRPr>
          </a:p>
          <a:p>
            <a:pPr lvl="0"/>
            <a:r>
              <a:rPr lang="de-DE" sz="1200" dirty="0">
                <a:solidFill>
                  <a:schemeClr val="tx2"/>
                </a:solidFill>
                <a:hlinkClick r:id="rId4">
                  <a:extLst>
                    <a:ext uri="{A12FA001-AC4F-418D-AE19-62706E023703}">
                      <ahyp:hlinkClr xmlns:ahyp="http://schemas.microsoft.com/office/drawing/2018/hyperlinkcolor" val="tx"/>
                    </a:ext>
                  </a:extLst>
                </a:hlinkClick>
              </a:rPr>
              <a:t>www.wirtschaftsinformatik.fraunhofer.de</a:t>
            </a:r>
            <a:endParaRPr lang="de-DE" sz="1400" dirty="0">
              <a:solidFill>
                <a:schemeClr val="tx2"/>
              </a:solidFill>
            </a:endParaRPr>
          </a:p>
        </p:txBody>
      </p:sp>
      <p:pic>
        <p:nvPicPr>
          <p:cNvPr id="17" name="Grafik 16">
            <a:extLst>
              <a:ext uri="{FF2B5EF4-FFF2-40B4-BE49-F238E27FC236}">
                <a16:creationId xmlns:a16="http://schemas.microsoft.com/office/drawing/2014/main" id="{9E9F81CB-F2F6-4308-AB7A-CAA7A152294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pic>
        <p:nvPicPr>
          <p:cNvPr id="3" name="Grafik 2">
            <a:extLst>
              <a:ext uri="{FF2B5EF4-FFF2-40B4-BE49-F238E27FC236}">
                <a16:creationId xmlns:a16="http://schemas.microsoft.com/office/drawing/2014/main" id="{5D1FCC0B-EE86-735F-A1C7-96A021618BF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22614699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folie_beliebige*r Vortragende*r">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Beliebige*r Vortragende*r</a:t>
            </a:r>
            <a:br>
              <a:rPr lang="de-DE"/>
            </a:br>
            <a:r>
              <a:rPr lang="de-DE"/>
              <a:t>Zweite Zeile Ipsum</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solidFill>
                  <a:srgbClr val="4B4B4B"/>
                </a:solidFill>
              </a:defRPr>
            </a:lvl1pPr>
            <a:lvl2pPr>
              <a:defRPr sz="1600"/>
            </a:lvl2pPr>
            <a:lvl3pPr>
              <a:defRPr sz="1400"/>
            </a:lvl3pPr>
            <a:lvl4pPr>
              <a:defRPr sz="1200"/>
            </a:lvl4pPr>
            <a:lvl5pPr>
              <a:defRPr sz="1200"/>
            </a:lvl5pPr>
          </a:lstStyle>
          <a:p>
            <a:pPr lvl="0"/>
            <a:r>
              <a:rPr lang="de-DE"/>
              <a:t>Untertitel </a:t>
            </a:r>
            <a:r>
              <a:rPr lang="de-DE" err="1"/>
              <a:t>Lorem</a:t>
            </a:r>
            <a:br>
              <a:rPr lang="de-DE"/>
            </a:br>
            <a:r>
              <a:rPr lang="de-DE"/>
              <a:t>Zweite Zeile Ipsum</a:t>
            </a:r>
            <a:endParaRPr lang="en-US"/>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platzhalter 38">
            <a:extLst>
              <a:ext uri="{FF2B5EF4-FFF2-40B4-BE49-F238E27FC236}">
                <a16:creationId xmlns:a16="http://schemas.microsoft.com/office/drawing/2014/main" id="{86DF2652-0633-451E-ACFC-CBD7DD3682CB}"/>
              </a:ext>
            </a:extLst>
          </p:cNvPr>
          <p:cNvSpPr>
            <a:spLocks noGrp="1"/>
          </p:cNvSpPr>
          <p:nvPr>
            <p:ph type="body" sz="quarter" idx="15" hasCustomPrompt="1"/>
          </p:nvPr>
        </p:nvSpPr>
        <p:spPr>
          <a:xfrm>
            <a:off x="4548555" y="3045600"/>
            <a:ext cx="7092583" cy="183030"/>
          </a:xfrm>
        </p:spPr>
        <p:txBody>
          <a:bodyPr/>
          <a:lstStyle>
            <a:lvl1pPr marL="0" indent="0">
              <a:spcBef>
                <a:spcPts val="0"/>
              </a:spcBef>
              <a:buNone/>
              <a:defRPr sz="1200" b="1">
                <a:solidFill>
                  <a:srgbClr val="4B4B4B"/>
                </a:solidFill>
              </a:defRPr>
            </a:lvl1pPr>
            <a:lvl2pPr>
              <a:defRPr sz="1600"/>
            </a:lvl2pPr>
            <a:lvl3pPr>
              <a:defRPr sz="1400"/>
            </a:lvl3pPr>
            <a:lvl4pPr>
              <a:defRPr sz="1200"/>
            </a:lvl4pPr>
            <a:lvl5pPr>
              <a:defRPr sz="1200"/>
            </a:lvl5pPr>
          </a:lstStyle>
          <a:p>
            <a:pPr lvl="0"/>
            <a:r>
              <a:rPr lang="en-US" err="1"/>
              <a:t>Titel</a:t>
            </a:r>
            <a:r>
              <a:rPr lang="en-US"/>
              <a:t> und Name der/des </a:t>
            </a:r>
            <a:r>
              <a:rPr lang="en-US" err="1"/>
              <a:t>Vortragenden</a:t>
            </a:r>
            <a:endParaRPr lang="en-US"/>
          </a:p>
          <a:p>
            <a:pPr marL="0" marR="0" lvl="0" indent="0" algn="l" defTabSz="74295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de-DE" sz="1200" b="0">
              <a:solidFill>
                <a:srgbClr val="4B4B4B"/>
              </a:solidFill>
            </a:endParaRPr>
          </a:p>
          <a:p>
            <a:pPr lvl="0"/>
            <a:endParaRPr lang="en-US"/>
          </a:p>
          <a:p>
            <a:pPr lvl="0"/>
            <a:endParaRPr lang="en-US"/>
          </a:p>
        </p:txBody>
      </p:sp>
      <p:sp>
        <p:nvSpPr>
          <p:cNvPr id="3" name="Textfeld 2">
            <a:extLst>
              <a:ext uri="{FF2B5EF4-FFF2-40B4-BE49-F238E27FC236}">
                <a16:creationId xmlns:a16="http://schemas.microsoft.com/office/drawing/2014/main" id="{68A2D0A4-929C-4059-BBE7-4297BFE74BDA}"/>
              </a:ext>
            </a:extLst>
          </p:cNvPr>
          <p:cNvSpPr txBox="1"/>
          <p:nvPr userDrawn="1"/>
        </p:nvSpPr>
        <p:spPr>
          <a:xfrm>
            <a:off x="4548554" y="3416808"/>
            <a:ext cx="7106424" cy="949076"/>
          </a:xfrm>
          <a:prstGeom prst="rect">
            <a:avLst/>
          </a:prstGeom>
        </p:spPr>
        <p:txBody>
          <a:bodyPr vert="horz" wrap="square" lIns="0" tIns="0" rIns="0" bIns="0" rtlCol="0">
            <a:noAutofit/>
          </a:bodyPr>
          <a:lstStyle/>
          <a:p>
            <a:pPr lvl="0"/>
            <a:r>
              <a:rPr lang="de-DE" sz="1200" b="0" kern="1200" dirty="0">
                <a:solidFill>
                  <a:schemeClr val="accent3">
                    <a:lumMod val="75000"/>
                  </a:schemeClr>
                </a:solidFill>
                <a:latin typeface="+mn-lt"/>
                <a:ea typeface="+mn-ea"/>
                <a:cs typeface="+mn-cs"/>
              </a:rPr>
              <a:t>FIM </a:t>
            </a:r>
            <a:r>
              <a:rPr lang="de-DE" sz="1200" b="0" dirty="0">
                <a:solidFill>
                  <a:srgbClr val="4B4B4B"/>
                </a:solidFill>
              </a:rPr>
              <a:t>Forschungsinstitut für Informationsmanagement</a:t>
            </a:r>
          </a:p>
          <a:p>
            <a:pPr lvl="0"/>
            <a:endParaRPr lang="de-DE" sz="1200" b="0" dirty="0">
              <a:solidFill>
                <a:srgbClr val="4B4B4B"/>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marL="0" indent="0" algn="l">
              <a:buNone/>
            </a:pPr>
            <a:endParaRPr lang="de-DE" dirty="0"/>
          </a:p>
        </p:txBody>
      </p:sp>
      <p:sp>
        <p:nvSpPr>
          <p:cNvPr id="52" name="Textfeld 51">
            <a:extLst>
              <a:ext uri="{FF2B5EF4-FFF2-40B4-BE49-F238E27FC236}">
                <a16:creationId xmlns:a16="http://schemas.microsoft.com/office/drawing/2014/main" id="{C9D1A41C-857E-4F11-8AFC-BC4E380A9797}"/>
              </a:ext>
            </a:extLst>
          </p:cNvPr>
          <p:cNvSpPr txBox="1"/>
          <p:nvPr userDrawn="1"/>
        </p:nvSpPr>
        <p:spPr>
          <a:xfrm>
            <a:off x="4548554" y="5437050"/>
            <a:ext cx="3364380" cy="365668"/>
          </a:xfrm>
          <a:prstGeom prst="rect">
            <a:avLst/>
          </a:prstGeom>
        </p:spPr>
        <p:txBody>
          <a:bodyPr vert="horz" wrap="square" lIns="0" tIns="0" rIns="0" bIns="0" rtlCol="0" anchor="b">
            <a:noAutofit/>
          </a:bodyPr>
          <a:lstStyle/>
          <a:p>
            <a:pPr lvl="0"/>
            <a:r>
              <a:rPr lang="de-DE" sz="1200">
                <a:solidFill>
                  <a:schemeClr val="tx2"/>
                </a:solidFill>
                <a:hlinkClick r:id="rId2">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3">
                  <a:extLst>
                    <a:ext uri="{A12FA001-AC4F-418D-AE19-62706E023703}">
                      <ahyp:hlinkClr xmlns:ahyp="http://schemas.microsoft.com/office/drawing/2018/hyperlinkcolor" val="tx"/>
                    </a:ext>
                  </a:extLst>
                </a:hlinkClick>
              </a:rPr>
              <a:t>www.wirtschaftsinformatik.fraunhofer.de</a:t>
            </a:r>
            <a:endParaRPr lang="de-DE" sz="1400">
              <a:solidFill>
                <a:schemeClr val="tx2"/>
              </a:solidFill>
            </a:endParaRPr>
          </a:p>
        </p:txBody>
      </p:sp>
      <p:pic>
        <p:nvPicPr>
          <p:cNvPr id="53" name="Grafik 52">
            <a:extLst>
              <a:ext uri="{FF2B5EF4-FFF2-40B4-BE49-F238E27FC236}">
                <a16:creationId xmlns:a16="http://schemas.microsoft.com/office/drawing/2014/main" id="{2F40A73B-6FF3-4485-A72C-8F14526FFC0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4329" y="6405705"/>
            <a:ext cx="250152" cy="250152"/>
          </a:xfrm>
          <a:prstGeom prst="rect">
            <a:avLst/>
          </a:prstGeom>
        </p:spPr>
      </p:pic>
      <p:sp>
        <p:nvSpPr>
          <p:cNvPr id="54" name="Textfeld 53">
            <a:extLst>
              <a:ext uri="{FF2B5EF4-FFF2-40B4-BE49-F238E27FC236}">
                <a16:creationId xmlns:a16="http://schemas.microsoft.com/office/drawing/2014/main" id="{F231C636-E18A-424D-B936-2DCBF5C3825C}"/>
              </a:ext>
            </a:extLst>
          </p:cNvPr>
          <p:cNvSpPr txBox="1"/>
          <p:nvPr userDrawn="1"/>
        </p:nvSpPr>
        <p:spPr>
          <a:xfrm>
            <a:off x="4846560" y="6436157"/>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pic>
        <p:nvPicPr>
          <p:cNvPr id="56" name="Grafik 55">
            <a:extLst>
              <a:ext uri="{FF2B5EF4-FFF2-40B4-BE49-F238E27FC236}">
                <a16:creationId xmlns:a16="http://schemas.microsoft.com/office/drawing/2014/main" id="{1A7F9110-5C26-47F1-AFA4-D7630DB704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6568" y="416455"/>
            <a:ext cx="1490668" cy="408233"/>
          </a:xfrm>
          <a:prstGeom prst="rect">
            <a:avLst/>
          </a:prstGeom>
        </p:spPr>
      </p:pic>
      <p:sp>
        <p:nvSpPr>
          <p:cNvPr id="16" name="Bildplatzhalter 6">
            <a:extLst>
              <a:ext uri="{FF2B5EF4-FFF2-40B4-BE49-F238E27FC236}">
                <a16:creationId xmlns:a16="http://schemas.microsoft.com/office/drawing/2014/main" id="{16EF8A4F-1410-4F20-AA34-0D14D82557D9}"/>
              </a:ext>
            </a:extLst>
          </p:cNvPr>
          <p:cNvSpPr>
            <a:spLocks noGrp="1"/>
          </p:cNvSpPr>
          <p:nvPr>
            <p:ph type="pic" sz="quarter" idx="13" hasCustomPrompt="1"/>
          </p:nvPr>
        </p:nvSpPr>
        <p:spPr>
          <a:xfrm>
            <a:off x="1" y="68262"/>
            <a:ext cx="4114800" cy="6789738"/>
          </a:xfrm>
          <a:solidFill>
            <a:srgbClr val="E7B2C2"/>
          </a:solidFill>
        </p:spPr>
        <p:txBody>
          <a:bodyPr/>
          <a:lstStyle>
            <a:lvl1pPr marL="0" indent="0">
              <a:buNone/>
              <a:defRPr/>
            </a:lvl1pPr>
          </a:lstStyle>
          <a:p>
            <a:r>
              <a:rPr lang="de-DE"/>
              <a:t> </a:t>
            </a:r>
            <a:endParaRPr lang="en-US"/>
          </a:p>
        </p:txBody>
      </p:sp>
      <p:pic>
        <p:nvPicPr>
          <p:cNvPr id="4" name="Grafik 3">
            <a:extLst>
              <a:ext uri="{FF2B5EF4-FFF2-40B4-BE49-F238E27FC236}">
                <a16:creationId xmlns:a16="http://schemas.microsoft.com/office/drawing/2014/main" id="{1CC90A66-BC9A-80E2-271E-94B3BE23937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48554" y="414113"/>
            <a:ext cx="1335739" cy="585850"/>
          </a:xfrm>
          <a:prstGeom prst="rect">
            <a:avLst/>
          </a:prstGeom>
        </p:spPr>
      </p:pic>
    </p:spTree>
    <p:extLst>
      <p:ext uri="{BB962C8B-B14F-4D97-AF65-F5344CB8AC3E}">
        <p14:creationId xmlns:p14="http://schemas.microsoft.com/office/powerpoint/2010/main" val="18698608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5F4C9-598F-4E78-848E-9BB6ADD0DA4E}"/>
              </a:ext>
            </a:extLst>
          </p:cNvPr>
          <p:cNvSpPr>
            <a:spLocks noGrp="1"/>
          </p:cNvSpPr>
          <p:nvPr>
            <p:ph type="title" hasCustomPrompt="1"/>
          </p:nvPr>
        </p:nvSpPr>
        <p:spPr>
          <a:xfrm>
            <a:off x="550800" y="407195"/>
            <a:ext cx="8052580" cy="638175"/>
          </a:xfrm>
        </p:spPr>
        <p:txBody>
          <a:bodyPr/>
          <a:lstStyle>
            <a:lvl1pPr>
              <a:defRPr/>
            </a:lvl1pPr>
          </a:lstStyle>
          <a:p>
            <a:r>
              <a:rPr lang="de-DE"/>
              <a:t>Agenda</a:t>
            </a:r>
            <a:endParaRPr lang="en-US"/>
          </a:p>
        </p:txBody>
      </p:sp>
      <p:sp>
        <p:nvSpPr>
          <p:cNvPr id="3" name="Datumsplatzhalter 2">
            <a:extLst>
              <a:ext uri="{FF2B5EF4-FFF2-40B4-BE49-F238E27FC236}">
                <a16:creationId xmlns:a16="http://schemas.microsoft.com/office/drawing/2014/main" id="{C9C3FEB9-7D39-44AE-91BC-8FAEC3D7E4D4}"/>
              </a:ext>
            </a:extLst>
          </p:cNvPr>
          <p:cNvSpPr>
            <a:spLocks noGrp="1"/>
          </p:cNvSpPr>
          <p:nvPr>
            <p:ph type="dt" sz="half" idx="10"/>
          </p:nvPr>
        </p:nvSpPr>
        <p:spPr/>
        <p:txBody>
          <a:bodyPr/>
          <a:lstStyle/>
          <a:p>
            <a:fld id="{B8CB3AB9-264D-4481-B2B9-8C179C52A684}" type="datetime1">
              <a:rPr lang="de-DE" smtClean="0"/>
              <a:t>19.10.26</a:t>
            </a:fld>
            <a:endParaRPr lang="en-US"/>
          </a:p>
        </p:txBody>
      </p:sp>
      <p:sp>
        <p:nvSpPr>
          <p:cNvPr id="5" name="Foliennummernplatzhalter 4">
            <a:extLst>
              <a:ext uri="{FF2B5EF4-FFF2-40B4-BE49-F238E27FC236}">
                <a16:creationId xmlns:a16="http://schemas.microsoft.com/office/drawing/2014/main" id="{360E1C69-351D-4576-85E4-3C7A7054E4E3}"/>
              </a:ext>
            </a:extLst>
          </p:cNvPr>
          <p:cNvSpPr>
            <a:spLocks noGrp="1"/>
          </p:cNvSpPr>
          <p:nvPr>
            <p:ph type="sldNum" sz="quarter" idx="12"/>
          </p:nvPr>
        </p:nvSpPr>
        <p:spPr/>
        <p:txBody>
          <a:bodyPr/>
          <a:lstStyle>
            <a:lvl1pPr>
              <a:defRPr>
                <a:solidFill>
                  <a:schemeClr val="accent2"/>
                </a:solidFill>
              </a:defRPr>
            </a:lvl1pPr>
          </a:lstStyle>
          <a:p>
            <a:fld id="{64647E8F-5052-4581-98D0-7C32D5A45346}" type="slidenum">
              <a:rPr lang="en-US" smtClean="0"/>
              <a:pPr/>
              <a:t>‹#›</a:t>
            </a:fld>
            <a:endParaRPr lang="en-US"/>
          </a:p>
        </p:txBody>
      </p:sp>
      <p:sp>
        <p:nvSpPr>
          <p:cNvPr id="7" name="Rechteck 6">
            <a:extLst>
              <a:ext uri="{FF2B5EF4-FFF2-40B4-BE49-F238E27FC236}">
                <a16:creationId xmlns:a16="http://schemas.microsoft.com/office/drawing/2014/main" id="{A48B7B5D-4086-4670-B51A-7FEB605EF0BB}"/>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Textplatzhalter 32">
            <a:extLst>
              <a:ext uri="{FF2B5EF4-FFF2-40B4-BE49-F238E27FC236}">
                <a16:creationId xmlns:a16="http://schemas.microsoft.com/office/drawing/2014/main" id="{B9967132-7FB3-44D9-B340-D5C95C1152BF}"/>
              </a:ext>
            </a:extLst>
          </p:cNvPr>
          <p:cNvSpPr>
            <a:spLocks noGrp="1"/>
          </p:cNvSpPr>
          <p:nvPr>
            <p:ph type="body" sz="quarter" idx="15" hasCustomPrompt="1"/>
          </p:nvPr>
        </p:nvSpPr>
        <p:spPr>
          <a:xfrm>
            <a:off x="550863" y="1453076"/>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45" name="Textplatzhalter 44">
            <a:extLst>
              <a:ext uri="{FF2B5EF4-FFF2-40B4-BE49-F238E27FC236}">
                <a16:creationId xmlns:a16="http://schemas.microsoft.com/office/drawing/2014/main" id="{EC3DBA1C-553F-47F9-8206-18BF8A76B59F}"/>
              </a:ext>
            </a:extLst>
          </p:cNvPr>
          <p:cNvSpPr>
            <a:spLocks noGrp="1"/>
          </p:cNvSpPr>
          <p:nvPr>
            <p:ph type="body" sz="quarter" idx="16" hasCustomPrompt="1"/>
          </p:nvPr>
        </p:nvSpPr>
        <p:spPr>
          <a:xfrm>
            <a:off x="550863" y="2729019"/>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62" name="Textplatzhalter 61">
            <a:extLst>
              <a:ext uri="{FF2B5EF4-FFF2-40B4-BE49-F238E27FC236}">
                <a16:creationId xmlns:a16="http://schemas.microsoft.com/office/drawing/2014/main" id="{D76EF870-C0D1-4E65-ACDA-AC0C4DCD67D4}"/>
              </a:ext>
            </a:extLst>
          </p:cNvPr>
          <p:cNvSpPr>
            <a:spLocks noGrp="1"/>
          </p:cNvSpPr>
          <p:nvPr>
            <p:ph type="body" sz="quarter" idx="17" hasCustomPrompt="1"/>
          </p:nvPr>
        </p:nvSpPr>
        <p:spPr>
          <a:xfrm>
            <a:off x="550863" y="4004962"/>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61" name="Textplatzhalter 60">
            <a:extLst>
              <a:ext uri="{FF2B5EF4-FFF2-40B4-BE49-F238E27FC236}">
                <a16:creationId xmlns:a16="http://schemas.microsoft.com/office/drawing/2014/main" id="{48E6316B-2069-4750-BF15-CC3D33F8A2F5}"/>
              </a:ext>
            </a:extLst>
          </p:cNvPr>
          <p:cNvSpPr>
            <a:spLocks noGrp="1"/>
          </p:cNvSpPr>
          <p:nvPr>
            <p:ph type="body" sz="quarter" idx="18" hasCustomPrompt="1"/>
          </p:nvPr>
        </p:nvSpPr>
        <p:spPr>
          <a:xfrm>
            <a:off x="550863" y="5280906"/>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73" name="Textplatzhalter 72">
            <a:extLst>
              <a:ext uri="{FF2B5EF4-FFF2-40B4-BE49-F238E27FC236}">
                <a16:creationId xmlns:a16="http://schemas.microsoft.com/office/drawing/2014/main" id="{E9AA332B-9DF1-4240-9A4C-9FDC17CE1459}"/>
              </a:ext>
            </a:extLst>
          </p:cNvPr>
          <p:cNvSpPr>
            <a:spLocks noGrp="1"/>
          </p:cNvSpPr>
          <p:nvPr>
            <p:ph type="body" sz="quarter" idx="19" hasCustomPrompt="1"/>
          </p:nvPr>
        </p:nvSpPr>
        <p:spPr>
          <a:xfrm>
            <a:off x="6437196" y="1453076"/>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72" name="Textplatzhalter 71">
            <a:extLst>
              <a:ext uri="{FF2B5EF4-FFF2-40B4-BE49-F238E27FC236}">
                <a16:creationId xmlns:a16="http://schemas.microsoft.com/office/drawing/2014/main" id="{E172CBCD-D32E-4101-91DA-372D4E6741A8}"/>
              </a:ext>
            </a:extLst>
          </p:cNvPr>
          <p:cNvSpPr>
            <a:spLocks noGrp="1"/>
          </p:cNvSpPr>
          <p:nvPr>
            <p:ph type="body" sz="quarter" idx="20" hasCustomPrompt="1"/>
          </p:nvPr>
        </p:nvSpPr>
        <p:spPr>
          <a:xfrm>
            <a:off x="6437196" y="2729019"/>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63" name="Textplatzhalter 62">
            <a:extLst>
              <a:ext uri="{FF2B5EF4-FFF2-40B4-BE49-F238E27FC236}">
                <a16:creationId xmlns:a16="http://schemas.microsoft.com/office/drawing/2014/main" id="{EE8D2679-F21D-4AEE-BACE-016F73C14CB5}"/>
              </a:ext>
            </a:extLst>
          </p:cNvPr>
          <p:cNvSpPr>
            <a:spLocks noGrp="1"/>
          </p:cNvSpPr>
          <p:nvPr>
            <p:ph type="body" sz="quarter" idx="21" hasCustomPrompt="1"/>
          </p:nvPr>
        </p:nvSpPr>
        <p:spPr>
          <a:xfrm>
            <a:off x="6437196" y="4004962"/>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74" name="Textplatzhalter 73">
            <a:extLst>
              <a:ext uri="{FF2B5EF4-FFF2-40B4-BE49-F238E27FC236}">
                <a16:creationId xmlns:a16="http://schemas.microsoft.com/office/drawing/2014/main" id="{C5F561E1-F8AF-40EB-A833-95BC6D6C8F32}"/>
              </a:ext>
            </a:extLst>
          </p:cNvPr>
          <p:cNvSpPr>
            <a:spLocks noGrp="1"/>
          </p:cNvSpPr>
          <p:nvPr>
            <p:ph type="body" sz="quarter" idx="22" hasCustomPrompt="1"/>
          </p:nvPr>
        </p:nvSpPr>
        <p:spPr>
          <a:xfrm>
            <a:off x="6437196" y="5280906"/>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35" name="Textplatzhalter 34">
            <a:extLst>
              <a:ext uri="{FF2B5EF4-FFF2-40B4-BE49-F238E27FC236}">
                <a16:creationId xmlns:a16="http://schemas.microsoft.com/office/drawing/2014/main" id="{63408404-C5AA-4DCA-8A39-B52DB299C35C}"/>
              </a:ext>
            </a:extLst>
          </p:cNvPr>
          <p:cNvSpPr>
            <a:spLocks noGrp="1"/>
          </p:cNvSpPr>
          <p:nvPr>
            <p:ph type="body" sz="quarter" idx="23" hasCustomPrompt="1"/>
          </p:nvPr>
        </p:nvSpPr>
        <p:spPr>
          <a:xfrm>
            <a:off x="1721139" y="1661315"/>
            <a:ext cx="3853062" cy="488345"/>
          </a:xfrm>
        </p:spPr>
        <p:txBody>
          <a:bodyPr anchor="ctr"/>
          <a:lstStyle>
            <a:lvl1pPr marL="0" indent="0">
              <a:spcBef>
                <a:spcPts val="0"/>
              </a:spcBef>
              <a:buNone/>
              <a:defRPr sz="1800" b="1">
                <a:solidFill>
                  <a:schemeClr val="accent3">
                    <a:lumMod val="75000"/>
                  </a:schemeClr>
                </a:solidFill>
              </a:defRPr>
            </a:lvl1pPr>
          </a:lstStyle>
          <a:p>
            <a:pPr lvl="0"/>
            <a:r>
              <a:rPr lang="de-DE"/>
              <a:t>Kapitel</a:t>
            </a:r>
            <a:br>
              <a:rPr lang="de-DE"/>
            </a:br>
            <a:r>
              <a:rPr lang="de-DE"/>
              <a:t>Zweite Zeile</a:t>
            </a:r>
            <a:endParaRPr lang="en-US"/>
          </a:p>
        </p:txBody>
      </p:sp>
      <p:sp>
        <p:nvSpPr>
          <p:cNvPr id="36" name="Textplatzhalter 34">
            <a:extLst>
              <a:ext uri="{FF2B5EF4-FFF2-40B4-BE49-F238E27FC236}">
                <a16:creationId xmlns:a16="http://schemas.microsoft.com/office/drawing/2014/main" id="{DF78CF7E-ECE5-4B2D-A483-3267534656C1}"/>
              </a:ext>
            </a:extLst>
          </p:cNvPr>
          <p:cNvSpPr>
            <a:spLocks noGrp="1"/>
          </p:cNvSpPr>
          <p:nvPr>
            <p:ph type="body" sz="quarter" idx="24" hasCustomPrompt="1"/>
          </p:nvPr>
        </p:nvSpPr>
        <p:spPr>
          <a:xfrm>
            <a:off x="7657728" y="1661315"/>
            <a:ext cx="3853062" cy="488345"/>
          </a:xfrm>
        </p:spPr>
        <p:txBody>
          <a:bodyPr anchor="ctr"/>
          <a:lstStyle>
            <a:lvl1pPr marL="0" indent="0">
              <a:spcBef>
                <a:spcPts val="0"/>
              </a:spcBef>
              <a:buNone/>
              <a:defRPr sz="1800" b="1">
                <a:solidFill>
                  <a:schemeClr val="accent3">
                    <a:lumMod val="75000"/>
                  </a:schemeClr>
                </a:solidFill>
              </a:defRPr>
            </a:lvl1pPr>
          </a:lstStyle>
          <a:p>
            <a:pPr lvl="0"/>
            <a:r>
              <a:rPr lang="de-DE"/>
              <a:t>Kapitel</a:t>
            </a:r>
            <a:br>
              <a:rPr lang="de-DE"/>
            </a:br>
            <a:r>
              <a:rPr lang="de-DE"/>
              <a:t>Zweite Zeile</a:t>
            </a:r>
            <a:endParaRPr lang="en-US"/>
          </a:p>
        </p:txBody>
      </p:sp>
      <p:sp>
        <p:nvSpPr>
          <p:cNvPr id="37" name="Textplatzhalter 34">
            <a:extLst>
              <a:ext uri="{FF2B5EF4-FFF2-40B4-BE49-F238E27FC236}">
                <a16:creationId xmlns:a16="http://schemas.microsoft.com/office/drawing/2014/main" id="{E3161E5D-F239-4697-B41B-8EA5EA589B47}"/>
              </a:ext>
            </a:extLst>
          </p:cNvPr>
          <p:cNvSpPr>
            <a:spLocks noGrp="1"/>
          </p:cNvSpPr>
          <p:nvPr>
            <p:ph type="body" sz="quarter" idx="25" hasCustomPrompt="1"/>
          </p:nvPr>
        </p:nvSpPr>
        <p:spPr>
          <a:xfrm>
            <a:off x="1721139" y="2939211"/>
            <a:ext cx="3853062" cy="488345"/>
          </a:xfrm>
        </p:spPr>
        <p:txBody>
          <a:bodyPr anchor="ctr"/>
          <a:lstStyle>
            <a:lvl1pPr marL="0" indent="0">
              <a:spcBef>
                <a:spcPts val="0"/>
              </a:spcBef>
              <a:buNone/>
              <a:defRPr sz="1800" b="1">
                <a:solidFill>
                  <a:schemeClr val="accent3">
                    <a:lumMod val="75000"/>
                  </a:schemeClr>
                </a:solidFill>
              </a:defRPr>
            </a:lvl1pPr>
          </a:lstStyle>
          <a:p>
            <a:pPr lvl="0"/>
            <a:r>
              <a:rPr lang="de-DE"/>
              <a:t>Kapitel</a:t>
            </a:r>
            <a:br>
              <a:rPr lang="de-DE"/>
            </a:br>
            <a:r>
              <a:rPr lang="de-DE"/>
              <a:t>Zweite Zeile</a:t>
            </a:r>
            <a:endParaRPr lang="en-US"/>
          </a:p>
        </p:txBody>
      </p:sp>
      <p:sp>
        <p:nvSpPr>
          <p:cNvPr id="38" name="Textplatzhalter 34">
            <a:extLst>
              <a:ext uri="{FF2B5EF4-FFF2-40B4-BE49-F238E27FC236}">
                <a16:creationId xmlns:a16="http://schemas.microsoft.com/office/drawing/2014/main" id="{92B7B467-A632-4523-BEC0-4C986340B0B7}"/>
              </a:ext>
            </a:extLst>
          </p:cNvPr>
          <p:cNvSpPr>
            <a:spLocks noGrp="1"/>
          </p:cNvSpPr>
          <p:nvPr>
            <p:ph type="body" sz="quarter" idx="26" hasCustomPrompt="1"/>
          </p:nvPr>
        </p:nvSpPr>
        <p:spPr>
          <a:xfrm>
            <a:off x="7657728" y="2939211"/>
            <a:ext cx="3853062" cy="488345"/>
          </a:xfrm>
        </p:spPr>
        <p:txBody>
          <a:bodyPr anchor="ctr"/>
          <a:lstStyle>
            <a:lvl1pPr marL="0" indent="0">
              <a:spcBef>
                <a:spcPts val="0"/>
              </a:spcBef>
              <a:buNone/>
              <a:defRPr sz="1800" b="1">
                <a:solidFill>
                  <a:schemeClr val="accent3">
                    <a:lumMod val="75000"/>
                  </a:schemeClr>
                </a:solidFill>
              </a:defRPr>
            </a:lvl1pPr>
          </a:lstStyle>
          <a:p>
            <a:pPr lvl="0"/>
            <a:r>
              <a:rPr lang="de-DE"/>
              <a:t>Kapitel</a:t>
            </a:r>
            <a:br>
              <a:rPr lang="de-DE"/>
            </a:br>
            <a:r>
              <a:rPr lang="de-DE"/>
              <a:t>Zweite Zeile</a:t>
            </a:r>
            <a:endParaRPr lang="en-US"/>
          </a:p>
        </p:txBody>
      </p:sp>
      <p:sp>
        <p:nvSpPr>
          <p:cNvPr id="39" name="Textplatzhalter 34">
            <a:extLst>
              <a:ext uri="{FF2B5EF4-FFF2-40B4-BE49-F238E27FC236}">
                <a16:creationId xmlns:a16="http://schemas.microsoft.com/office/drawing/2014/main" id="{D0B42C69-ACA8-4476-9DC5-005181EF4C71}"/>
              </a:ext>
            </a:extLst>
          </p:cNvPr>
          <p:cNvSpPr>
            <a:spLocks noGrp="1"/>
          </p:cNvSpPr>
          <p:nvPr>
            <p:ph type="body" sz="quarter" idx="27" hasCustomPrompt="1"/>
          </p:nvPr>
        </p:nvSpPr>
        <p:spPr>
          <a:xfrm>
            <a:off x="1721139" y="4217107"/>
            <a:ext cx="3853062" cy="488345"/>
          </a:xfrm>
        </p:spPr>
        <p:txBody>
          <a:bodyPr anchor="ctr"/>
          <a:lstStyle>
            <a:lvl1pPr marL="0" indent="0">
              <a:spcBef>
                <a:spcPts val="0"/>
              </a:spcBef>
              <a:buNone/>
              <a:defRPr sz="1800" b="1">
                <a:solidFill>
                  <a:schemeClr val="accent3">
                    <a:lumMod val="75000"/>
                  </a:schemeClr>
                </a:solidFill>
              </a:defRPr>
            </a:lvl1pPr>
          </a:lstStyle>
          <a:p>
            <a:pPr lvl="0"/>
            <a:r>
              <a:rPr lang="de-DE"/>
              <a:t>Kapitel</a:t>
            </a:r>
            <a:br>
              <a:rPr lang="de-DE"/>
            </a:br>
            <a:r>
              <a:rPr lang="de-DE"/>
              <a:t>Zweite Zeile</a:t>
            </a:r>
            <a:endParaRPr lang="en-US"/>
          </a:p>
        </p:txBody>
      </p:sp>
      <p:sp>
        <p:nvSpPr>
          <p:cNvPr id="40" name="Textplatzhalter 34">
            <a:extLst>
              <a:ext uri="{FF2B5EF4-FFF2-40B4-BE49-F238E27FC236}">
                <a16:creationId xmlns:a16="http://schemas.microsoft.com/office/drawing/2014/main" id="{C04219E5-7AE1-4571-882B-172196EFDF90}"/>
              </a:ext>
            </a:extLst>
          </p:cNvPr>
          <p:cNvSpPr>
            <a:spLocks noGrp="1"/>
          </p:cNvSpPr>
          <p:nvPr>
            <p:ph type="body" sz="quarter" idx="28" hasCustomPrompt="1"/>
          </p:nvPr>
        </p:nvSpPr>
        <p:spPr>
          <a:xfrm>
            <a:off x="7657728" y="4217107"/>
            <a:ext cx="3853062" cy="488345"/>
          </a:xfrm>
        </p:spPr>
        <p:txBody>
          <a:bodyPr anchor="ctr"/>
          <a:lstStyle>
            <a:lvl1pPr marL="0" indent="0">
              <a:spcBef>
                <a:spcPts val="0"/>
              </a:spcBef>
              <a:buNone/>
              <a:defRPr sz="1800" b="1">
                <a:solidFill>
                  <a:schemeClr val="accent3">
                    <a:lumMod val="75000"/>
                  </a:schemeClr>
                </a:solidFill>
              </a:defRPr>
            </a:lvl1pPr>
          </a:lstStyle>
          <a:p>
            <a:pPr lvl="0"/>
            <a:r>
              <a:rPr lang="de-DE"/>
              <a:t>Kapitel</a:t>
            </a:r>
            <a:br>
              <a:rPr lang="de-DE"/>
            </a:br>
            <a:r>
              <a:rPr lang="de-DE"/>
              <a:t>Zweite Zeile</a:t>
            </a:r>
            <a:endParaRPr lang="en-US"/>
          </a:p>
        </p:txBody>
      </p:sp>
      <p:sp>
        <p:nvSpPr>
          <p:cNvPr id="41" name="Textplatzhalter 34">
            <a:extLst>
              <a:ext uri="{FF2B5EF4-FFF2-40B4-BE49-F238E27FC236}">
                <a16:creationId xmlns:a16="http://schemas.microsoft.com/office/drawing/2014/main" id="{E124A814-FF1D-44B1-9CCF-59D06311606D}"/>
              </a:ext>
            </a:extLst>
          </p:cNvPr>
          <p:cNvSpPr>
            <a:spLocks noGrp="1"/>
          </p:cNvSpPr>
          <p:nvPr>
            <p:ph type="body" sz="quarter" idx="29" hasCustomPrompt="1"/>
          </p:nvPr>
        </p:nvSpPr>
        <p:spPr>
          <a:xfrm>
            <a:off x="1721139" y="5495003"/>
            <a:ext cx="3853062" cy="488345"/>
          </a:xfrm>
        </p:spPr>
        <p:txBody>
          <a:bodyPr anchor="ctr"/>
          <a:lstStyle>
            <a:lvl1pPr marL="0" indent="0">
              <a:spcBef>
                <a:spcPts val="0"/>
              </a:spcBef>
              <a:buNone/>
              <a:defRPr sz="1800" b="1">
                <a:solidFill>
                  <a:schemeClr val="accent3">
                    <a:lumMod val="75000"/>
                  </a:schemeClr>
                </a:solidFill>
              </a:defRPr>
            </a:lvl1pPr>
          </a:lstStyle>
          <a:p>
            <a:pPr lvl="0"/>
            <a:r>
              <a:rPr lang="de-DE"/>
              <a:t>Kapitel</a:t>
            </a:r>
            <a:br>
              <a:rPr lang="de-DE"/>
            </a:br>
            <a:r>
              <a:rPr lang="de-DE"/>
              <a:t>Zweite Zeile</a:t>
            </a:r>
            <a:endParaRPr lang="en-US"/>
          </a:p>
        </p:txBody>
      </p:sp>
      <p:sp>
        <p:nvSpPr>
          <p:cNvPr id="42" name="Textplatzhalter 34">
            <a:extLst>
              <a:ext uri="{FF2B5EF4-FFF2-40B4-BE49-F238E27FC236}">
                <a16:creationId xmlns:a16="http://schemas.microsoft.com/office/drawing/2014/main" id="{3B7C896C-7C0D-4D29-A70A-A8A93AB19C36}"/>
              </a:ext>
            </a:extLst>
          </p:cNvPr>
          <p:cNvSpPr>
            <a:spLocks noGrp="1"/>
          </p:cNvSpPr>
          <p:nvPr>
            <p:ph type="body" sz="quarter" idx="30" hasCustomPrompt="1"/>
          </p:nvPr>
        </p:nvSpPr>
        <p:spPr>
          <a:xfrm>
            <a:off x="7657728" y="5495003"/>
            <a:ext cx="3853062" cy="488345"/>
          </a:xfrm>
        </p:spPr>
        <p:txBody>
          <a:bodyPr anchor="ctr"/>
          <a:lstStyle>
            <a:lvl1pPr marL="0" indent="0">
              <a:spcBef>
                <a:spcPts val="0"/>
              </a:spcBef>
              <a:buNone/>
              <a:defRPr sz="1800" b="1">
                <a:solidFill>
                  <a:schemeClr val="accent3">
                    <a:lumMod val="75000"/>
                  </a:schemeClr>
                </a:solidFill>
              </a:defRPr>
            </a:lvl1pPr>
          </a:lstStyle>
          <a:p>
            <a:pPr lvl="0"/>
            <a:r>
              <a:rPr lang="de-DE"/>
              <a:t>Kapitel</a:t>
            </a:r>
            <a:br>
              <a:rPr lang="de-DE"/>
            </a:br>
            <a:r>
              <a:rPr lang="de-DE"/>
              <a:t>Zweite Zeile</a:t>
            </a:r>
            <a:endParaRPr lang="en-US"/>
          </a:p>
        </p:txBody>
      </p:sp>
      <p:sp>
        <p:nvSpPr>
          <p:cNvPr id="52" name="Textplatzhalter 51">
            <a:extLst>
              <a:ext uri="{FF2B5EF4-FFF2-40B4-BE49-F238E27FC236}">
                <a16:creationId xmlns:a16="http://schemas.microsoft.com/office/drawing/2014/main" id="{99E88F6D-A221-4CE2-A357-0E8A5300C5FB}"/>
              </a:ext>
            </a:extLst>
          </p:cNvPr>
          <p:cNvSpPr>
            <a:spLocks noGrp="1"/>
          </p:cNvSpPr>
          <p:nvPr>
            <p:ph type="body" sz="quarter" idx="39" hasCustomPrompt="1"/>
          </p:nvPr>
        </p:nvSpPr>
        <p:spPr>
          <a:xfrm>
            <a:off x="623155" y="1616864"/>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3" name="Textplatzhalter 51">
            <a:extLst>
              <a:ext uri="{FF2B5EF4-FFF2-40B4-BE49-F238E27FC236}">
                <a16:creationId xmlns:a16="http://schemas.microsoft.com/office/drawing/2014/main" id="{662C58B3-C6CB-40C4-9846-6885043CEAEF}"/>
              </a:ext>
            </a:extLst>
          </p:cNvPr>
          <p:cNvSpPr>
            <a:spLocks noGrp="1"/>
          </p:cNvSpPr>
          <p:nvPr>
            <p:ph type="body" sz="quarter" idx="40" hasCustomPrompt="1"/>
          </p:nvPr>
        </p:nvSpPr>
        <p:spPr>
          <a:xfrm>
            <a:off x="6517601" y="1616864"/>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4" name="Textplatzhalter 51">
            <a:extLst>
              <a:ext uri="{FF2B5EF4-FFF2-40B4-BE49-F238E27FC236}">
                <a16:creationId xmlns:a16="http://schemas.microsoft.com/office/drawing/2014/main" id="{BBC47D04-2291-4541-ABDF-3BDD7D89033F}"/>
              </a:ext>
            </a:extLst>
          </p:cNvPr>
          <p:cNvSpPr>
            <a:spLocks noGrp="1"/>
          </p:cNvSpPr>
          <p:nvPr>
            <p:ph type="body" sz="quarter" idx="41" hasCustomPrompt="1"/>
          </p:nvPr>
        </p:nvSpPr>
        <p:spPr>
          <a:xfrm>
            <a:off x="623155" y="2899151"/>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5" name="Textplatzhalter 51">
            <a:extLst>
              <a:ext uri="{FF2B5EF4-FFF2-40B4-BE49-F238E27FC236}">
                <a16:creationId xmlns:a16="http://schemas.microsoft.com/office/drawing/2014/main" id="{9226F664-073C-478A-8241-1E5CABD99A8E}"/>
              </a:ext>
            </a:extLst>
          </p:cNvPr>
          <p:cNvSpPr>
            <a:spLocks noGrp="1"/>
          </p:cNvSpPr>
          <p:nvPr>
            <p:ph type="body" sz="quarter" idx="42" hasCustomPrompt="1"/>
          </p:nvPr>
        </p:nvSpPr>
        <p:spPr>
          <a:xfrm>
            <a:off x="6517601" y="2899151"/>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6" name="Textplatzhalter 51">
            <a:extLst>
              <a:ext uri="{FF2B5EF4-FFF2-40B4-BE49-F238E27FC236}">
                <a16:creationId xmlns:a16="http://schemas.microsoft.com/office/drawing/2014/main" id="{1A3A934F-49BD-4AD8-99B7-4931CC4FE563}"/>
              </a:ext>
            </a:extLst>
          </p:cNvPr>
          <p:cNvSpPr>
            <a:spLocks noGrp="1"/>
          </p:cNvSpPr>
          <p:nvPr>
            <p:ph type="body" sz="quarter" idx="43" hasCustomPrompt="1"/>
          </p:nvPr>
        </p:nvSpPr>
        <p:spPr>
          <a:xfrm>
            <a:off x="623155" y="4181438"/>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7" name="Textplatzhalter 51">
            <a:extLst>
              <a:ext uri="{FF2B5EF4-FFF2-40B4-BE49-F238E27FC236}">
                <a16:creationId xmlns:a16="http://schemas.microsoft.com/office/drawing/2014/main" id="{9EEA1254-1634-410B-B7D5-F19740479B1A}"/>
              </a:ext>
            </a:extLst>
          </p:cNvPr>
          <p:cNvSpPr>
            <a:spLocks noGrp="1"/>
          </p:cNvSpPr>
          <p:nvPr>
            <p:ph type="body" sz="quarter" idx="44" hasCustomPrompt="1"/>
          </p:nvPr>
        </p:nvSpPr>
        <p:spPr>
          <a:xfrm>
            <a:off x="6517601" y="4181438"/>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8" name="Textplatzhalter 51">
            <a:extLst>
              <a:ext uri="{FF2B5EF4-FFF2-40B4-BE49-F238E27FC236}">
                <a16:creationId xmlns:a16="http://schemas.microsoft.com/office/drawing/2014/main" id="{847DD741-14CE-4133-B69A-0617633EF17A}"/>
              </a:ext>
            </a:extLst>
          </p:cNvPr>
          <p:cNvSpPr>
            <a:spLocks noGrp="1"/>
          </p:cNvSpPr>
          <p:nvPr>
            <p:ph type="body" sz="quarter" idx="45" hasCustomPrompt="1"/>
          </p:nvPr>
        </p:nvSpPr>
        <p:spPr>
          <a:xfrm>
            <a:off x="623155" y="5463725"/>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9" name="Textplatzhalter 51">
            <a:extLst>
              <a:ext uri="{FF2B5EF4-FFF2-40B4-BE49-F238E27FC236}">
                <a16:creationId xmlns:a16="http://schemas.microsoft.com/office/drawing/2014/main" id="{F4FC7902-AE67-46D0-AF05-BAD44F5D755B}"/>
              </a:ext>
            </a:extLst>
          </p:cNvPr>
          <p:cNvSpPr>
            <a:spLocks noGrp="1"/>
          </p:cNvSpPr>
          <p:nvPr>
            <p:ph type="body" sz="quarter" idx="46" hasCustomPrompt="1"/>
          </p:nvPr>
        </p:nvSpPr>
        <p:spPr>
          <a:xfrm>
            <a:off x="6517601" y="5463725"/>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75" name="Inhaltsplatzhalter 9">
            <a:extLst>
              <a:ext uri="{FF2B5EF4-FFF2-40B4-BE49-F238E27FC236}">
                <a16:creationId xmlns:a16="http://schemas.microsoft.com/office/drawing/2014/main" id="{F0946075-0AC7-48A3-8D0F-123C98FFD6E5}"/>
              </a:ext>
            </a:extLst>
          </p:cNvPr>
          <p:cNvSpPr>
            <a:spLocks noGrp="1"/>
          </p:cNvSpPr>
          <p:nvPr>
            <p:ph sz="quarter" idx="47" hasCustomPrompt="1"/>
          </p:nvPr>
        </p:nvSpPr>
        <p:spPr>
          <a:xfrm>
            <a:off x="1546347" y="2916779"/>
            <a:ext cx="26585" cy="547688"/>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76" name="Inhaltsplatzhalter 9">
            <a:extLst>
              <a:ext uri="{FF2B5EF4-FFF2-40B4-BE49-F238E27FC236}">
                <a16:creationId xmlns:a16="http://schemas.microsoft.com/office/drawing/2014/main" id="{B58AB14C-CDD4-4AAB-904A-52D84FAE9367}"/>
              </a:ext>
            </a:extLst>
          </p:cNvPr>
          <p:cNvSpPr>
            <a:spLocks noGrp="1"/>
          </p:cNvSpPr>
          <p:nvPr>
            <p:ph sz="quarter" idx="48" hasCustomPrompt="1"/>
          </p:nvPr>
        </p:nvSpPr>
        <p:spPr>
          <a:xfrm>
            <a:off x="7470841" y="2916779"/>
            <a:ext cx="26585" cy="547688"/>
          </a:xfrm>
          <a:solidFill>
            <a:schemeClr val="accent3">
              <a:lumMod val="75000"/>
            </a:schemeClr>
          </a:solidFill>
        </p:spPr>
        <p:txBody>
          <a:bodyPr/>
          <a:lstStyle>
            <a:lvl1pPr marL="0" indent="0">
              <a:buNone/>
              <a:defRPr/>
            </a:lvl1pPr>
          </a:lstStyle>
          <a:p>
            <a:pPr lvl="0"/>
            <a:r>
              <a:rPr lang="de-DE"/>
              <a:t> </a:t>
            </a:r>
            <a:endParaRPr lang="en-US"/>
          </a:p>
        </p:txBody>
      </p:sp>
      <p:sp>
        <p:nvSpPr>
          <p:cNvPr id="77" name="Inhaltsplatzhalter 9">
            <a:extLst>
              <a:ext uri="{FF2B5EF4-FFF2-40B4-BE49-F238E27FC236}">
                <a16:creationId xmlns:a16="http://schemas.microsoft.com/office/drawing/2014/main" id="{229D505F-0EB3-46B1-BD92-CDF8A11C324E}"/>
              </a:ext>
            </a:extLst>
          </p:cNvPr>
          <p:cNvSpPr>
            <a:spLocks noGrp="1"/>
          </p:cNvSpPr>
          <p:nvPr>
            <p:ph sz="quarter" idx="49" hasCustomPrompt="1"/>
          </p:nvPr>
        </p:nvSpPr>
        <p:spPr>
          <a:xfrm>
            <a:off x="1546347" y="1640159"/>
            <a:ext cx="26585" cy="547688"/>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78" name="Inhaltsplatzhalter 9">
            <a:extLst>
              <a:ext uri="{FF2B5EF4-FFF2-40B4-BE49-F238E27FC236}">
                <a16:creationId xmlns:a16="http://schemas.microsoft.com/office/drawing/2014/main" id="{321D1B94-2D21-41E1-A777-3DC603FBD847}"/>
              </a:ext>
            </a:extLst>
          </p:cNvPr>
          <p:cNvSpPr>
            <a:spLocks noGrp="1"/>
          </p:cNvSpPr>
          <p:nvPr>
            <p:ph sz="quarter" idx="50" hasCustomPrompt="1"/>
          </p:nvPr>
        </p:nvSpPr>
        <p:spPr>
          <a:xfrm>
            <a:off x="7470841" y="1640159"/>
            <a:ext cx="26585" cy="547688"/>
          </a:xfrm>
          <a:solidFill>
            <a:schemeClr val="accent3">
              <a:lumMod val="75000"/>
            </a:schemeClr>
          </a:solidFill>
        </p:spPr>
        <p:txBody>
          <a:bodyPr/>
          <a:lstStyle>
            <a:lvl1pPr marL="0" indent="0">
              <a:buNone/>
              <a:defRPr/>
            </a:lvl1pPr>
          </a:lstStyle>
          <a:p>
            <a:pPr lvl="0"/>
            <a:r>
              <a:rPr lang="de-DE"/>
              <a:t> </a:t>
            </a:r>
            <a:endParaRPr lang="en-US"/>
          </a:p>
        </p:txBody>
      </p:sp>
      <p:sp>
        <p:nvSpPr>
          <p:cNvPr id="79" name="Inhaltsplatzhalter 9">
            <a:extLst>
              <a:ext uri="{FF2B5EF4-FFF2-40B4-BE49-F238E27FC236}">
                <a16:creationId xmlns:a16="http://schemas.microsoft.com/office/drawing/2014/main" id="{C7600883-7FF9-4E2D-AD32-649383774589}"/>
              </a:ext>
            </a:extLst>
          </p:cNvPr>
          <p:cNvSpPr>
            <a:spLocks noGrp="1"/>
          </p:cNvSpPr>
          <p:nvPr>
            <p:ph sz="quarter" idx="51" hasCustomPrompt="1"/>
          </p:nvPr>
        </p:nvSpPr>
        <p:spPr>
          <a:xfrm>
            <a:off x="1546347" y="4193399"/>
            <a:ext cx="26585" cy="547688"/>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80" name="Inhaltsplatzhalter 9">
            <a:extLst>
              <a:ext uri="{FF2B5EF4-FFF2-40B4-BE49-F238E27FC236}">
                <a16:creationId xmlns:a16="http://schemas.microsoft.com/office/drawing/2014/main" id="{C15AA9A2-7395-47A8-A1A0-37D3FEFF7A48}"/>
              </a:ext>
            </a:extLst>
          </p:cNvPr>
          <p:cNvSpPr>
            <a:spLocks noGrp="1"/>
          </p:cNvSpPr>
          <p:nvPr>
            <p:ph sz="quarter" idx="52" hasCustomPrompt="1"/>
          </p:nvPr>
        </p:nvSpPr>
        <p:spPr>
          <a:xfrm>
            <a:off x="7470841" y="4193399"/>
            <a:ext cx="26585" cy="547688"/>
          </a:xfrm>
          <a:solidFill>
            <a:schemeClr val="accent3">
              <a:lumMod val="75000"/>
            </a:schemeClr>
          </a:solidFill>
        </p:spPr>
        <p:txBody>
          <a:bodyPr/>
          <a:lstStyle>
            <a:lvl1pPr marL="0" indent="0">
              <a:buNone/>
              <a:defRPr/>
            </a:lvl1pPr>
          </a:lstStyle>
          <a:p>
            <a:pPr lvl="0"/>
            <a:r>
              <a:rPr lang="de-DE"/>
              <a:t> </a:t>
            </a:r>
            <a:endParaRPr lang="en-US"/>
          </a:p>
        </p:txBody>
      </p:sp>
      <p:sp>
        <p:nvSpPr>
          <p:cNvPr id="81" name="Inhaltsplatzhalter 9">
            <a:extLst>
              <a:ext uri="{FF2B5EF4-FFF2-40B4-BE49-F238E27FC236}">
                <a16:creationId xmlns:a16="http://schemas.microsoft.com/office/drawing/2014/main" id="{AE55F5E1-5331-469D-88FF-C70B9DE6E480}"/>
              </a:ext>
            </a:extLst>
          </p:cNvPr>
          <p:cNvSpPr>
            <a:spLocks noGrp="1"/>
          </p:cNvSpPr>
          <p:nvPr>
            <p:ph sz="quarter" idx="53" hasCustomPrompt="1"/>
          </p:nvPr>
        </p:nvSpPr>
        <p:spPr>
          <a:xfrm>
            <a:off x="1546347" y="5470019"/>
            <a:ext cx="26585" cy="547688"/>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82" name="Inhaltsplatzhalter 9">
            <a:extLst>
              <a:ext uri="{FF2B5EF4-FFF2-40B4-BE49-F238E27FC236}">
                <a16:creationId xmlns:a16="http://schemas.microsoft.com/office/drawing/2014/main" id="{99528CFB-C5EA-4EC6-8C5D-7EA239BE48D9}"/>
              </a:ext>
            </a:extLst>
          </p:cNvPr>
          <p:cNvSpPr>
            <a:spLocks noGrp="1"/>
          </p:cNvSpPr>
          <p:nvPr>
            <p:ph sz="quarter" idx="54" hasCustomPrompt="1"/>
          </p:nvPr>
        </p:nvSpPr>
        <p:spPr>
          <a:xfrm>
            <a:off x="7470841" y="5470019"/>
            <a:ext cx="26585" cy="547688"/>
          </a:xfrm>
          <a:solidFill>
            <a:schemeClr val="accent3">
              <a:lumMod val="75000"/>
            </a:schemeClr>
          </a:solidFill>
        </p:spPr>
        <p:txBody>
          <a:bodyPr/>
          <a:lstStyle>
            <a:lvl1pPr marL="0" indent="0">
              <a:buNone/>
              <a:defRPr/>
            </a:lvl1pPr>
          </a:lstStyle>
          <a:p>
            <a:pPr lvl="0"/>
            <a:r>
              <a:rPr lang="de-DE"/>
              <a:t> </a:t>
            </a:r>
            <a:endParaRPr lang="en-US"/>
          </a:p>
        </p:txBody>
      </p:sp>
      <p:sp>
        <p:nvSpPr>
          <p:cNvPr id="44" name="Fußzeilenplatzhalter 12">
            <a:extLst>
              <a:ext uri="{FF2B5EF4-FFF2-40B4-BE49-F238E27FC236}">
                <a16:creationId xmlns:a16="http://schemas.microsoft.com/office/drawing/2014/main" id="{1E44D3D8-986F-4D66-AD2C-15EBE8C3EC1B}"/>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3433523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_Ze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5F4C9-598F-4E78-848E-9BB6ADD0DA4E}"/>
              </a:ext>
            </a:extLst>
          </p:cNvPr>
          <p:cNvSpPr>
            <a:spLocks noGrp="1"/>
          </p:cNvSpPr>
          <p:nvPr>
            <p:ph type="title" hasCustomPrompt="1"/>
          </p:nvPr>
        </p:nvSpPr>
        <p:spPr/>
        <p:txBody>
          <a:bodyPr/>
          <a:lstStyle>
            <a:lvl1pPr>
              <a:defRPr/>
            </a:lvl1pPr>
          </a:lstStyle>
          <a:p>
            <a:r>
              <a:rPr lang="de-DE"/>
              <a:t>Agenda mit Zeitbezug</a:t>
            </a:r>
            <a:endParaRPr lang="en-US"/>
          </a:p>
        </p:txBody>
      </p:sp>
      <p:sp>
        <p:nvSpPr>
          <p:cNvPr id="3" name="Datumsplatzhalter 2">
            <a:extLst>
              <a:ext uri="{FF2B5EF4-FFF2-40B4-BE49-F238E27FC236}">
                <a16:creationId xmlns:a16="http://schemas.microsoft.com/office/drawing/2014/main" id="{C9C3FEB9-7D39-44AE-91BC-8FAEC3D7E4D4}"/>
              </a:ext>
            </a:extLst>
          </p:cNvPr>
          <p:cNvSpPr>
            <a:spLocks noGrp="1"/>
          </p:cNvSpPr>
          <p:nvPr>
            <p:ph type="dt" sz="half" idx="10"/>
          </p:nvPr>
        </p:nvSpPr>
        <p:spPr/>
        <p:txBody>
          <a:bodyPr/>
          <a:lstStyle/>
          <a:p>
            <a:fld id="{374CE947-96A8-4455-A6B6-7495FDFABA9C}" type="datetime1">
              <a:rPr lang="de-DE" smtClean="0"/>
              <a:t>19.10.26</a:t>
            </a:fld>
            <a:endParaRPr lang="en-US"/>
          </a:p>
        </p:txBody>
      </p:sp>
      <p:sp>
        <p:nvSpPr>
          <p:cNvPr id="5" name="Foliennummernplatzhalter 4">
            <a:extLst>
              <a:ext uri="{FF2B5EF4-FFF2-40B4-BE49-F238E27FC236}">
                <a16:creationId xmlns:a16="http://schemas.microsoft.com/office/drawing/2014/main" id="{360E1C69-351D-4576-85E4-3C7A7054E4E3}"/>
              </a:ext>
            </a:extLst>
          </p:cNvPr>
          <p:cNvSpPr>
            <a:spLocks noGrp="1"/>
          </p:cNvSpPr>
          <p:nvPr>
            <p:ph type="sldNum" sz="quarter" idx="12"/>
          </p:nvPr>
        </p:nvSpPr>
        <p:spPr/>
        <p:txBody>
          <a:bodyPr/>
          <a:lstStyle>
            <a:lvl1pPr>
              <a:defRPr>
                <a:solidFill>
                  <a:schemeClr val="accent2"/>
                </a:solidFill>
              </a:defRPr>
            </a:lvl1pPr>
          </a:lstStyle>
          <a:p>
            <a:fld id="{64647E8F-5052-4581-98D0-7C32D5A45346}" type="slidenum">
              <a:rPr lang="en-US" smtClean="0"/>
              <a:pPr/>
              <a:t>‹#›</a:t>
            </a:fld>
            <a:endParaRPr lang="en-US"/>
          </a:p>
        </p:txBody>
      </p:sp>
      <p:sp>
        <p:nvSpPr>
          <p:cNvPr id="7" name="Rechteck 6">
            <a:extLst>
              <a:ext uri="{FF2B5EF4-FFF2-40B4-BE49-F238E27FC236}">
                <a16:creationId xmlns:a16="http://schemas.microsoft.com/office/drawing/2014/main" id="{A48B7B5D-4086-4670-B51A-7FEB605EF0BB}"/>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Textplatzhalter 32">
            <a:extLst>
              <a:ext uri="{FF2B5EF4-FFF2-40B4-BE49-F238E27FC236}">
                <a16:creationId xmlns:a16="http://schemas.microsoft.com/office/drawing/2014/main" id="{B9967132-7FB3-44D9-B340-D5C95C1152BF}"/>
              </a:ext>
            </a:extLst>
          </p:cNvPr>
          <p:cNvSpPr>
            <a:spLocks noGrp="1"/>
          </p:cNvSpPr>
          <p:nvPr>
            <p:ph type="body" sz="quarter" idx="15" hasCustomPrompt="1"/>
          </p:nvPr>
        </p:nvSpPr>
        <p:spPr>
          <a:xfrm>
            <a:off x="556847" y="1449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35" name="Textplatzhalter 34">
            <a:extLst>
              <a:ext uri="{FF2B5EF4-FFF2-40B4-BE49-F238E27FC236}">
                <a16:creationId xmlns:a16="http://schemas.microsoft.com/office/drawing/2014/main" id="{63408404-C5AA-4DCA-8A39-B52DB299C35C}"/>
              </a:ext>
            </a:extLst>
          </p:cNvPr>
          <p:cNvSpPr>
            <a:spLocks noGrp="1"/>
          </p:cNvSpPr>
          <p:nvPr>
            <p:ph type="body" sz="quarter" idx="23" hasCustomPrompt="1"/>
          </p:nvPr>
        </p:nvSpPr>
        <p:spPr>
          <a:xfrm>
            <a:off x="1727123" y="1553400"/>
            <a:ext cx="3853062" cy="244800"/>
          </a:xfrm>
        </p:spPr>
        <p:txBody>
          <a:bodyPr anchor="ctr"/>
          <a:lstStyle>
            <a:lvl1pPr marL="0" indent="0">
              <a:spcBef>
                <a:spcPts val="0"/>
              </a:spcBef>
              <a:buNone/>
              <a:defRPr sz="1800" b="1">
                <a:solidFill>
                  <a:schemeClr val="accent3">
                    <a:lumMod val="75000"/>
                  </a:schemeClr>
                </a:solidFill>
              </a:defRPr>
            </a:lvl1pPr>
          </a:lstStyle>
          <a:p>
            <a:pPr lvl="0"/>
            <a:r>
              <a:rPr lang="de-DE"/>
              <a:t>Kapitel</a:t>
            </a:r>
            <a:endParaRPr lang="en-US"/>
          </a:p>
        </p:txBody>
      </p:sp>
      <p:sp>
        <p:nvSpPr>
          <p:cNvPr id="52" name="Textplatzhalter 51">
            <a:extLst>
              <a:ext uri="{FF2B5EF4-FFF2-40B4-BE49-F238E27FC236}">
                <a16:creationId xmlns:a16="http://schemas.microsoft.com/office/drawing/2014/main" id="{99E88F6D-A221-4CE2-A357-0E8A5300C5FB}"/>
              </a:ext>
            </a:extLst>
          </p:cNvPr>
          <p:cNvSpPr>
            <a:spLocks noGrp="1"/>
          </p:cNvSpPr>
          <p:nvPr>
            <p:ph type="body" sz="quarter" idx="39" hasCustomPrompt="1"/>
          </p:nvPr>
        </p:nvSpPr>
        <p:spPr>
          <a:xfrm>
            <a:off x="629139" y="15336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77" name="Inhaltsplatzhalter 9">
            <a:extLst>
              <a:ext uri="{FF2B5EF4-FFF2-40B4-BE49-F238E27FC236}">
                <a16:creationId xmlns:a16="http://schemas.microsoft.com/office/drawing/2014/main" id="{229D505F-0EB3-46B1-BD92-CDF8A11C324E}"/>
              </a:ext>
            </a:extLst>
          </p:cNvPr>
          <p:cNvSpPr>
            <a:spLocks noGrp="1"/>
          </p:cNvSpPr>
          <p:nvPr>
            <p:ph sz="quarter" idx="49" hasCustomPrompt="1"/>
          </p:nvPr>
        </p:nvSpPr>
        <p:spPr>
          <a:xfrm>
            <a:off x="1552331" y="15390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43" name="Inhaltsplatzhalter 9">
            <a:extLst>
              <a:ext uri="{FF2B5EF4-FFF2-40B4-BE49-F238E27FC236}">
                <a16:creationId xmlns:a16="http://schemas.microsoft.com/office/drawing/2014/main" id="{17AE42E5-158A-478C-9789-64472AF09C90}"/>
              </a:ext>
            </a:extLst>
          </p:cNvPr>
          <p:cNvSpPr>
            <a:spLocks noGrp="1"/>
          </p:cNvSpPr>
          <p:nvPr>
            <p:ph sz="quarter" idx="54" hasCustomPrompt="1"/>
          </p:nvPr>
        </p:nvSpPr>
        <p:spPr>
          <a:xfrm>
            <a:off x="5760000" y="15390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44" name="Textplatzhalter 34">
            <a:extLst>
              <a:ext uri="{FF2B5EF4-FFF2-40B4-BE49-F238E27FC236}">
                <a16:creationId xmlns:a16="http://schemas.microsoft.com/office/drawing/2014/main" id="{5890096B-CE06-4B93-A46A-51EBAB485CCA}"/>
              </a:ext>
            </a:extLst>
          </p:cNvPr>
          <p:cNvSpPr>
            <a:spLocks noGrp="1"/>
          </p:cNvSpPr>
          <p:nvPr>
            <p:ph type="body" sz="quarter" idx="55" hasCustomPrompt="1"/>
          </p:nvPr>
        </p:nvSpPr>
        <p:spPr>
          <a:xfrm>
            <a:off x="5937231" y="15534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00:00 Uhr – 00:00 Uhr</a:t>
            </a:r>
            <a:endParaRPr lang="en-US"/>
          </a:p>
        </p:txBody>
      </p:sp>
      <p:sp>
        <p:nvSpPr>
          <p:cNvPr id="46" name="Inhaltsplatzhalter 9">
            <a:extLst>
              <a:ext uri="{FF2B5EF4-FFF2-40B4-BE49-F238E27FC236}">
                <a16:creationId xmlns:a16="http://schemas.microsoft.com/office/drawing/2014/main" id="{36C4410E-166F-4B7F-9C6D-41BC42DC603D}"/>
              </a:ext>
            </a:extLst>
          </p:cNvPr>
          <p:cNvSpPr>
            <a:spLocks noGrp="1"/>
          </p:cNvSpPr>
          <p:nvPr>
            <p:ph sz="quarter" idx="56" hasCustomPrompt="1"/>
          </p:nvPr>
        </p:nvSpPr>
        <p:spPr>
          <a:xfrm>
            <a:off x="8684308" y="15390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47" name="Textplatzhalter 34">
            <a:extLst>
              <a:ext uri="{FF2B5EF4-FFF2-40B4-BE49-F238E27FC236}">
                <a16:creationId xmlns:a16="http://schemas.microsoft.com/office/drawing/2014/main" id="{3521441E-F90E-4D97-A0BF-F6931EB7093F}"/>
              </a:ext>
            </a:extLst>
          </p:cNvPr>
          <p:cNvSpPr>
            <a:spLocks noGrp="1"/>
          </p:cNvSpPr>
          <p:nvPr>
            <p:ph type="body" sz="quarter" idx="57" hasCustomPrompt="1"/>
          </p:nvPr>
        </p:nvSpPr>
        <p:spPr>
          <a:xfrm>
            <a:off x="8905846" y="15534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Vortragende*r</a:t>
            </a:r>
            <a:endParaRPr lang="en-US"/>
          </a:p>
        </p:txBody>
      </p:sp>
      <p:sp>
        <p:nvSpPr>
          <p:cNvPr id="48" name="Textplatzhalter 32">
            <a:extLst>
              <a:ext uri="{FF2B5EF4-FFF2-40B4-BE49-F238E27FC236}">
                <a16:creationId xmlns:a16="http://schemas.microsoft.com/office/drawing/2014/main" id="{710FD8FB-44A5-4E60-BFA5-CC6B0551A7F4}"/>
              </a:ext>
            </a:extLst>
          </p:cNvPr>
          <p:cNvSpPr>
            <a:spLocks noGrp="1"/>
          </p:cNvSpPr>
          <p:nvPr>
            <p:ph type="body" sz="quarter" idx="58" hasCustomPrompt="1"/>
          </p:nvPr>
        </p:nvSpPr>
        <p:spPr>
          <a:xfrm>
            <a:off x="555509" y="20664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49" name="Textplatzhalter 34">
            <a:extLst>
              <a:ext uri="{FF2B5EF4-FFF2-40B4-BE49-F238E27FC236}">
                <a16:creationId xmlns:a16="http://schemas.microsoft.com/office/drawing/2014/main" id="{FACF348C-FB52-450C-96D5-D761EE938904}"/>
              </a:ext>
            </a:extLst>
          </p:cNvPr>
          <p:cNvSpPr>
            <a:spLocks noGrp="1"/>
          </p:cNvSpPr>
          <p:nvPr>
            <p:ph type="body" sz="quarter" idx="59" hasCustomPrompt="1"/>
          </p:nvPr>
        </p:nvSpPr>
        <p:spPr>
          <a:xfrm>
            <a:off x="1725785" y="2170800"/>
            <a:ext cx="3853062" cy="244800"/>
          </a:xfrm>
        </p:spPr>
        <p:txBody>
          <a:bodyPr anchor="ctr"/>
          <a:lstStyle>
            <a:lvl1pPr marL="0" indent="0">
              <a:spcBef>
                <a:spcPts val="0"/>
              </a:spcBef>
              <a:buNone/>
              <a:defRPr sz="1800" b="1">
                <a:solidFill>
                  <a:schemeClr val="accent3">
                    <a:lumMod val="75000"/>
                  </a:schemeClr>
                </a:solidFill>
              </a:defRPr>
            </a:lvl1pPr>
          </a:lstStyle>
          <a:p>
            <a:pPr lvl="0"/>
            <a:r>
              <a:rPr lang="de-DE"/>
              <a:t>Kapitel</a:t>
            </a:r>
            <a:endParaRPr lang="en-US"/>
          </a:p>
        </p:txBody>
      </p:sp>
      <p:sp>
        <p:nvSpPr>
          <p:cNvPr id="50" name="Textplatzhalter 51">
            <a:extLst>
              <a:ext uri="{FF2B5EF4-FFF2-40B4-BE49-F238E27FC236}">
                <a16:creationId xmlns:a16="http://schemas.microsoft.com/office/drawing/2014/main" id="{396278A5-AEC5-49D0-BAD3-07EA10DB1044}"/>
              </a:ext>
            </a:extLst>
          </p:cNvPr>
          <p:cNvSpPr>
            <a:spLocks noGrp="1"/>
          </p:cNvSpPr>
          <p:nvPr>
            <p:ph type="body" sz="quarter" idx="60" hasCustomPrompt="1"/>
          </p:nvPr>
        </p:nvSpPr>
        <p:spPr>
          <a:xfrm>
            <a:off x="627801" y="21510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51" name="Inhaltsplatzhalter 9">
            <a:extLst>
              <a:ext uri="{FF2B5EF4-FFF2-40B4-BE49-F238E27FC236}">
                <a16:creationId xmlns:a16="http://schemas.microsoft.com/office/drawing/2014/main" id="{84DD963F-1914-487D-AB8F-3D3384818A3F}"/>
              </a:ext>
            </a:extLst>
          </p:cNvPr>
          <p:cNvSpPr>
            <a:spLocks noGrp="1"/>
          </p:cNvSpPr>
          <p:nvPr>
            <p:ph sz="quarter" idx="61" hasCustomPrompt="1"/>
          </p:nvPr>
        </p:nvSpPr>
        <p:spPr>
          <a:xfrm>
            <a:off x="1550993" y="21564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60" name="Inhaltsplatzhalter 9">
            <a:extLst>
              <a:ext uri="{FF2B5EF4-FFF2-40B4-BE49-F238E27FC236}">
                <a16:creationId xmlns:a16="http://schemas.microsoft.com/office/drawing/2014/main" id="{314DD3BE-369B-46E6-9686-0434D228AC0D}"/>
              </a:ext>
            </a:extLst>
          </p:cNvPr>
          <p:cNvSpPr>
            <a:spLocks noGrp="1"/>
          </p:cNvSpPr>
          <p:nvPr>
            <p:ph sz="quarter" idx="62" hasCustomPrompt="1"/>
          </p:nvPr>
        </p:nvSpPr>
        <p:spPr>
          <a:xfrm>
            <a:off x="5758662" y="21564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64" name="Textplatzhalter 34">
            <a:extLst>
              <a:ext uri="{FF2B5EF4-FFF2-40B4-BE49-F238E27FC236}">
                <a16:creationId xmlns:a16="http://schemas.microsoft.com/office/drawing/2014/main" id="{825B2A1F-E37B-4E4E-9C9F-377CA4DFA999}"/>
              </a:ext>
            </a:extLst>
          </p:cNvPr>
          <p:cNvSpPr>
            <a:spLocks noGrp="1"/>
          </p:cNvSpPr>
          <p:nvPr>
            <p:ph type="body" sz="quarter" idx="63" hasCustomPrompt="1"/>
          </p:nvPr>
        </p:nvSpPr>
        <p:spPr>
          <a:xfrm>
            <a:off x="5935893" y="21708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00:00 Uhr – 00:00 Uhr</a:t>
            </a:r>
            <a:endParaRPr lang="en-US"/>
          </a:p>
        </p:txBody>
      </p:sp>
      <p:sp>
        <p:nvSpPr>
          <p:cNvPr id="65" name="Inhaltsplatzhalter 9">
            <a:extLst>
              <a:ext uri="{FF2B5EF4-FFF2-40B4-BE49-F238E27FC236}">
                <a16:creationId xmlns:a16="http://schemas.microsoft.com/office/drawing/2014/main" id="{C084EE12-62C6-4961-AD51-F63CBE5A4CDA}"/>
              </a:ext>
            </a:extLst>
          </p:cNvPr>
          <p:cNvSpPr>
            <a:spLocks noGrp="1"/>
          </p:cNvSpPr>
          <p:nvPr>
            <p:ph sz="quarter" idx="64" hasCustomPrompt="1"/>
          </p:nvPr>
        </p:nvSpPr>
        <p:spPr>
          <a:xfrm>
            <a:off x="8682970" y="21564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66" name="Textplatzhalter 34">
            <a:extLst>
              <a:ext uri="{FF2B5EF4-FFF2-40B4-BE49-F238E27FC236}">
                <a16:creationId xmlns:a16="http://schemas.microsoft.com/office/drawing/2014/main" id="{DFC088F1-D484-4855-9CA4-24B851808FD8}"/>
              </a:ext>
            </a:extLst>
          </p:cNvPr>
          <p:cNvSpPr>
            <a:spLocks noGrp="1"/>
          </p:cNvSpPr>
          <p:nvPr>
            <p:ph type="body" sz="quarter" idx="65" hasCustomPrompt="1"/>
          </p:nvPr>
        </p:nvSpPr>
        <p:spPr>
          <a:xfrm>
            <a:off x="8904508" y="21708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Vortragende*r</a:t>
            </a:r>
            <a:endParaRPr lang="en-US"/>
          </a:p>
        </p:txBody>
      </p:sp>
      <p:sp>
        <p:nvSpPr>
          <p:cNvPr id="67" name="Textplatzhalter 32">
            <a:extLst>
              <a:ext uri="{FF2B5EF4-FFF2-40B4-BE49-F238E27FC236}">
                <a16:creationId xmlns:a16="http://schemas.microsoft.com/office/drawing/2014/main" id="{C4FD40E8-C6A7-4BDB-B195-68E0670DAC49}"/>
              </a:ext>
            </a:extLst>
          </p:cNvPr>
          <p:cNvSpPr>
            <a:spLocks noGrp="1"/>
          </p:cNvSpPr>
          <p:nvPr>
            <p:ph type="body" sz="quarter" idx="66" hasCustomPrompt="1"/>
          </p:nvPr>
        </p:nvSpPr>
        <p:spPr>
          <a:xfrm>
            <a:off x="555509" y="2682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68" name="Textplatzhalter 32">
            <a:extLst>
              <a:ext uri="{FF2B5EF4-FFF2-40B4-BE49-F238E27FC236}">
                <a16:creationId xmlns:a16="http://schemas.microsoft.com/office/drawing/2014/main" id="{4D6DA363-BD58-4B50-9EFC-AFCC81C3CD44}"/>
              </a:ext>
            </a:extLst>
          </p:cNvPr>
          <p:cNvSpPr>
            <a:spLocks noGrp="1"/>
          </p:cNvSpPr>
          <p:nvPr>
            <p:ph type="body" sz="quarter" idx="67" hasCustomPrompt="1"/>
          </p:nvPr>
        </p:nvSpPr>
        <p:spPr>
          <a:xfrm>
            <a:off x="555509" y="32976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69" name="Textplatzhalter 32">
            <a:extLst>
              <a:ext uri="{FF2B5EF4-FFF2-40B4-BE49-F238E27FC236}">
                <a16:creationId xmlns:a16="http://schemas.microsoft.com/office/drawing/2014/main" id="{735CA0CC-8781-4D64-9B38-164657802215}"/>
              </a:ext>
            </a:extLst>
          </p:cNvPr>
          <p:cNvSpPr>
            <a:spLocks noGrp="1"/>
          </p:cNvSpPr>
          <p:nvPr>
            <p:ph type="body" sz="quarter" idx="68" hasCustomPrompt="1"/>
          </p:nvPr>
        </p:nvSpPr>
        <p:spPr>
          <a:xfrm>
            <a:off x="555509" y="39132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70" name="Textplatzhalter 32">
            <a:extLst>
              <a:ext uri="{FF2B5EF4-FFF2-40B4-BE49-F238E27FC236}">
                <a16:creationId xmlns:a16="http://schemas.microsoft.com/office/drawing/2014/main" id="{9E526531-BD00-4913-A003-1CFDDA2B9002}"/>
              </a:ext>
            </a:extLst>
          </p:cNvPr>
          <p:cNvSpPr>
            <a:spLocks noGrp="1"/>
          </p:cNvSpPr>
          <p:nvPr>
            <p:ph type="body" sz="quarter" idx="69" hasCustomPrompt="1"/>
          </p:nvPr>
        </p:nvSpPr>
        <p:spPr>
          <a:xfrm>
            <a:off x="555509" y="45288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71" name="Textplatzhalter 32">
            <a:extLst>
              <a:ext uri="{FF2B5EF4-FFF2-40B4-BE49-F238E27FC236}">
                <a16:creationId xmlns:a16="http://schemas.microsoft.com/office/drawing/2014/main" id="{2A7538D1-CB34-4E76-ADC0-CBE0BF1D0829}"/>
              </a:ext>
            </a:extLst>
          </p:cNvPr>
          <p:cNvSpPr>
            <a:spLocks noGrp="1"/>
          </p:cNvSpPr>
          <p:nvPr>
            <p:ph type="body" sz="quarter" idx="70" hasCustomPrompt="1"/>
          </p:nvPr>
        </p:nvSpPr>
        <p:spPr>
          <a:xfrm>
            <a:off x="555509" y="51444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83" name="Textplatzhalter 32">
            <a:extLst>
              <a:ext uri="{FF2B5EF4-FFF2-40B4-BE49-F238E27FC236}">
                <a16:creationId xmlns:a16="http://schemas.microsoft.com/office/drawing/2014/main" id="{23EDE4BB-056F-48DA-9ED7-F4BB9881B577}"/>
              </a:ext>
            </a:extLst>
          </p:cNvPr>
          <p:cNvSpPr>
            <a:spLocks noGrp="1"/>
          </p:cNvSpPr>
          <p:nvPr>
            <p:ph type="body" sz="quarter" idx="71" hasCustomPrompt="1"/>
          </p:nvPr>
        </p:nvSpPr>
        <p:spPr>
          <a:xfrm>
            <a:off x="555509" y="5760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accent4">
              <a:lumMod val="20000"/>
              <a:lumOff val="80000"/>
            </a:schemeClr>
          </a:solidFill>
        </p:spPr>
        <p:txBody>
          <a:bodyPr wrap="square">
            <a:noAutofit/>
          </a:bodyPr>
          <a:lstStyle>
            <a:lvl1pPr marL="0" indent="0">
              <a:buNone/>
              <a:defRPr/>
            </a:lvl1pPr>
          </a:lstStyle>
          <a:p>
            <a:pPr lvl="0"/>
            <a:r>
              <a:rPr lang="de-DE"/>
              <a:t> </a:t>
            </a:r>
            <a:endParaRPr lang="en-US"/>
          </a:p>
        </p:txBody>
      </p:sp>
      <p:sp>
        <p:nvSpPr>
          <p:cNvPr id="84" name="Textplatzhalter 34">
            <a:extLst>
              <a:ext uri="{FF2B5EF4-FFF2-40B4-BE49-F238E27FC236}">
                <a16:creationId xmlns:a16="http://schemas.microsoft.com/office/drawing/2014/main" id="{218CFB87-C4D6-4412-9CC1-F0ACCCD43483}"/>
              </a:ext>
            </a:extLst>
          </p:cNvPr>
          <p:cNvSpPr>
            <a:spLocks noGrp="1"/>
          </p:cNvSpPr>
          <p:nvPr>
            <p:ph type="body" sz="quarter" idx="72" hasCustomPrompt="1"/>
          </p:nvPr>
        </p:nvSpPr>
        <p:spPr>
          <a:xfrm>
            <a:off x="1725785" y="2786400"/>
            <a:ext cx="3853062" cy="244800"/>
          </a:xfrm>
        </p:spPr>
        <p:txBody>
          <a:bodyPr anchor="ctr"/>
          <a:lstStyle>
            <a:lvl1pPr marL="0" indent="0">
              <a:spcBef>
                <a:spcPts val="0"/>
              </a:spcBef>
              <a:buNone/>
              <a:defRPr sz="1800" b="1">
                <a:solidFill>
                  <a:schemeClr val="accent3">
                    <a:lumMod val="75000"/>
                  </a:schemeClr>
                </a:solidFill>
              </a:defRPr>
            </a:lvl1pPr>
          </a:lstStyle>
          <a:p>
            <a:pPr lvl="0"/>
            <a:r>
              <a:rPr lang="de-DE"/>
              <a:t>Kapitel</a:t>
            </a:r>
            <a:endParaRPr lang="en-US"/>
          </a:p>
        </p:txBody>
      </p:sp>
      <p:sp>
        <p:nvSpPr>
          <p:cNvPr id="85" name="Textplatzhalter 51">
            <a:extLst>
              <a:ext uri="{FF2B5EF4-FFF2-40B4-BE49-F238E27FC236}">
                <a16:creationId xmlns:a16="http://schemas.microsoft.com/office/drawing/2014/main" id="{11D606FC-E925-4633-9212-D580DA4DDA1F}"/>
              </a:ext>
            </a:extLst>
          </p:cNvPr>
          <p:cNvSpPr>
            <a:spLocks noGrp="1"/>
          </p:cNvSpPr>
          <p:nvPr>
            <p:ph type="body" sz="quarter" idx="73" hasCustomPrompt="1"/>
          </p:nvPr>
        </p:nvSpPr>
        <p:spPr>
          <a:xfrm>
            <a:off x="627801" y="27666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86" name="Inhaltsplatzhalter 9">
            <a:extLst>
              <a:ext uri="{FF2B5EF4-FFF2-40B4-BE49-F238E27FC236}">
                <a16:creationId xmlns:a16="http://schemas.microsoft.com/office/drawing/2014/main" id="{2F1BD2CF-2D37-4E1B-A917-7246A44EA679}"/>
              </a:ext>
            </a:extLst>
          </p:cNvPr>
          <p:cNvSpPr>
            <a:spLocks noGrp="1"/>
          </p:cNvSpPr>
          <p:nvPr>
            <p:ph sz="quarter" idx="74" hasCustomPrompt="1"/>
          </p:nvPr>
        </p:nvSpPr>
        <p:spPr>
          <a:xfrm>
            <a:off x="1550993" y="27720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87" name="Inhaltsplatzhalter 9">
            <a:extLst>
              <a:ext uri="{FF2B5EF4-FFF2-40B4-BE49-F238E27FC236}">
                <a16:creationId xmlns:a16="http://schemas.microsoft.com/office/drawing/2014/main" id="{8A6B9C23-A1C5-4587-987B-28EF09DA7CE5}"/>
              </a:ext>
            </a:extLst>
          </p:cNvPr>
          <p:cNvSpPr>
            <a:spLocks noGrp="1"/>
          </p:cNvSpPr>
          <p:nvPr>
            <p:ph sz="quarter" idx="75" hasCustomPrompt="1"/>
          </p:nvPr>
        </p:nvSpPr>
        <p:spPr>
          <a:xfrm>
            <a:off x="5758662" y="27720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88" name="Textplatzhalter 34">
            <a:extLst>
              <a:ext uri="{FF2B5EF4-FFF2-40B4-BE49-F238E27FC236}">
                <a16:creationId xmlns:a16="http://schemas.microsoft.com/office/drawing/2014/main" id="{2EA21878-2CEA-4860-8B09-6592A648268B}"/>
              </a:ext>
            </a:extLst>
          </p:cNvPr>
          <p:cNvSpPr>
            <a:spLocks noGrp="1"/>
          </p:cNvSpPr>
          <p:nvPr>
            <p:ph type="body" sz="quarter" idx="76" hasCustomPrompt="1"/>
          </p:nvPr>
        </p:nvSpPr>
        <p:spPr>
          <a:xfrm>
            <a:off x="5935893" y="27864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00:00 Uhr – 00:00 Uhr</a:t>
            </a:r>
            <a:endParaRPr lang="en-US"/>
          </a:p>
        </p:txBody>
      </p:sp>
      <p:sp>
        <p:nvSpPr>
          <p:cNvPr id="89" name="Inhaltsplatzhalter 9">
            <a:extLst>
              <a:ext uri="{FF2B5EF4-FFF2-40B4-BE49-F238E27FC236}">
                <a16:creationId xmlns:a16="http://schemas.microsoft.com/office/drawing/2014/main" id="{41B03C3C-26E5-4AC1-A453-A96C67324A98}"/>
              </a:ext>
            </a:extLst>
          </p:cNvPr>
          <p:cNvSpPr>
            <a:spLocks noGrp="1"/>
          </p:cNvSpPr>
          <p:nvPr>
            <p:ph sz="quarter" idx="77" hasCustomPrompt="1"/>
          </p:nvPr>
        </p:nvSpPr>
        <p:spPr>
          <a:xfrm>
            <a:off x="8682970" y="27720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90" name="Textplatzhalter 34">
            <a:extLst>
              <a:ext uri="{FF2B5EF4-FFF2-40B4-BE49-F238E27FC236}">
                <a16:creationId xmlns:a16="http://schemas.microsoft.com/office/drawing/2014/main" id="{A3F55094-C7B5-45EE-8CC6-BA8048DD50CC}"/>
              </a:ext>
            </a:extLst>
          </p:cNvPr>
          <p:cNvSpPr>
            <a:spLocks noGrp="1"/>
          </p:cNvSpPr>
          <p:nvPr>
            <p:ph type="body" sz="quarter" idx="78" hasCustomPrompt="1"/>
          </p:nvPr>
        </p:nvSpPr>
        <p:spPr>
          <a:xfrm>
            <a:off x="8904508" y="27864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Vortragende*r</a:t>
            </a:r>
            <a:endParaRPr lang="en-US"/>
          </a:p>
        </p:txBody>
      </p:sp>
      <p:sp>
        <p:nvSpPr>
          <p:cNvPr id="91" name="Textplatzhalter 34">
            <a:extLst>
              <a:ext uri="{FF2B5EF4-FFF2-40B4-BE49-F238E27FC236}">
                <a16:creationId xmlns:a16="http://schemas.microsoft.com/office/drawing/2014/main" id="{747D23DA-6B95-4FE5-97A9-0024CF41F142}"/>
              </a:ext>
            </a:extLst>
          </p:cNvPr>
          <p:cNvSpPr>
            <a:spLocks noGrp="1"/>
          </p:cNvSpPr>
          <p:nvPr>
            <p:ph type="body" sz="quarter" idx="79" hasCustomPrompt="1"/>
          </p:nvPr>
        </p:nvSpPr>
        <p:spPr>
          <a:xfrm>
            <a:off x="1725785" y="3402000"/>
            <a:ext cx="3853062" cy="244800"/>
          </a:xfrm>
        </p:spPr>
        <p:txBody>
          <a:bodyPr anchor="ctr"/>
          <a:lstStyle>
            <a:lvl1pPr marL="0" indent="0">
              <a:spcBef>
                <a:spcPts val="0"/>
              </a:spcBef>
              <a:buNone/>
              <a:defRPr sz="1800" b="1">
                <a:solidFill>
                  <a:schemeClr val="accent3">
                    <a:lumMod val="75000"/>
                  </a:schemeClr>
                </a:solidFill>
              </a:defRPr>
            </a:lvl1pPr>
          </a:lstStyle>
          <a:p>
            <a:pPr lvl="0"/>
            <a:r>
              <a:rPr lang="de-DE"/>
              <a:t>Kapitel</a:t>
            </a:r>
            <a:endParaRPr lang="en-US"/>
          </a:p>
        </p:txBody>
      </p:sp>
      <p:sp>
        <p:nvSpPr>
          <p:cNvPr id="92" name="Textplatzhalter 51">
            <a:extLst>
              <a:ext uri="{FF2B5EF4-FFF2-40B4-BE49-F238E27FC236}">
                <a16:creationId xmlns:a16="http://schemas.microsoft.com/office/drawing/2014/main" id="{26182251-C70E-487E-A3EE-7B77717696F6}"/>
              </a:ext>
            </a:extLst>
          </p:cNvPr>
          <p:cNvSpPr>
            <a:spLocks noGrp="1"/>
          </p:cNvSpPr>
          <p:nvPr>
            <p:ph type="body" sz="quarter" idx="80" hasCustomPrompt="1"/>
          </p:nvPr>
        </p:nvSpPr>
        <p:spPr>
          <a:xfrm>
            <a:off x="627801" y="33822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93" name="Inhaltsplatzhalter 9">
            <a:extLst>
              <a:ext uri="{FF2B5EF4-FFF2-40B4-BE49-F238E27FC236}">
                <a16:creationId xmlns:a16="http://schemas.microsoft.com/office/drawing/2014/main" id="{A44EFC04-7E0B-4C61-AAD1-E6A8B0C02ED9}"/>
              </a:ext>
            </a:extLst>
          </p:cNvPr>
          <p:cNvSpPr>
            <a:spLocks noGrp="1"/>
          </p:cNvSpPr>
          <p:nvPr>
            <p:ph sz="quarter" idx="81" hasCustomPrompt="1"/>
          </p:nvPr>
        </p:nvSpPr>
        <p:spPr>
          <a:xfrm>
            <a:off x="1550993" y="33876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94" name="Inhaltsplatzhalter 9">
            <a:extLst>
              <a:ext uri="{FF2B5EF4-FFF2-40B4-BE49-F238E27FC236}">
                <a16:creationId xmlns:a16="http://schemas.microsoft.com/office/drawing/2014/main" id="{6B2BC7F3-D9B0-4413-881B-297A030C2E37}"/>
              </a:ext>
            </a:extLst>
          </p:cNvPr>
          <p:cNvSpPr>
            <a:spLocks noGrp="1"/>
          </p:cNvSpPr>
          <p:nvPr>
            <p:ph sz="quarter" idx="82" hasCustomPrompt="1"/>
          </p:nvPr>
        </p:nvSpPr>
        <p:spPr>
          <a:xfrm>
            <a:off x="5758662" y="33876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95" name="Textplatzhalter 34">
            <a:extLst>
              <a:ext uri="{FF2B5EF4-FFF2-40B4-BE49-F238E27FC236}">
                <a16:creationId xmlns:a16="http://schemas.microsoft.com/office/drawing/2014/main" id="{75C77310-22B1-4803-A446-877791B5F506}"/>
              </a:ext>
            </a:extLst>
          </p:cNvPr>
          <p:cNvSpPr>
            <a:spLocks noGrp="1"/>
          </p:cNvSpPr>
          <p:nvPr>
            <p:ph type="body" sz="quarter" idx="83" hasCustomPrompt="1"/>
          </p:nvPr>
        </p:nvSpPr>
        <p:spPr>
          <a:xfrm>
            <a:off x="5935893" y="34020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00:00 Uhr – 00:00 Uhr</a:t>
            </a:r>
            <a:endParaRPr lang="en-US"/>
          </a:p>
        </p:txBody>
      </p:sp>
      <p:sp>
        <p:nvSpPr>
          <p:cNvPr id="96" name="Inhaltsplatzhalter 9">
            <a:extLst>
              <a:ext uri="{FF2B5EF4-FFF2-40B4-BE49-F238E27FC236}">
                <a16:creationId xmlns:a16="http://schemas.microsoft.com/office/drawing/2014/main" id="{0E76A311-CDB1-4A34-A184-52802DFEB4CF}"/>
              </a:ext>
            </a:extLst>
          </p:cNvPr>
          <p:cNvSpPr>
            <a:spLocks noGrp="1"/>
          </p:cNvSpPr>
          <p:nvPr>
            <p:ph sz="quarter" idx="84" hasCustomPrompt="1"/>
          </p:nvPr>
        </p:nvSpPr>
        <p:spPr>
          <a:xfrm>
            <a:off x="8682970" y="33876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97" name="Textplatzhalter 34">
            <a:extLst>
              <a:ext uri="{FF2B5EF4-FFF2-40B4-BE49-F238E27FC236}">
                <a16:creationId xmlns:a16="http://schemas.microsoft.com/office/drawing/2014/main" id="{AA4ADE18-E6AE-40A5-9A46-7C9AE604936B}"/>
              </a:ext>
            </a:extLst>
          </p:cNvPr>
          <p:cNvSpPr>
            <a:spLocks noGrp="1"/>
          </p:cNvSpPr>
          <p:nvPr>
            <p:ph type="body" sz="quarter" idx="85" hasCustomPrompt="1"/>
          </p:nvPr>
        </p:nvSpPr>
        <p:spPr>
          <a:xfrm>
            <a:off x="8904508" y="34020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Vortragende*r</a:t>
            </a:r>
            <a:endParaRPr lang="en-US"/>
          </a:p>
        </p:txBody>
      </p:sp>
      <p:sp>
        <p:nvSpPr>
          <p:cNvPr id="98" name="Textplatzhalter 34">
            <a:extLst>
              <a:ext uri="{FF2B5EF4-FFF2-40B4-BE49-F238E27FC236}">
                <a16:creationId xmlns:a16="http://schemas.microsoft.com/office/drawing/2014/main" id="{393B03C4-338A-4DAD-912F-3DEBEA3C9B62}"/>
              </a:ext>
            </a:extLst>
          </p:cNvPr>
          <p:cNvSpPr>
            <a:spLocks noGrp="1"/>
          </p:cNvSpPr>
          <p:nvPr>
            <p:ph type="body" sz="quarter" idx="86" hasCustomPrompt="1"/>
          </p:nvPr>
        </p:nvSpPr>
        <p:spPr>
          <a:xfrm>
            <a:off x="1725785" y="4017600"/>
            <a:ext cx="3853062" cy="244800"/>
          </a:xfrm>
        </p:spPr>
        <p:txBody>
          <a:bodyPr anchor="ctr"/>
          <a:lstStyle>
            <a:lvl1pPr marL="0" indent="0">
              <a:spcBef>
                <a:spcPts val="0"/>
              </a:spcBef>
              <a:buNone/>
              <a:defRPr sz="1800" b="1">
                <a:solidFill>
                  <a:schemeClr val="accent3">
                    <a:lumMod val="75000"/>
                  </a:schemeClr>
                </a:solidFill>
              </a:defRPr>
            </a:lvl1pPr>
          </a:lstStyle>
          <a:p>
            <a:pPr lvl="0"/>
            <a:r>
              <a:rPr lang="de-DE"/>
              <a:t>Kapitel</a:t>
            </a:r>
            <a:endParaRPr lang="en-US"/>
          </a:p>
        </p:txBody>
      </p:sp>
      <p:sp>
        <p:nvSpPr>
          <p:cNvPr id="99" name="Textplatzhalter 51">
            <a:extLst>
              <a:ext uri="{FF2B5EF4-FFF2-40B4-BE49-F238E27FC236}">
                <a16:creationId xmlns:a16="http://schemas.microsoft.com/office/drawing/2014/main" id="{EB0B5C89-328D-4B85-82AB-9BF7A0D14BD8}"/>
              </a:ext>
            </a:extLst>
          </p:cNvPr>
          <p:cNvSpPr>
            <a:spLocks noGrp="1"/>
          </p:cNvSpPr>
          <p:nvPr>
            <p:ph type="body" sz="quarter" idx="87" hasCustomPrompt="1"/>
          </p:nvPr>
        </p:nvSpPr>
        <p:spPr>
          <a:xfrm>
            <a:off x="627801" y="39978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100" name="Inhaltsplatzhalter 9">
            <a:extLst>
              <a:ext uri="{FF2B5EF4-FFF2-40B4-BE49-F238E27FC236}">
                <a16:creationId xmlns:a16="http://schemas.microsoft.com/office/drawing/2014/main" id="{B5B36F74-E228-4115-814F-E92B66DDDB59}"/>
              </a:ext>
            </a:extLst>
          </p:cNvPr>
          <p:cNvSpPr>
            <a:spLocks noGrp="1"/>
          </p:cNvSpPr>
          <p:nvPr>
            <p:ph sz="quarter" idx="88" hasCustomPrompt="1"/>
          </p:nvPr>
        </p:nvSpPr>
        <p:spPr>
          <a:xfrm>
            <a:off x="1550993" y="40032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1" name="Inhaltsplatzhalter 9">
            <a:extLst>
              <a:ext uri="{FF2B5EF4-FFF2-40B4-BE49-F238E27FC236}">
                <a16:creationId xmlns:a16="http://schemas.microsoft.com/office/drawing/2014/main" id="{5F8885E2-87F6-4A52-A89C-7806DA8B5400}"/>
              </a:ext>
            </a:extLst>
          </p:cNvPr>
          <p:cNvSpPr>
            <a:spLocks noGrp="1"/>
          </p:cNvSpPr>
          <p:nvPr>
            <p:ph sz="quarter" idx="89" hasCustomPrompt="1"/>
          </p:nvPr>
        </p:nvSpPr>
        <p:spPr>
          <a:xfrm>
            <a:off x="5758662" y="40032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2" name="Textplatzhalter 34">
            <a:extLst>
              <a:ext uri="{FF2B5EF4-FFF2-40B4-BE49-F238E27FC236}">
                <a16:creationId xmlns:a16="http://schemas.microsoft.com/office/drawing/2014/main" id="{20937498-592B-4E68-9E53-88D9C1B5AF93}"/>
              </a:ext>
            </a:extLst>
          </p:cNvPr>
          <p:cNvSpPr>
            <a:spLocks noGrp="1"/>
          </p:cNvSpPr>
          <p:nvPr>
            <p:ph type="body" sz="quarter" idx="90" hasCustomPrompt="1"/>
          </p:nvPr>
        </p:nvSpPr>
        <p:spPr>
          <a:xfrm>
            <a:off x="5935893" y="40176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00:00 Uhr – 00:00 Uhr</a:t>
            </a:r>
            <a:endParaRPr lang="en-US"/>
          </a:p>
        </p:txBody>
      </p:sp>
      <p:sp>
        <p:nvSpPr>
          <p:cNvPr id="103" name="Inhaltsplatzhalter 9">
            <a:extLst>
              <a:ext uri="{FF2B5EF4-FFF2-40B4-BE49-F238E27FC236}">
                <a16:creationId xmlns:a16="http://schemas.microsoft.com/office/drawing/2014/main" id="{4DFD59D8-DC66-4BF5-A3F3-23BB2055E9D2}"/>
              </a:ext>
            </a:extLst>
          </p:cNvPr>
          <p:cNvSpPr>
            <a:spLocks noGrp="1"/>
          </p:cNvSpPr>
          <p:nvPr>
            <p:ph sz="quarter" idx="91" hasCustomPrompt="1"/>
          </p:nvPr>
        </p:nvSpPr>
        <p:spPr>
          <a:xfrm>
            <a:off x="8682970" y="40032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4" name="Textplatzhalter 34">
            <a:extLst>
              <a:ext uri="{FF2B5EF4-FFF2-40B4-BE49-F238E27FC236}">
                <a16:creationId xmlns:a16="http://schemas.microsoft.com/office/drawing/2014/main" id="{8473ADE6-F742-471C-B4DD-635C060B55C7}"/>
              </a:ext>
            </a:extLst>
          </p:cNvPr>
          <p:cNvSpPr>
            <a:spLocks noGrp="1"/>
          </p:cNvSpPr>
          <p:nvPr>
            <p:ph type="body" sz="quarter" idx="92" hasCustomPrompt="1"/>
          </p:nvPr>
        </p:nvSpPr>
        <p:spPr>
          <a:xfrm>
            <a:off x="8904508" y="40176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Vortragende*r</a:t>
            </a:r>
            <a:endParaRPr lang="en-US"/>
          </a:p>
        </p:txBody>
      </p:sp>
      <p:sp>
        <p:nvSpPr>
          <p:cNvPr id="105" name="Textplatzhalter 34">
            <a:extLst>
              <a:ext uri="{FF2B5EF4-FFF2-40B4-BE49-F238E27FC236}">
                <a16:creationId xmlns:a16="http://schemas.microsoft.com/office/drawing/2014/main" id="{0A3DD65E-FCB5-4E1B-BCD8-219419551805}"/>
              </a:ext>
            </a:extLst>
          </p:cNvPr>
          <p:cNvSpPr>
            <a:spLocks noGrp="1"/>
          </p:cNvSpPr>
          <p:nvPr>
            <p:ph type="body" sz="quarter" idx="93" hasCustomPrompt="1"/>
          </p:nvPr>
        </p:nvSpPr>
        <p:spPr>
          <a:xfrm>
            <a:off x="1725785" y="4633200"/>
            <a:ext cx="3853062" cy="244800"/>
          </a:xfrm>
        </p:spPr>
        <p:txBody>
          <a:bodyPr anchor="ctr"/>
          <a:lstStyle>
            <a:lvl1pPr marL="0" indent="0">
              <a:spcBef>
                <a:spcPts val="0"/>
              </a:spcBef>
              <a:buNone/>
              <a:defRPr sz="1800" b="1">
                <a:solidFill>
                  <a:schemeClr val="accent3">
                    <a:lumMod val="75000"/>
                  </a:schemeClr>
                </a:solidFill>
              </a:defRPr>
            </a:lvl1pPr>
          </a:lstStyle>
          <a:p>
            <a:pPr lvl="0"/>
            <a:r>
              <a:rPr lang="de-DE"/>
              <a:t>Kapitel</a:t>
            </a:r>
            <a:endParaRPr lang="en-US"/>
          </a:p>
        </p:txBody>
      </p:sp>
      <p:sp>
        <p:nvSpPr>
          <p:cNvPr id="106" name="Textplatzhalter 51">
            <a:extLst>
              <a:ext uri="{FF2B5EF4-FFF2-40B4-BE49-F238E27FC236}">
                <a16:creationId xmlns:a16="http://schemas.microsoft.com/office/drawing/2014/main" id="{96CFB615-1E30-4863-91D4-96A1402468AB}"/>
              </a:ext>
            </a:extLst>
          </p:cNvPr>
          <p:cNvSpPr>
            <a:spLocks noGrp="1"/>
          </p:cNvSpPr>
          <p:nvPr>
            <p:ph type="body" sz="quarter" idx="94" hasCustomPrompt="1"/>
          </p:nvPr>
        </p:nvSpPr>
        <p:spPr>
          <a:xfrm>
            <a:off x="627801" y="46134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107" name="Inhaltsplatzhalter 9">
            <a:extLst>
              <a:ext uri="{FF2B5EF4-FFF2-40B4-BE49-F238E27FC236}">
                <a16:creationId xmlns:a16="http://schemas.microsoft.com/office/drawing/2014/main" id="{578020C3-2AAD-432D-89F3-11B3A7902B8F}"/>
              </a:ext>
            </a:extLst>
          </p:cNvPr>
          <p:cNvSpPr>
            <a:spLocks noGrp="1"/>
          </p:cNvSpPr>
          <p:nvPr>
            <p:ph sz="quarter" idx="95" hasCustomPrompt="1"/>
          </p:nvPr>
        </p:nvSpPr>
        <p:spPr>
          <a:xfrm>
            <a:off x="1550993" y="46188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8" name="Inhaltsplatzhalter 9">
            <a:extLst>
              <a:ext uri="{FF2B5EF4-FFF2-40B4-BE49-F238E27FC236}">
                <a16:creationId xmlns:a16="http://schemas.microsoft.com/office/drawing/2014/main" id="{707AABF3-9623-4ABC-B87D-9FACC1E091E2}"/>
              </a:ext>
            </a:extLst>
          </p:cNvPr>
          <p:cNvSpPr>
            <a:spLocks noGrp="1"/>
          </p:cNvSpPr>
          <p:nvPr>
            <p:ph sz="quarter" idx="96" hasCustomPrompt="1"/>
          </p:nvPr>
        </p:nvSpPr>
        <p:spPr>
          <a:xfrm>
            <a:off x="5758662" y="46188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9" name="Textplatzhalter 34">
            <a:extLst>
              <a:ext uri="{FF2B5EF4-FFF2-40B4-BE49-F238E27FC236}">
                <a16:creationId xmlns:a16="http://schemas.microsoft.com/office/drawing/2014/main" id="{14F30F9F-3754-4AF7-95BF-2FAE7A9923C2}"/>
              </a:ext>
            </a:extLst>
          </p:cNvPr>
          <p:cNvSpPr>
            <a:spLocks noGrp="1"/>
          </p:cNvSpPr>
          <p:nvPr>
            <p:ph type="body" sz="quarter" idx="97" hasCustomPrompt="1"/>
          </p:nvPr>
        </p:nvSpPr>
        <p:spPr>
          <a:xfrm>
            <a:off x="5935893" y="46332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00:00 Uhr – 00:00 Uhr</a:t>
            </a:r>
            <a:endParaRPr lang="en-US"/>
          </a:p>
        </p:txBody>
      </p:sp>
      <p:sp>
        <p:nvSpPr>
          <p:cNvPr id="110" name="Inhaltsplatzhalter 9">
            <a:extLst>
              <a:ext uri="{FF2B5EF4-FFF2-40B4-BE49-F238E27FC236}">
                <a16:creationId xmlns:a16="http://schemas.microsoft.com/office/drawing/2014/main" id="{8B341007-1860-4BA9-BF84-4AD2512EBEFA}"/>
              </a:ext>
            </a:extLst>
          </p:cNvPr>
          <p:cNvSpPr>
            <a:spLocks noGrp="1"/>
          </p:cNvSpPr>
          <p:nvPr>
            <p:ph sz="quarter" idx="98" hasCustomPrompt="1"/>
          </p:nvPr>
        </p:nvSpPr>
        <p:spPr>
          <a:xfrm>
            <a:off x="8682970" y="46188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1" name="Textplatzhalter 34">
            <a:extLst>
              <a:ext uri="{FF2B5EF4-FFF2-40B4-BE49-F238E27FC236}">
                <a16:creationId xmlns:a16="http://schemas.microsoft.com/office/drawing/2014/main" id="{D447C4A6-7D26-4540-9E9D-6700F36BC66C}"/>
              </a:ext>
            </a:extLst>
          </p:cNvPr>
          <p:cNvSpPr>
            <a:spLocks noGrp="1"/>
          </p:cNvSpPr>
          <p:nvPr>
            <p:ph type="body" sz="quarter" idx="99" hasCustomPrompt="1"/>
          </p:nvPr>
        </p:nvSpPr>
        <p:spPr>
          <a:xfrm>
            <a:off x="8904508" y="46332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Vortragende*r</a:t>
            </a:r>
            <a:endParaRPr lang="en-US"/>
          </a:p>
        </p:txBody>
      </p:sp>
      <p:sp>
        <p:nvSpPr>
          <p:cNvPr id="112" name="Textplatzhalter 34">
            <a:extLst>
              <a:ext uri="{FF2B5EF4-FFF2-40B4-BE49-F238E27FC236}">
                <a16:creationId xmlns:a16="http://schemas.microsoft.com/office/drawing/2014/main" id="{510DDB89-F752-4905-867B-3364FEF79C9C}"/>
              </a:ext>
            </a:extLst>
          </p:cNvPr>
          <p:cNvSpPr>
            <a:spLocks noGrp="1"/>
          </p:cNvSpPr>
          <p:nvPr>
            <p:ph type="body" sz="quarter" idx="100" hasCustomPrompt="1"/>
          </p:nvPr>
        </p:nvSpPr>
        <p:spPr>
          <a:xfrm>
            <a:off x="1725785" y="5248800"/>
            <a:ext cx="3853062" cy="244800"/>
          </a:xfrm>
        </p:spPr>
        <p:txBody>
          <a:bodyPr anchor="ctr"/>
          <a:lstStyle>
            <a:lvl1pPr marL="0" indent="0">
              <a:spcBef>
                <a:spcPts val="0"/>
              </a:spcBef>
              <a:buNone/>
              <a:defRPr sz="1800" b="1">
                <a:solidFill>
                  <a:schemeClr val="accent3">
                    <a:lumMod val="75000"/>
                  </a:schemeClr>
                </a:solidFill>
              </a:defRPr>
            </a:lvl1pPr>
          </a:lstStyle>
          <a:p>
            <a:pPr lvl="0"/>
            <a:r>
              <a:rPr lang="de-DE"/>
              <a:t>Kapitel</a:t>
            </a:r>
            <a:endParaRPr lang="en-US"/>
          </a:p>
        </p:txBody>
      </p:sp>
      <p:sp>
        <p:nvSpPr>
          <p:cNvPr id="113" name="Textplatzhalter 51">
            <a:extLst>
              <a:ext uri="{FF2B5EF4-FFF2-40B4-BE49-F238E27FC236}">
                <a16:creationId xmlns:a16="http://schemas.microsoft.com/office/drawing/2014/main" id="{33D7A0AE-7003-46BF-8DA2-649AEE49F655}"/>
              </a:ext>
            </a:extLst>
          </p:cNvPr>
          <p:cNvSpPr>
            <a:spLocks noGrp="1"/>
          </p:cNvSpPr>
          <p:nvPr>
            <p:ph type="body" sz="quarter" idx="101" hasCustomPrompt="1"/>
          </p:nvPr>
        </p:nvSpPr>
        <p:spPr>
          <a:xfrm>
            <a:off x="627801" y="52290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114" name="Inhaltsplatzhalter 9">
            <a:extLst>
              <a:ext uri="{FF2B5EF4-FFF2-40B4-BE49-F238E27FC236}">
                <a16:creationId xmlns:a16="http://schemas.microsoft.com/office/drawing/2014/main" id="{D97AC346-D6D8-4AFB-900F-36C382D9DF9A}"/>
              </a:ext>
            </a:extLst>
          </p:cNvPr>
          <p:cNvSpPr>
            <a:spLocks noGrp="1"/>
          </p:cNvSpPr>
          <p:nvPr>
            <p:ph sz="quarter" idx="102" hasCustomPrompt="1"/>
          </p:nvPr>
        </p:nvSpPr>
        <p:spPr>
          <a:xfrm>
            <a:off x="1550993" y="52344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5" name="Inhaltsplatzhalter 9">
            <a:extLst>
              <a:ext uri="{FF2B5EF4-FFF2-40B4-BE49-F238E27FC236}">
                <a16:creationId xmlns:a16="http://schemas.microsoft.com/office/drawing/2014/main" id="{30C4EEDE-0D9A-4C9D-84C7-EA59D72259AC}"/>
              </a:ext>
            </a:extLst>
          </p:cNvPr>
          <p:cNvSpPr>
            <a:spLocks noGrp="1"/>
          </p:cNvSpPr>
          <p:nvPr>
            <p:ph sz="quarter" idx="103" hasCustomPrompt="1"/>
          </p:nvPr>
        </p:nvSpPr>
        <p:spPr>
          <a:xfrm>
            <a:off x="5758662" y="52344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6" name="Textplatzhalter 34">
            <a:extLst>
              <a:ext uri="{FF2B5EF4-FFF2-40B4-BE49-F238E27FC236}">
                <a16:creationId xmlns:a16="http://schemas.microsoft.com/office/drawing/2014/main" id="{655423AB-6705-45AD-9BB3-0A2641B1B000}"/>
              </a:ext>
            </a:extLst>
          </p:cNvPr>
          <p:cNvSpPr>
            <a:spLocks noGrp="1"/>
          </p:cNvSpPr>
          <p:nvPr>
            <p:ph type="body" sz="quarter" idx="104" hasCustomPrompt="1"/>
          </p:nvPr>
        </p:nvSpPr>
        <p:spPr>
          <a:xfrm>
            <a:off x="5935893" y="52488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00:00 Uhr – 00:00 Uhr</a:t>
            </a:r>
            <a:endParaRPr lang="en-US"/>
          </a:p>
        </p:txBody>
      </p:sp>
      <p:sp>
        <p:nvSpPr>
          <p:cNvPr id="117" name="Inhaltsplatzhalter 9">
            <a:extLst>
              <a:ext uri="{FF2B5EF4-FFF2-40B4-BE49-F238E27FC236}">
                <a16:creationId xmlns:a16="http://schemas.microsoft.com/office/drawing/2014/main" id="{8ABC8845-28E0-45E2-B9F6-E82F25F5BB05}"/>
              </a:ext>
            </a:extLst>
          </p:cNvPr>
          <p:cNvSpPr>
            <a:spLocks noGrp="1"/>
          </p:cNvSpPr>
          <p:nvPr>
            <p:ph sz="quarter" idx="105" hasCustomPrompt="1"/>
          </p:nvPr>
        </p:nvSpPr>
        <p:spPr>
          <a:xfrm>
            <a:off x="8682970" y="52344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8" name="Textplatzhalter 34">
            <a:extLst>
              <a:ext uri="{FF2B5EF4-FFF2-40B4-BE49-F238E27FC236}">
                <a16:creationId xmlns:a16="http://schemas.microsoft.com/office/drawing/2014/main" id="{36D3DD99-9940-4DA7-8508-CC6E8C32F262}"/>
              </a:ext>
            </a:extLst>
          </p:cNvPr>
          <p:cNvSpPr>
            <a:spLocks noGrp="1"/>
          </p:cNvSpPr>
          <p:nvPr>
            <p:ph type="body" sz="quarter" idx="106" hasCustomPrompt="1"/>
          </p:nvPr>
        </p:nvSpPr>
        <p:spPr>
          <a:xfrm>
            <a:off x="8904508" y="52488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Vortragende*r</a:t>
            </a:r>
            <a:endParaRPr lang="en-US"/>
          </a:p>
        </p:txBody>
      </p:sp>
      <p:sp>
        <p:nvSpPr>
          <p:cNvPr id="119" name="Textplatzhalter 34">
            <a:extLst>
              <a:ext uri="{FF2B5EF4-FFF2-40B4-BE49-F238E27FC236}">
                <a16:creationId xmlns:a16="http://schemas.microsoft.com/office/drawing/2014/main" id="{D076B3B1-5EF5-4271-B17F-9E7D52AE5E56}"/>
              </a:ext>
            </a:extLst>
          </p:cNvPr>
          <p:cNvSpPr>
            <a:spLocks noGrp="1"/>
          </p:cNvSpPr>
          <p:nvPr>
            <p:ph type="body" sz="quarter" idx="107" hasCustomPrompt="1"/>
          </p:nvPr>
        </p:nvSpPr>
        <p:spPr>
          <a:xfrm>
            <a:off x="1725785" y="5864400"/>
            <a:ext cx="3853062" cy="244800"/>
          </a:xfrm>
        </p:spPr>
        <p:txBody>
          <a:bodyPr anchor="ctr"/>
          <a:lstStyle>
            <a:lvl1pPr marL="0" indent="0">
              <a:spcBef>
                <a:spcPts val="0"/>
              </a:spcBef>
              <a:buNone/>
              <a:defRPr sz="1800" b="1">
                <a:solidFill>
                  <a:schemeClr val="accent3">
                    <a:lumMod val="75000"/>
                  </a:schemeClr>
                </a:solidFill>
              </a:defRPr>
            </a:lvl1pPr>
          </a:lstStyle>
          <a:p>
            <a:pPr lvl="0"/>
            <a:r>
              <a:rPr lang="de-DE"/>
              <a:t>Kapitel</a:t>
            </a:r>
            <a:endParaRPr lang="en-US"/>
          </a:p>
        </p:txBody>
      </p:sp>
      <p:sp>
        <p:nvSpPr>
          <p:cNvPr id="120" name="Textplatzhalter 51">
            <a:extLst>
              <a:ext uri="{FF2B5EF4-FFF2-40B4-BE49-F238E27FC236}">
                <a16:creationId xmlns:a16="http://schemas.microsoft.com/office/drawing/2014/main" id="{7ECB719E-0B86-4AA6-9EDF-C60419182D9E}"/>
              </a:ext>
            </a:extLst>
          </p:cNvPr>
          <p:cNvSpPr>
            <a:spLocks noGrp="1"/>
          </p:cNvSpPr>
          <p:nvPr>
            <p:ph type="body" sz="quarter" idx="108" hasCustomPrompt="1"/>
          </p:nvPr>
        </p:nvSpPr>
        <p:spPr>
          <a:xfrm>
            <a:off x="627801" y="58446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121" name="Inhaltsplatzhalter 9">
            <a:extLst>
              <a:ext uri="{FF2B5EF4-FFF2-40B4-BE49-F238E27FC236}">
                <a16:creationId xmlns:a16="http://schemas.microsoft.com/office/drawing/2014/main" id="{0F005E89-9A6D-4F29-97C0-099D1D18D41D}"/>
              </a:ext>
            </a:extLst>
          </p:cNvPr>
          <p:cNvSpPr>
            <a:spLocks noGrp="1"/>
          </p:cNvSpPr>
          <p:nvPr>
            <p:ph sz="quarter" idx="109" hasCustomPrompt="1"/>
          </p:nvPr>
        </p:nvSpPr>
        <p:spPr>
          <a:xfrm>
            <a:off x="1550993" y="58500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2" name="Inhaltsplatzhalter 9">
            <a:extLst>
              <a:ext uri="{FF2B5EF4-FFF2-40B4-BE49-F238E27FC236}">
                <a16:creationId xmlns:a16="http://schemas.microsoft.com/office/drawing/2014/main" id="{D18C5A24-39D4-4223-826E-1449C874926A}"/>
              </a:ext>
            </a:extLst>
          </p:cNvPr>
          <p:cNvSpPr>
            <a:spLocks noGrp="1"/>
          </p:cNvSpPr>
          <p:nvPr>
            <p:ph sz="quarter" idx="110" hasCustomPrompt="1"/>
          </p:nvPr>
        </p:nvSpPr>
        <p:spPr>
          <a:xfrm>
            <a:off x="5758662" y="58500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3" name="Textplatzhalter 34">
            <a:extLst>
              <a:ext uri="{FF2B5EF4-FFF2-40B4-BE49-F238E27FC236}">
                <a16:creationId xmlns:a16="http://schemas.microsoft.com/office/drawing/2014/main" id="{BCEE31BF-48D2-4214-9D85-9E0FAF14A558}"/>
              </a:ext>
            </a:extLst>
          </p:cNvPr>
          <p:cNvSpPr>
            <a:spLocks noGrp="1"/>
          </p:cNvSpPr>
          <p:nvPr>
            <p:ph type="body" sz="quarter" idx="111" hasCustomPrompt="1"/>
          </p:nvPr>
        </p:nvSpPr>
        <p:spPr>
          <a:xfrm>
            <a:off x="5935893" y="58644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00:00 Uhr – 00:00 Uhr</a:t>
            </a:r>
            <a:endParaRPr lang="en-US"/>
          </a:p>
        </p:txBody>
      </p:sp>
      <p:sp>
        <p:nvSpPr>
          <p:cNvPr id="124" name="Inhaltsplatzhalter 9">
            <a:extLst>
              <a:ext uri="{FF2B5EF4-FFF2-40B4-BE49-F238E27FC236}">
                <a16:creationId xmlns:a16="http://schemas.microsoft.com/office/drawing/2014/main" id="{0B52864E-1CC5-4D80-8FEE-A99ABD126139}"/>
              </a:ext>
            </a:extLst>
          </p:cNvPr>
          <p:cNvSpPr>
            <a:spLocks noGrp="1"/>
          </p:cNvSpPr>
          <p:nvPr>
            <p:ph sz="quarter" idx="112" hasCustomPrompt="1"/>
          </p:nvPr>
        </p:nvSpPr>
        <p:spPr>
          <a:xfrm>
            <a:off x="8682970" y="5850000"/>
            <a:ext cx="26585" cy="273600"/>
          </a:xfrm>
          <a:solidFill>
            <a:schemeClr val="accent3">
              <a:lumMod val="75000"/>
            </a:schemeClr>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5" name="Textplatzhalter 34">
            <a:extLst>
              <a:ext uri="{FF2B5EF4-FFF2-40B4-BE49-F238E27FC236}">
                <a16:creationId xmlns:a16="http://schemas.microsoft.com/office/drawing/2014/main" id="{0691A1D7-EF77-4AD3-93E0-E59A81BB4470}"/>
              </a:ext>
            </a:extLst>
          </p:cNvPr>
          <p:cNvSpPr>
            <a:spLocks noGrp="1"/>
          </p:cNvSpPr>
          <p:nvPr>
            <p:ph type="body" sz="quarter" idx="113" hasCustomPrompt="1"/>
          </p:nvPr>
        </p:nvSpPr>
        <p:spPr>
          <a:xfrm>
            <a:off x="8904508" y="5864400"/>
            <a:ext cx="2569846" cy="244800"/>
          </a:xfrm>
        </p:spPr>
        <p:txBody>
          <a:bodyPr anchor="ctr"/>
          <a:lstStyle>
            <a:lvl1pPr marL="0" indent="0">
              <a:spcBef>
                <a:spcPts val="0"/>
              </a:spcBef>
              <a:buNone/>
              <a:defRPr sz="1600" b="0">
                <a:solidFill>
                  <a:schemeClr val="accent3">
                    <a:lumMod val="75000"/>
                  </a:schemeClr>
                </a:solidFill>
              </a:defRPr>
            </a:lvl1pPr>
          </a:lstStyle>
          <a:p>
            <a:pPr lvl="0"/>
            <a:r>
              <a:rPr lang="de-DE"/>
              <a:t>Vortragende*r</a:t>
            </a:r>
            <a:endParaRPr lang="en-US"/>
          </a:p>
        </p:txBody>
      </p:sp>
      <p:sp>
        <p:nvSpPr>
          <p:cNvPr id="6" name="Fußzeilenplatzhalter 12">
            <a:extLst>
              <a:ext uri="{FF2B5EF4-FFF2-40B4-BE49-F238E27FC236}">
                <a16:creationId xmlns:a16="http://schemas.microsoft.com/office/drawing/2014/main" id="{4FA93547-0850-4723-F97E-7524292C9520}"/>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25682601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_Alternativ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5F4C9-598F-4E78-848E-9BB6ADD0DA4E}"/>
              </a:ext>
            </a:extLst>
          </p:cNvPr>
          <p:cNvSpPr>
            <a:spLocks noGrp="1"/>
          </p:cNvSpPr>
          <p:nvPr>
            <p:ph type="title" hasCustomPrompt="1"/>
          </p:nvPr>
        </p:nvSpPr>
        <p:spPr/>
        <p:txBody>
          <a:bodyPr/>
          <a:lstStyle>
            <a:lvl1pPr>
              <a:defRPr/>
            </a:lvl1pPr>
          </a:lstStyle>
          <a:p>
            <a:r>
              <a:rPr lang="de-DE"/>
              <a:t>Agenda</a:t>
            </a:r>
            <a:endParaRPr lang="en-US"/>
          </a:p>
        </p:txBody>
      </p:sp>
      <p:sp>
        <p:nvSpPr>
          <p:cNvPr id="3" name="Datumsplatzhalter 2">
            <a:extLst>
              <a:ext uri="{FF2B5EF4-FFF2-40B4-BE49-F238E27FC236}">
                <a16:creationId xmlns:a16="http://schemas.microsoft.com/office/drawing/2014/main" id="{C9C3FEB9-7D39-44AE-91BC-8FAEC3D7E4D4}"/>
              </a:ext>
            </a:extLst>
          </p:cNvPr>
          <p:cNvSpPr>
            <a:spLocks noGrp="1"/>
          </p:cNvSpPr>
          <p:nvPr>
            <p:ph type="dt" sz="half" idx="10"/>
          </p:nvPr>
        </p:nvSpPr>
        <p:spPr/>
        <p:txBody>
          <a:bodyPr/>
          <a:lstStyle/>
          <a:p>
            <a:fld id="{739DE057-2D76-42B0-BA76-2C8D60FAF512}" type="datetime1">
              <a:rPr lang="de-DE" smtClean="0"/>
              <a:t>19.10.26</a:t>
            </a:fld>
            <a:endParaRPr lang="en-US"/>
          </a:p>
        </p:txBody>
      </p:sp>
      <p:sp>
        <p:nvSpPr>
          <p:cNvPr id="5" name="Foliennummernplatzhalter 4">
            <a:extLst>
              <a:ext uri="{FF2B5EF4-FFF2-40B4-BE49-F238E27FC236}">
                <a16:creationId xmlns:a16="http://schemas.microsoft.com/office/drawing/2014/main" id="{360E1C69-351D-4576-85E4-3C7A7054E4E3}"/>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7" name="Rechteck 6">
            <a:extLst>
              <a:ext uri="{FF2B5EF4-FFF2-40B4-BE49-F238E27FC236}">
                <a16:creationId xmlns:a16="http://schemas.microsoft.com/office/drawing/2014/main" id="{A48B7B5D-4086-4670-B51A-7FEB605EF0BB}"/>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Textplatzhalter 63">
            <a:extLst>
              <a:ext uri="{FF2B5EF4-FFF2-40B4-BE49-F238E27FC236}">
                <a16:creationId xmlns:a16="http://schemas.microsoft.com/office/drawing/2014/main" id="{C1BBFD50-AC67-42D2-B069-845E2B374948}"/>
              </a:ext>
            </a:extLst>
          </p:cNvPr>
          <p:cNvSpPr>
            <a:spLocks noGrp="1"/>
          </p:cNvSpPr>
          <p:nvPr>
            <p:ph type="body" sz="quarter" idx="15" hasCustomPrompt="1"/>
          </p:nvPr>
        </p:nvSpPr>
        <p:spPr>
          <a:xfrm>
            <a:off x="550863" y="1454622"/>
            <a:ext cx="5203943" cy="920067"/>
          </a:xfrm>
          <a:custGeom>
            <a:avLst/>
            <a:gdLst>
              <a:gd name="connsiteX0" fmla="*/ 805682 w 4228204"/>
              <a:gd name="connsiteY0" fmla="*/ 185520 h 920067"/>
              <a:gd name="connsiteX1" fmla="*/ 805682 w 4228204"/>
              <a:gd name="connsiteY1" fmla="*/ 730596 h 920067"/>
              <a:gd name="connsiteX2" fmla="*/ 827282 w 4228204"/>
              <a:gd name="connsiteY2" fmla="*/ 730596 h 920067"/>
              <a:gd name="connsiteX3" fmla="*/ 827282 w 4228204"/>
              <a:gd name="connsiteY3" fmla="*/ 185520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05682" y="185520"/>
                </a:moveTo>
                <a:lnTo>
                  <a:pt x="805682" y="730596"/>
                </a:lnTo>
                <a:lnTo>
                  <a:pt x="827282" y="730596"/>
                </a:lnTo>
                <a:lnTo>
                  <a:pt x="827282" y="185520"/>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5" name="Textplatzhalter 64">
            <a:extLst>
              <a:ext uri="{FF2B5EF4-FFF2-40B4-BE49-F238E27FC236}">
                <a16:creationId xmlns:a16="http://schemas.microsoft.com/office/drawing/2014/main" id="{4FF4D1CD-7310-4F47-A531-B081E4A29493}"/>
              </a:ext>
            </a:extLst>
          </p:cNvPr>
          <p:cNvSpPr>
            <a:spLocks noGrp="1"/>
          </p:cNvSpPr>
          <p:nvPr>
            <p:ph type="body" sz="quarter" idx="16" hasCustomPrompt="1"/>
          </p:nvPr>
        </p:nvSpPr>
        <p:spPr>
          <a:xfrm>
            <a:off x="550863" y="2729984"/>
            <a:ext cx="5203943" cy="920067"/>
          </a:xfrm>
          <a:custGeom>
            <a:avLst/>
            <a:gdLst>
              <a:gd name="connsiteX0" fmla="*/ 805682 w 4228204"/>
              <a:gd name="connsiteY0" fmla="*/ 175252 h 920067"/>
              <a:gd name="connsiteX1" fmla="*/ 805682 w 4228204"/>
              <a:gd name="connsiteY1" fmla="*/ 720328 h 920067"/>
              <a:gd name="connsiteX2" fmla="*/ 827282 w 4228204"/>
              <a:gd name="connsiteY2" fmla="*/ 720328 h 920067"/>
              <a:gd name="connsiteX3" fmla="*/ 827282 w 4228204"/>
              <a:gd name="connsiteY3" fmla="*/ 175252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05682" y="175252"/>
                </a:moveTo>
                <a:lnTo>
                  <a:pt x="805682" y="720328"/>
                </a:lnTo>
                <a:lnTo>
                  <a:pt x="827282" y="720328"/>
                </a:lnTo>
                <a:lnTo>
                  <a:pt x="827282" y="175252"/>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6" name="Textplatzhalter 65">
            <a:extLst>
              <a:ext uri="{FF2B5EF4-FFF2-40B4-BE49-F238E27FC236}">
                <a16:creationId xmlns:a16="http://schemas.microsoft.com/office/drawing/2014/main" id="{B7ED82DA-2F7E-4A19-AC70-B35827D3F5B0}"/>
              </a:ext>
            </a:extLst>
          </p:cNvPr>
          <p:cNvSpPr>
            <a:spLocks noGrp="1"/>
          </p:cNvSpPr>
          <p:nvPr>
            <p:ph type="body" sz="quarter" idx="17" hasCustomPrompt="1"/>
          </p:nvPr>
        </p:nvSpPr>
        <p:spPr>
          <a:xfrm>
            <a:off x="550863" y="4005346"/>
            <a:ext cx="5203943" cy="920067"/>
          </a:xfrm>
          <a:custGeom>
            <a:avLst/>
            <a:gdLst>
              <a:gd name="connsiteX0" fmla="*/ 805682 w 4228204"/>
              <a:gd name="connsiteY0" fmla="*/ 189912 h 920067"/>
              <a:gd name="connsiteX1" fmla="*/ 805682 w 4228204"/>
              <a:gd name="connsiteY1" fmla="*/ 734988 h 920067"/>
              <a:gd name="connsiteX2" fmla="*/ 827282 w 4228204"/>
              <a:gd name="connsiteY2" fmla="*/ 734988 h 920067"/>
              <a:gd name="connsiteX3" fmla="*/ 827282 w 4228204"/>
              <a:gd name="connsiteY3" fmla="*/ 189912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05682" y="189912"/>
                </a:moveTo>
                <a:lnTo>
                  <a:pt x="805682" y="734988"/>
                </a:lnTo>
                <a:lnTo>
                  <a:pt x="827282" y="734988"/>
                </a:lnTo>
                <a:lnTo>
                  <a:pt x="827282" y="189912"/>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7" name="Textplatzhalter 66">
            <a:extLst>
              <a:ext uri="{FF2B5EF4-FFF2-40B4-BE49-F238E27FC236}">
                <a16:creationId xmlns:a16="http://schemas.microsoft.com/office/drawing/2014/main" id="{44A13067-6028-4186-8764-01D222AAD4E6}"/>
              </a:ext>
            </a:extLst>
          </p:cNvPr>
          <p:cNvSpPr>
            <a:spLocks noGrp="1"/>
          </p:cNvSpPr>
          <p:nvPr>
            <p:ph type="body" sz="quarter" idx="18" hasCustomPrompt="1"/>
          </p:nvPr>
        </p:nvSpPr>
        <p:spPr>
          <a:xfrm>
            <a:off x="550863" y="5280709"/>
            <a:ext cx="5203943" cy="920067"/>
          </a:xfrm>
          <a:custGeom>
            <a:avLst/>
            <a:gdLst>
              <a:gd name="connsiteX0" fmla="*/ 805682 w 4228204"/>
              <a:gd name="connsiteY0" fmla="*/ 191873 h 920067"/>
              <a:gd name="connsiteX1" fmla="*/ 805682 w 4228204"/>
              <a:gd name="connsiteY1" fmla="*/ 736949 h 920067"/>
              <a:gd name="connsiteX2" fmla="*/ 827282 w 4228204"/>
              <a:gd name="connsiteY2" fmla="*/ 736949 h 920067"/>
              <a:gd name="connsiteX3" fmla="*/ 827282 w 4228204"/>
              <a:gd name="connsiteY3" fmla="*/ 191873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05682" y="191873"/>
                </a:moveTo>
                <a:lnTo>
                  <a:pt x="805682" y="736949"/>
                </a:lnTo>
                <a:lnTo>
                  <a:pt x="827282" y="736949"/>
                </a:lnTo>
                <a:lnTo>
                  <a:pt x="827282" y="191873"/>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71" name="Textplatzhalter 70">
            <a:extLst>
              <a:ext uri="{FF2B5EF4-FFF2-40B4-BE49-F238E27FC236}">
                <a16:creationId xmlns:a16="http://schemas.microsoft.com/office/drawing/2014/main" id="{B4CF5608-10FA-4712-9790-79EFC496995E}"/>
              </a:ext>
            </a:extLst>
          </p:cNvPr>
          <p:cNvSpPr>
            <a:spLocks noGrp="1"/>
          </p:cNvSpPr>
          <p:nvPr>
            <p:ph type="body" sz="quarter" idx="19" hasCustomPrompt="1"/>
          </p:nvPr>
        </p:nvSpPr>
        <p:spPr>
          <a:xfrm>
            <a:off x="6437196" y="1454622"/>
            <a:ext cx="5203943" cy="920067"/>
          </a:xfrm>
          <a:custGeom>
            <a:avLst/>
            <a:gdLst>
              <a:gd name="connsiteX0" fmla="*/ 822545 w 4228204"/>
              <a:gd name="connsiteY0" fmla="*/ 185520 h 920067"/>
              <a:gd name="connsiteX1" fmla="*/ 822545 w 4228204"/>
              <a:gd name="connsiteY1" fmla="*/ 730596 h 920067"/>
              <a:gd name="connsiteX2" fmla="*/ 844145 w 4228204"/>
              <a:gd name="connsiteY2" fmla="*/ 730596 h 920067"/>
              <a:gd name="connsiteX3" fmla="*/ 844145 w 4228204"/>
              <a:gd name="connsiteY3" fmla="*/ 185520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22545" y="185520"/>
                </a:moveTo>
                <a:lnTo>
                  <a:pt x="822545" y="730596"/>
                </a:lnTo>
                <a:lnTo>
                  <a:pt x="844145" y="730596"/>
                </a:lnTo>
                <a:lnTo>
                  <a:pt x="844145" y="185520"/>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70" name="Textplatzhalter 69">
            <a:extLst>
              <a:ext uri="{FF2B5EF4-FFF2-40B4-BE49-F238E27FC236}">
                <a16:creationId xmlns:a16="http://schemas.microsoft.com/office/drawing/2014/main" id="{4E4A1239-75DF-42F8-8141-FF2897042EC0}"/>
              </a:ext>
            </a:extLst>
          </p:cNvPr>
          <p:cNvSpPr>
            <a:spLocks noGrp="1"/>
          </p:cNvSpPr>
          <p:nvPr>
            <p:ph type="body" sz="quarter" idx="20" hasCustomPrompt="1"/>
          </p:nvPr>
        </p:nvSpPr>
        <p:spPr>
          <a:xfrm>
            <a:off x="6437196" y="2729984"/>
            <a:ext cx="5203943" cy="920067"/>
          </a:xfrm>
          <a:custGeom>
            <a:avLst/>
            <a:gdLst>
              <a:gd name="connsiteX0" fmla="*/ 822545 w 4228204"/>
              <a:gd name="connsiteY0" fmla="*/ 175252 h 920067"/>
              <a:gd name="connsiteX1" fmla="*/ 822545 w 4228204"/>
              <a:gd name="connsiteY1" fmla="*/ 720328 h 920067"/>
              <a:gd name="connsiteX2" fmla="*/ 844145 w 4228204"/>
              <a:gd name="connsiteY2" fmla="*/ 720328 h 920067"/>
              <a:gd name="connsiteX3" fmla="*/ 844145 w 4228204"/>
              <a:gd name="connsiteY3" fmla="*/ 175252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22545" y="175252"/>
                </a:moveTo>
                <a:lnTo>
                  <a:pt x="822545" y="720328"/>
                </a:lnTo>
                <a:lnTo>
                  <a:pt x="844145" y="720328"/>
                </a:lnTo>
                <a:lnTo>
                  <a:pt x="844145" y="175252"/>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9" name="Textplatzhalter 68">
            <a:extLst>
              <a:ext uri="{FF2B5EF4-FFF2-40B4-BE49-F238E27FC236}">
                <a16:creationId xmlns:a16="http://schemas.microsoft.com/office/drawing/2014/main" id="{D01902BB-CAAC-4D67-9821-70B9CFAE85A0}"/>
              </a:ext>
            </a:extLst>
          </p:cNvPr>
          <p:cNvSpPr>
            <a:spLocks noGrp="1"/>
          </p:cNvSpPr>
          <p:nvPr>
            <p:ph type="body" sz="quarter" idx="21" hasCustomPrompt="1"/>
          </p:nvPr>
        </p:nvSpPr>
        <p:spPr>
          <a:xfrm>
            <a:off x="6437196" y="4005346"/>
            <a:ext cx="5203943" cy="920067"/>
          </a:xfrm>
          <a:custGeom>
            <a:avLst/>
            <a:gdLst>
              <a:gd name="connsiteX0" fmla="*/ 822545 w 4228204"/>
              <a:gd name="connsiteY0" fmla="*/ 189912 h 920067"/>
              <a:gd name="connsiteX1" fmla="*/ 822545 w 4228204"/>
              <a:gd name="connsiteY1" fmla="*/ 734988 h 920067"/>
              <a:gd name="connsiteX2" fmla="*/ 844145 w 4228204"/>
              <a:gd name="connsiteY2" fmla="*/ 734988 h 920067"/>
              <a:gd name="connsiteX3" fmla="*/ 844145 w 4228204"/>
              <a:gd name="connsiteY3" fmla="*/ 189912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22545" y="189912"/>
                </a:moveTo>
                <a:lnTo>
                  <a:pt x="822545" y="734988"/>
                </a:lnTo>
                <a:lnTo>
                  <a:pt x="844145" y="734988"/>
                </a:lnTo>
                <a:lnTo>
                  <a:pt x="844145" y="189912"/>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8" name="Textplatzhalter 67">
            <a:extLst>
              <a:ext uri="{FF2B5EF4-FFF2-40B4-BE49-F238E27FC236}">
                <a16:creationId xmlns:a16="http://schemas.microsoft.com/office/drawing/2014/main" id="{85BBCCD5-2975-4487-8168-030C907357CC}"/>
              </a:ext>
            </a:extLst>
          </p:cNvPr>
          <p:cNvSpPr>
            <a:spLocks noGrp="1"/>
          </p:cNvSpPr>
          <p:nvPr>
            <p:ph type="body" sz="quarter" idx="22" hasCustomPrompt="1"/>
          </p:nvPr>
        </p:nvSpPr>
        <p:spPr>
          <a:xfrm>
            <a:off x="6437196" y="5280709"/>
            <a:ext cx="5203943" cy="920067"/>
          </a:xfrm>
          <a:custGeom>
            <a:avLst/>
            <a:gdLst>
              <a:gd name="connsiteX0" fmla="*/ 822545 w 4228204"/>
              <a:gd name="connsiteY0" fmla="*/ 191873 h 920067"/>
              <a:gd name="connsiteX1" fmla="*/ 822545 w 4228204"/>
              <a:gd name="connsiteY1" fmla="*/ 736949 h 920067"/>
              <a:gd name="connsiteX2" fmla="*/ 844145 w 4228204"/>
              <a:gd name="connsiteY2" fmla="*/ 736949 h 920067"/>
              <a:gd name="connsiteX3" fmla="*/ 844145 w 4228204"/>
              <a:gd name="connsiteY3" fmla="*/ 191873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22545" y="191873"/>
                </a:moveTo>
                <a:lnTo>
                  <a:pt x="822545" y="736949"/>
                </a:lnTo>
                <a:lnTo>
                  <a:pt x="844145" y="736949"/>
                </a:lnTo>
                <a:lnTo>
                  <a:pt x="844145" y="191873"/>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35" name="Textplatzhalter 34">
            <a:extLst>
              <a:ext uri="{FF2B5EF4-FFF2-40B4-BE49-F238E27FC236}">
                <a16:creationId xmlns:a16="http://schemas.microsoft.com/office/drawing/2014/main" id="{63408404-C5AA-4DCA-8A39-B52DB299C35C}"/>
              </a:ext>
            </a:extLst>
          </p:cNvPr>
          <p:cNvSpPr>
            <a:spLocks noGrp="1"/>
          </p:cNvSpPr>
          <p:nvPr>
            <p:ph type="body" sz="quarter" idx="23" hasCustomPrompt="1"/>
          </p:nvPr>
        </p:nvSpPr>
        <p:spPr>
          <a:xfrm>
            <a:off x="1721139" y="1662861"/>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36" name="Textplatzhalter 34">
            <a:extLst>
              <a:ext uri="{FF2B5EF4-FFF2-40B4-BE49-F238E27FC236}">
                <a16:creationId xmlns:a16="http://schemas.microsoft.com/office/drawing/2014/main" id="{DF78CF7E-ECE5-4B2D-A483-3267534656C1}"/>
              </a:ext>
            </a:extLst>
          </p:cNvPr>
          <p:cNvSpPr>
            <a:spLocks noGrp="1"/>
          </p:cNvSpPr>
          <p:nvPr>
            <p:ph type="body" sz="quarter" idx="24" hasCustomPrompt="1"/>
          </p:nvPr>
        </p:nvSpPr>
        <p:spPr>
          <a:xfrm>
            <a:off x="7657728" y="1662861"/>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37" name="Textplatzhalter 34">
            <a:extLst>
              <a:ext uri="{FF2B5EF4-FFF2-40B4-BE49-F238E27FC236}">
                <a16:creationId xmlns:a16="http://schemas.microsoft.com/office/drawing/2014/main" id="{E3161E5D-F239-4697-B41B-8EA5EA589B47}"/>
              </a:ext>
            </a:extLst>
          </p:cNvPr>
          <p:cNvSpPr>
            <a:spLocks noGrp="1"/>
          </p:cNvSpPr>
          <p:nvPr>
            <p:ph type="body" sz="quarter" idx="25" hasCustomPrompt="1"/>
          </p:nvPr>
        </p:nvSpPr>
        <p:spPr>
          <a:xfrm>
            <a:off x="1721139" y="2940176"/>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38" name="Textplatzhalter 34">
            <a:extLst>
              <a:ext uri="{FF2B5EF4-FFF2-40B4-BE49-F238E27FC236}">
                <a16:creationId xmlns:a16="http://schemas.microsoft.com/office/drawing/2014/main" id="{92B7B467-A632-4523-BEC0-4C986340B0B7}"/>
              </a:ext>
            </a:extLst>
          </p:cNvPr>
          <p:cNvSpPr>
            <a:spLocks noGrp="1"/>
          </p:cNvSpPr>
          <p:nvPr>
            <p:ph type="body" sz="quarter" idx="26" hasCustomPrompt="1"/>
          </p:nvPr>
        </p:nvSpPr>
        <p:spPr>
          <a:xfrm>
            <a:off x="7657728" y="2940176"/>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39" name="Textplatzhalter 34">
            <a:extLst>
              <a:ext uri="{FF2B5EF4-FFF2-40B4-BE49-F238E27FC236}">
                <a16:creationId xmlns:a16="http://schemas.microsoft.com/office/drawing/2014/main" id="{D0B42C69-ACA8-4476-9DC5-005181EF4C71}"/>
              </a:ext>
            </a:extLst>
          </p:cNvPr>
          <p:cNvSpPr>
            <a:spLocks noGrp="1"/>
          </p:cNvSpPr>
          <p:nvPr>
            <p:ph type="body" sz="quarter" idx="27" hasCustomPrompt="1"/>
          </p:nvPr>
        </p:nvSpPr>
        <p:spPr>
          <a:xfrm>
            <a:off x="1721139" y="4217491"/>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40" name="Textplatzhalter 34">
            <a:extLst>
              <a:ext uri="{FF2B5EF4-FFF2-40B4-BE49-F238E27FC236}">
                <a16:creationId xmlns:a16="http://schemas.microsoft.com/office/drawing/2014/main" id="{C04219E5-7AE1-4571-882B-172196EFDF90}"/>
              </a:ext>
            </a:extLst>
          </p:cNvPr>
          <p:cNvSpPr>
            <a:spLocks noGrp="1"/>
          </p:cNvSpPr>
          <p:nvPr>
            <p:ph type="body" sz="quarter" idx="28" hasCustomPrompt="1"/>
          </p:nvPr>
        </p:nvSpPr>
        <p:spPr>
          <a:xfrm>
            <a:off x="7657728" y="4217491"/>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41" name="Textplatzhalter 34">
            <a:extLst>
              <a:ext uri="{FF2B5EF4-FFF2-40B4-BE49-F238E27FC236}">
                <a16:creationId xmlns:a16="http://schemas.microsoft.com/office/drawing/2014/main" id="{E124A814-FF1D-44B1-9CCF-59D06311606D}"/>
              </a:ext>
            </a:extLst>
          </p:cNvPr>
          <p:cNvSpPr>
            <a:spLocks noGrp="1"/>
          </p:cNvSpPr>
          <p:nvPr>
            <p:ph type="body" sz="quarter" idx="29" hasCustomPrompt="1"/>
          </p:nvPr>
        </p:nvSpPr>
        <p:spPr>
          <a:xfrm>
            <a:off x="1721139" y="5494806"/>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42" name="Textplatzhalter 34">
            <a:extLst>
              <a:ext uri="{FF2B5EF4-FFF2-40B4-BE49-F238E27FC236}">
                <a16:creationId xmlns:a16="http://schemas.microsoft.com/office/drawing/2014/main" id="{3B7C896C-7C0D-4D29-A70A-A8A93AB19C36}"/>
              </a:ext>
            </a:extLst>
          </p:cNvPr>
          <p:cNvSpPr>
            <a:spLocks noGrp="1"/>
          </p:cNvSpPr>
          <p:nvPr>
            <p:ph type="body" sz="quarter" idx="30" hasCustomPrompt="1"/>
          </p:nvPr>
        </p:nvSpPr>
        <p:spPr>
          <a:xfrm>
            <a:off x="7657728" y="5494806"/>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52" name="Textplatzhalter 51">
            <a:extLst>
              <a:ext uri="{FF2B5EF4-FFF2-40B4-BE49-F238E27FC236}">
                <a16:creationId xmlns:a16="http://schemas.microsoft.com/office/drawing/2014/main" id="{99E88F6D-A221-4CE2-A357-0E8A5300C5FB}"/>
              </a:ext>
            </a:extLst>
          </p:cNvPr>
          <p:cNvSpPr>
            <a:spLocks noGrp="1"/>
          </p:cNvSpPr>
          <p:nvPr>
            <p:ph type="body" sz="quarter" idx="39" hasCustomPrompt="1"/>
          </p:nvPr>
        </p:nvSpPr>
        <p:spPr>
          <a:xfrm>
            <a:off x="623155" y="1618410"/>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3" name="Textplatzhalter 51">
            <a:extLst>
              <a:ext uri="{FF2B5EF4-FFF2-40B4-BE49-F238E27FC236}">
                <a16:creationId xmlns:a16="http://schemas.microsoft.com/office/drawing/2014/main" id="{662C58B3-C6CB-40C4-9846-6885043CEAEF}"/>
              </a:ext>
            </a:extLst>
          </p:cNvPr>
          <p:cNvSpPr>
            <a:spLocks noGrp="1"/>
          </p:cNvSpPr>
          <p:nvPr>
            <p:ph type="body" sz="quarter" idx="40" hasCustomPrompt="1"/>
          </p:nvPr>
        </p:nvSpPr>
        <p:spPr>
          <a:xfrm>
            <a:off x="6517601" y="1618410"/>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4" name="Textplatzhalter 51">
            <a:extLst>
              <a:ext uri="{FF2B5EF4-FFF2-40B4-BE49-F238E27FC236}">
                <a16:creationId xmlns:a16="http://schemas.microsoft.com/office/drawing/2014/main" id="{BBC47D04-2291-4541-ABDF-3BDD7D89033F}"/>
              </a:ext>
            </a:extLst>
          </p:cNvPr>
          <p:cNvSpPr>
            <a:spLocks noGrp="1"/>
          </p:cNvSpPr>
          <p:nvPr>
            <p:ph type="body" sz="quarter" idx="41" hasCustomPrompt="1"/>
          </p:nvPr>
        </p:nvSpPr>
        <p:spPr>
          <a:xfrm>
            <a:off x="623155" y="2900116"/>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5" name="Textplatzhalter 51">
            <a:extLst>
              <a:ext uri="{FF2B5EF4-FFF2-40B4-BE49-F238E27FC236}">
                <a16:creationId xmlns:a16="http://schemas.microsoft.com/office/drawing/2014/main" id="{9226F664-073C-478A-8241-1E5CABD99A8E}"/>
              </a:ext>
            </a:extLst>
          </p:cNvPr>
          <p:cNvSpPr>
            <a:spLocks noGrp="1"/>
          </p:cNvSpPr>
          <p:nvPr>
            <p:ph type="body" sz="quarter" idx="42" hasCustomPrompt="1"/>
          </p:nvPr>
        </p:nvSpPr>
        <p:spPr>
          <a:xfrm>
            <a:off x="6517601" y="2900116"/>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6" name="Textplatzhalter 51">
            <a:extLst>
              <a:ext uri="{FF2B5EF4-FFF2-40B4-BE49-F238E27FC236}">
                <a16:creationId xmlns:a16="http://schemas.microsoft.com/office/drawing/2014/main" id="{1A3A934F-49BD-4AD8-99B7-4931CC4FE563}"/>
              </a:ext>
            </a:extLst>
          </p:cNvPr>
          <p:cNvSpPr>
            <a:spLocks noGrp="1"/>
          </p:cNvSpPr>
          <p:nvPr>
            <p:ph type="body" sz="quarter" idx="43" hasCustomPrompt="1"/>
          </p:nvPr>
        </p:nvSpPr>
        <p:spPr>
          <a:xfrm>
            <a:off x="623155" y="4181822"/>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7" name="Textplatzhalter 51">
            <a:extLst>
              <a:ext uri="{FF2B5EF4-FFF2-40B4-BE49-F238E27FC236}">
                <a16:creationId xmlns:a16="http://schemas.microsoft.com/office/drawing/2014/main" id="{9EEA1254-1634-410B-B7D5-F19740479B1A}"/>
              </a:ext>
            </a:extLst>
          </p:cNvPr>
          <p:cNvSpPr>
            <a:spLocks noGrp="1"/>
          </p:cNvSpPr>
          <p:nvPr>
            <p:ph type="body" sz="quarter" idx="44" hasCustomPrompt="1"/>
          </p:nvPr>
        </p:nvSpPr>
        <p:spPr>
          <a:xfrm>
            <a:off x="6517601" y="4181822"/>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8" name="Textplatzhalter 51">
            <a:extLst>
              <a:ext uri="{FF2B5EF4-FFF2-40B4-BE49-F238E27FC236}">
                <a16:creationId xmlns:a16="http://schemas.microsoft.com/office/drawing/2014/main" id="{847DD741-14CE-4133-B69A-0617633EF17A}"/>
              </a:ext>
            </a:extLst>
          </p:cNvPr>
          <p:cNvSpPr>
            <a:spLocks noGrp="1"/>
          </p:cNvSpPr>
          <p:nvPr>
            <p:ph type="body" sz="quarter" idx="45" hasCustomPrompt="1"/>
          </p:nvPr>
        </p:nvSpPr>
        <p:spPr>
          <a:xfrm>
            <a:off x="623155" y="5463528"/>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9" name="Textplatzhalter 51">
            <a:extLst>
              <a:ext uri="{FF2B5EF4-FFF2-40B4-BE49-F238E27FC236}">
                <a16:creationId xmlns:a16="http://schemas.microsoft.com/office/drawing/2014/main" id="{F4FC7902-AE67-46D0-AF05-BAD44F5D755B}"/>
              </a:ext>
            </a:extLst>
          </p:cNvPr>
          <p:cNvSpPr>
            <a:spLocks noGrp="1"/>
          </p:cNvSpPr>
          <p:nvPr>
            <p:ph type="body" sz="quarter" idx="46" hasCustomPrompt="1"/>
          </p:nvPr>
        </p:nvSpPr>
        <p:spPr>
          <a:xfrm>
            <a:off x="6517601" y="5463528"/>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4" name="Fußzeilenplatzhalter 12">
            <a:extLst>
              <a:ext uri="{FF2B5EF4-FFF2-40B4-BE49-F238E27FC236}">
                <a16:creationId xmlns:a16="http://schemas.microsoft.com/office/drawing/2014/main" id="{D00559E6-5561-4506-F1FD-DDCA7368CAFC}"/>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7429902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_Alternative_Ze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5F4C9-598F-4E78-848E-9BB6ADD0DA4E}"/>
              </a:ext>
            </a:extLst>
          </p:cNvPr>
          <p:cNvSpPr>
            <a:spLocks noGrp="1"/>
          </p:cNvSpPr>
          <p:nvPr>
            <p:ph type="title" hasCustomPrompt="1"/>
          </p:nvPr>
        </p:nvSpPr>
        <p:spPr/>
        <p:txBody>
          <a:bodyPr/>
          <a:lstStyle>
            <a:lvl1pPr>
              <a:defRPr/>
            </a:lvl1pPr>
          </a:lstStyle>
          <a:p>
            <a:r>
              <a:rPr lang="de-DE"/>
              <a:t>Agenda mit Zeitbezug</a:t>
            </a:r>
            <a:endParaRPr lang="en-US"/>
          </a:p>
        </p:txBody>
      </p:sp>
      <p:sp>
        <p:nvSpPr>
          <p:cNvPr id="3" name="Datumsplatzhalter 2">
            <a:extLst>
              <a:ext uri="{FF2B5EF4-FFF2-40B4-BE49-F238E27FC236}">
                <a16:creationId xmlns:a16="http://schemas.microsoft.com/office/drawing/2014/main" id="{C9C3FEB9-7D39-44AE-91BC-8FAEC3D7E4D4}"/>
              </a:ext>
            </a:extLst>
          </p:cNvPr>
          <p:cNvSpPr>
            <a:spLocks noGrp="1"/>
          </p:cNvSpPr>
          <p:nvPr>
            <p:ph type="dt" sz="half" idx="10"/>
          </p:nvPr>
        </p:nvSpPr>
        <p:spPr/>
        <p:txBody>
          <a:bodyPr/>
          <a:lstStyle/>
          <a:p>
            <a:fld id="{96F43735-0633-4243-BC66-39A391331EFF}" type="datetime1">
              <a:rPr lang="de-DE" smtClean="0"/>
              <a:t>19.10.26</a:t>
            </a:fld>
            <a:endParaRPr lang="en-US"/>
          </a:p>
        </p:txBody>
      </p:sp>
      <p:sp>
        <p:nvSpPr>
          <p:cNvPr id="5" name="Foliennummernplatzhalter 4">
            <a:extLst>
              <a:ext uri="{FF2B5EF4-FFF2-40B4-BE49-F238E27FC236}">
                <a16:creationId xmlns:a16="http://schemas.microsoft.com/office/drawing/2014/main" id="{360E1C69-351D-4576-85E4-3C7A7054E4E3}"/>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7" name="Rechteck 6">
            <a:extLst>
              <a:ext uri="{FF2B5EF4-FFF2-40B4-BE49-F238E27FC236}">
                <a16:creationId xmlns:a16="http://schemas.microsoft.com/office/drawing/2014/main" id="{A48B7B5D-4086-4670-B51A-7FEB605EF0BB}"/>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Textplatzhalter 32">
            <a:extLst>
              <a:ext uri="{FF2B5EF4-FFF2-40B4-BE49-F238E27FC236}">
                <a16:creationId xmlns:a16="http://schemas.microsoft.com/office/drawing/2014/main" id="{B9967132-7FB3-44D9-B340-D5C95C1152BF}"/>
              </a:ext>
            </a:extLst>
          </p:cNvPr>
          <p:cNvSpPr>
            <a:spLocks noGrp="1"/>
          </p:cNvSpPr>
          <p:nvPr>
            <p:ph type="body" sz="quarter" idx="15" hasCustomPrompt="1"/>
          </p:nvPr>
        </p:nvSpPr>
        <p:spPr>
          <a:xfrm>
            <a:off x="556847" y="1449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35" name="Textplatzhalter 34">
            <a:extLst>
              <a:ext uri="{FF2B5EF4-FFF2-40B4-BE49-F238E27FC236}">
                <a16:creationId xmlns:a16="http://schemas.microsoft.com/office/drawing/2014/main" id="{63408404-C5AA-4DCA-8A39-B52DB299C35C}"/>
              </a:ext>
            </a:extLst>
          </p:cNvPr>
          <p:cNvSpPr>
            <a:spLocks noGrp="1"/>
          </p:cNvSpPr>
          <p:nvPr>
            <p:ph type="body" sz="quarter" idx="23" hasCustomPrompt="1"/>
          </p:nvPr>
        </p:nvSpPr>
        <p:spPr>
          <a:xfrm>
            <a:off x="1727123" y="15534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52" name="Textplatzhalter 51">
            <a:extLst>
              <a:ext uri="{FF2B5EF4-FFF2-40B4-BE49-F238E27FC236}">
                <a16:creationId xmlns:a16="http://schemas.microsoft.com/office/drawing/2014/main" id="{99E88F6D-A221-4CE2-A357-0E8A5300C5FB}"/>
              </a:ext>
            </a:extLst>
          </p:cNvPr>
          <p:cNvSpPr>
            <a:spLocks noGrp="1"/>
          </p:cNvSpPr>
          <p:nvPr>
            <p:ph type="body" sz="quarter" idx="39" hasCustomPrompt="1"/>
          </p:nvPr>
        </p:nvSpPr>
        <p:spPr>
          <a:xfrm>
            <a:off x="629139" y="15336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77" name="Inhaltsplatzhalter 9">
            <a:extLst>
              <a:ext uri="{FF2B5EF4-FFF2-40B4-BE49-F238E27FC236}">
                <a16:creationId xmlns:a16="http://schemas.microsoft.com/office/drawing/2014/main" id="{229D505F-0EB3-46B1-BD92-CDF8A11C324E}"/>
              </a:ext>
            </a:extLst>
          </p:cNvPr>
          <p:cNvSpPr>
            <a:spLocks noGrp="1"/>
          </p:cNvSpPr>
          <p:nvPr>
            <p:ph sz="quarter" idx="49" hasCustomPrompt="1"/>
          </p:nvPr>
        </p:nvSpPr>
        <p:spPr>
          <a:xfrm>
            <a:off x="1552331" y="1539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43" name="Inhaltsplatzhalter 9">
            <a:extLst>
              <a:ext uri="{FF2B5EF4-FFF2-40B4-BE49-F238E27FC236}">
                <a16:creationId xmlns:a16="http://schemas.microsoft.com/office/drawing/2014/main" id="{17AE42E5-158A-478C-9789-64472AF09C90}"/>
              </a:ext>
            </a:extLst>
          </p:cNvPr>
          <p:cNvSpPr>
            <a:spLocks noGrp="1"/>
          </p:cNvSpPr>
          <p:nvPr>
            <p:ph sz="quarter" idx="54" hasCustomPrompt="1"/>
          </p:nvPr>
        </p:nvSpPr>
        <p:spPr>
          <a:xfrm>
            <a:off x="5760000" y="1539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44" name="Textplatzhalter 34">
            <a:extLst>
              <a:ext uri="{FF2B5EF4-FFF2-40B4-BE49-F238E27FC236}">
                <a16:creationId xmlns:a16="http://schemas.microsoft.com/office/drawing/2014/main" id="{5890096B-CE06-4B93-A46A-51EBAB485CCA}"/>
              </a:ext>
            </a:extLst>
          </p:cNvPr>
          <p:cNvSpPr>
            <a:spLocks noGrp="1"/>
          </p:cNvSpPr>
          <p:nvPr>
            <p:ph type="body" sz="quarter" idx="55" hasCustomPrompt="1"/>
          </p:nvPr>
        </p:nvSpPr>
        <p:spPr>
          <a:xfrm>
            <a:off x="5937231" y="15534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46" name="Inhaltsplatzhalter 9">
            <a:extLst>
              <a:ext uri="{FF2B5EF4-FFF2-40B4-BE49-F238E27FC236}">
                <a16:creationId xmlns:a16="http://schemas.microsoft.com/office/drawing/2014/main" id="{36C4410E-166F-4B7F-9C6D-41BC42DC603D}"/>
              </a:ext>
            </a:extLst>
          </p:cNvPr>
          <p:cNvSpPr>
            <a:spLocks noGrp="1"/>
          </p:cNvSpPr>
          <p:nvPr>
            <p:ph sz="quarter" idx="56" hasCustomPrompt="1"/>
          </p:nvPr>
        </p:nvSpPr>
        <p:spPr>
          <a:xfrm>
            <a:off x="8684308" y="1539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47" name="Textplatzhalter 34">
            <a:extLst>
              <a:ext uri="{FF2B5EF4-FFF2-40B4-BE49-F238E27FC236}">
                <a16:creationId xmlns:a16="http://schemas.microsoft.com/office/drawing/2014/main" id="{3521441E-F90E-4D97-A0BF-F6931EB7093F}"/>
              </a:ext>
            </a:extLst>
          </p:cNvPr>
          <p:cNvSpPr>
            <a:spLocks noGrp="1"/>
          </p:cNvSpPr>
          <p:nvPr>
            <p:ph type="body" sz="quarter" idx="57" hasCustomPrompt="1"/>
          </p:nvPr>
        </p:nvSpPr>
        <p:spPr>
          <a:xfrm>
            <a:off x="8905846" y="15534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48" name="Textplatzhalter 32">
            <a:extLst>
              <a:ext uri="{FF2B5EF4-FFF2-40B4-BE49-F238E27FC236}">
                <a16:creationId xmlns:a16="http://schemas.microsoft.com/office/drawing/2014/main" id="{710FD8FB-44A5-4E60-BFA5-CC6B0551A7F4}"/>
              </a:ext>
            </a:extLst>
          </p:cNvPr>
          <p:cNvSpPr>
            <a:spLocks noGrp="1"/>
          </p:cNvSpPr>
          <p:nvPr>
            <p:ph type="body" sz="quarter" idx="58" hasCustomPrompt="1"/>
          </p:nvPr>
        </p:nvSpPr>
        <p:spPr>
          <a:xfrm>
            <a:off x="555509" y="20664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49" name="Textplatzhalter 34">
            <a:extLst>
              <a:ext uri="{FF2B5EF4-FFF2-40B4-BE49-F238E27FC236}">
                <a16:creationId xmlns:a16="http://schemas.microsoft.com/office/drawing/2014/main" id="{FACF348C-FB52-450C-96D5-D761EE938904}"/>
              </a:ext>
            </a:extLst>
          </p:cNvPr>
          <p:cNvSpPr>
            <a:spLocks noGrp="1"/>
          </p:cNvSpPr>
          <p:nvPr>
            <p:ph type="body" sz="quarter" idx="59" hasCustomPrompt="1"/>
          </p:nvPr>
        </p:nvSpPr>
        <p:spPr>
          <a:xfrm>
            <a:off x="1725785" y="21708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50" name="Textplatzhalter 51">
            <a:extLst>
              <a:ext uri="{FF2B5EF4-FFF2-40B4-BE49-F238E27FC236}">
                <a16:creationId xmlns:a16="http://schemas.microsoft.com/office/drawing/2014/main" id="{396278A5-AEC5-49D0-BAD3-07EA10DB1044}"/>
              </a:ext>
            </a:extLst>
          </p:cNvPr>
          <p:cNvSpPr>
            <a:spLocks noGrp="1"/>
          </p:cNvSpPr>
          <p:nvPr>
            <p:ph type="body" sz="quarter" idx="60" hasCustomPrompt="1"/>
          </p:nvPr>
        </p:nvSpPr>
        <p:spPr>
          <a:xfrm>
            <a:off x="627801" y="21510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51" name="Inhaltsplatzhalter 9">
            <a:extLst>
              <a:ext uri="{FF2B5EF4-FFF2-40B4-BE49-F238E27FC236}">
                <a16:creationId xmlns:a16="http://schemas.microsoft.com/office/drawing/2014/main" id="{84DD963F-1914-487D-AB8F-3D3384818A3F}"/>
              </a:ext>
            </a:extLst>
          </p:cNvPr>
          <p:cNvSpPr>
            <a:spLocks noGrp="1"/>
          </p:cNvSpPr>
          <p:nvPr>
            <p:ph sz="quarter" idx="61" hasCustomPrompt="1"/>
          </p:nvPr>
        </p:nvSpPr>
        <p:spPr>
          <a:xfrm>
            <a:off x="1550993" y="2156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60" name="Inhaltsplatzhalter 9">
            <a:extLst>
              <a:ext uri="{FF2B5EF4-FFF2-40B4-BE49-F238E27FC236}">
                <a16:creationId xmlns:a16="http://schemas.microsoft.com/office/drawing/2014/main" id="{314DD3BE-369B-46E6-9686-0434D228AC0D}"/>
              </a:ext>
            </a:extLst>
          </p:cNvPr>
          <p:cNvSpPr>
            <a:spLocks noGrp="1"/>
          </p:cNvSpPr>
          <p:nvPr>
            <p:ph sz="quarter" idx="62" hasCustomPrompt="1"/>
          </p:nvPr>
        </p:nvSpPr>
        <p:spPr>
          <a:xfrm>
            <a:off x="5758662" y="2156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64" name="Textplatzhalter 34">
            <a:extLst>
              <a:ext uri="{FF2B5EF4-FFF2-40B4-BE49-F238E27FC236}">
                <a16:creationId xmlns:a16="http://schemas.microsoft.com/office/drawing/2014/main" id="{825B2A1F-E37B-4E4E-9C9F-377CA4DFA999}"/>
              </a:ext>
            </a:extLst>
          </p:cNvPr>
          <p:cNvSpPr>
            <a:spLocks noGrp="1"/>
          </p:cNvSpPr>
          <p:nvPr>
            <p:ph type="body" sz="quarter" idx="63" hasCustomPrompt="1"/>
          </p:nvPr>
        </p:nvSpPr>
        <p:spPr>
          <a:xfrm>
            <a:off x="5935893" y="21708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65" name="Inhaltsplatzhalter 9">
            <a:extLst>
              <a:ext uri="{FF2B5EF4-FFF2-40B4-BE49-F238E27FC236}">
                <a16:creationId xmlns:a16="http://schemas.microsoft.com/office/drawing/2014/main" id="{C084EE12-62C6-4961-AD51-F63CBE5A4CDA}"/>
              </a:ext>
            </a:extLst>
          </p:cNvPr>
          <p:cNvSpPr>
            <a:spLocks noGrp="1"/>
          </p:cNvSpPr>
          <p:nvPr>
            <p:ph sz="quarter" idx="64" hasCustomPrompt="1"/>
          </p:nvPr>
        </p:nvSpPr>
        <p:spPr>
          <a:xfrm>
            <a:off x="8682970" y="2156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66" name="Textplatzhalter 34">
            <a:extLst>
              <a:ext uri="{FF2B5EF4-FFF2-40B4-BE49-F238E27FC236}">
                <a16:creationId xmlns:a16="http://schemas.microsoft.com/office/drawing/2014/main" id="{DFC088F1-D484-4855-9CA4-24B851808FD8}"/>
              </a:ext>
            </a:extLst>
          </p:cNvPr>
          <p:cNvSpPr>
            <a:spLocks noGrp="1"/>
          </p:cNvSpPr>
          <p:nvPr>
            <p:ph type="body" sz="quarter" idx="65" hasCustomPrompt="1"/>
          </p:nvPr>
        </p:nvSpPr>
        <p:spPr>
          <a:xfrm>
            <a:off x="8904508" y="21708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67" name="Textplatzhalter 32">
            <a:extLst>
              <a:ext uri="{FF2B5EF4-FFF2-40B4-BE49-F238E27FC236}">
                <a16:creationId xmlns:a16="http://schemas.microsoft.com/office/drawing/2014/main" id="{C4FD40E8-C6A7-4BDB-B195-68E0670DAC49}"/>
              </a:ext>
            </a:extLst>
          </p:cNvPr>
          <p:cNvSpPr>
            <a:spLocks noGrp="1"/>
          </p:cNvSpPr>
          <p:nvPr>
            <p:ph type="body" sz="quarter" idx="66" hasCustomPrompt="1"/>
          </p:nvPr>
        </p:nvSpPr>
        <p:spPr>
          <a:xfrm>
            <a:off x="555509" y="2682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8" name="Textplatzhalter 32">
            <a:extLst>
              <a:ext uri="{FF2B5EF4-FFF2-40B4-BE49-F238E27FC236}">
                <a16:creationId xmlns:a16="http://schemas.microsoft.com/office/drawing/2014/main" id="{4D6DA363-BD58-4B50-9EFC-AFCC81C3CD44}"/>
              </a:ext>
            </a:extLst>
          </p:cNvPr>
          <p:cNvSpPr>
            <a:spLocks noGrp="1"/>
          </p:cNvSpPr>
          <p:nvPr>
            <p:ph type="body" sz="quarter" idx="67" hasCustomPrompt="1"/>
          </p:nvPr>
        </p:nvSpPr>
        <p:spPr>
          <a:xfrm>
            <a:off x="555509" y="32976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9" name="Textplatzhalter 32">
            <a:extLst>
              <a:ext uri="{FF2B5EF4-FFF2-40B4-BE49-F238E27FC236}">
                <a16:creationId xmlns:a16="http://schemas.microsoft.com/office/drawing/2014/main" id="{735CA0CC-8781-4D64-9B38-164657802215}"/>
              </a:ext>
            </a:extLst>
          </p:cNvPr>
          <p:cNvSpPr>
            <a:spLocks noGrp="1"/>
          </p:cNvSpPr>
          <p:nvPr>
            <p:ph type="body" sz="quarter" idx="68" hasCustomPrompt="1"/>
          </p:nvPr>
        </p:nvSpPr>
        <p:spPr>
          <a:xfrm>
            <a:off x="555509" y="39132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70" name="Textplatzhalter 32">
            <a:extLst>
              <a:ext uri="{FF2B5EF4-FFF2-40B4-BE49-F238E27FC236}">
                <a16:creationId xmlns:a16="http://schemas.microsoft.com/office/drawing/2014/main" id="{9E526531-BD00-4913-A003-1CFDDA2B9002}"/>
              </a:ext>
            </a:extLst>
          </p:cNvPr>
          <p:cNvSpPr>
            <a:spLocks noGrp="1"/>
          </p:cNvSpPr>
          <p:nvPr>
            <p:ph type="body" sz="quarter" idx="69" hasCustomPrompt="1"/>
          </p:nvPr>
        </p:nvSpPr>
        <p:spPr>
          <a:xfrm>
            <a:off x="555509" y="45288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71" name="Textplatzhalter 32">
            <a:extLst>
              <a:ext uri="{FF2B5EF4-FFF2-40B4-BE49-F238E27FC236}">
                <a16:creationId xmlns:a16="http://schemas.microsoft.com/office/drawing/2014/main" id="{2A7538D1-CB34-4E76-ADC0-CBE0BF1D0829}"/>
              </a:ext>
            </a:extLst>
          </p:cNvPr>
          <p:cNvSpPr>
            <a:spLocks noGrp="1"/>
          </p:cNvSpPr>
          <p:nvPr>
            <p:ph type="body" sz="quarter" idx="70" hasCustomPrompt="1"/>
          </p:nvPr>
        </p:nvSpPr>
        <p:spPr>
          <a:xfrm>
            <a:off x="555509" y="51444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83" name="Textplatzhalter 32">
            <a:extLst>
              <a:ext uri="{FF2B5EF4-FFF2-40B4-BE49-F238E27FC236}">
                <a16:creationId xmlns:a16="http://schemas.microsoft.com/office/drawing/2014/main" id="{23EDE4BB-056F-48DA-9ED7-F4BB9881B577}"/>
              </a:ext>
            </a:extLst>
          </p:cNvPr>
          <p:cNvSpPr>
            <a:spLocks noGrp="1"/>
          </p:cNvSpPr>
          <p:nvPr>
            <p:ph type="body" sz="quarter" idx="71" hasCustomPrompt="1"/>
          </p:nvPr>
        </p:nvSpPr>
        <p:spPr>
          <a:xfrm>
            <a:off x="555509" y="5760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84" name="Textplatzhalter 34">
            <a:extLst>
              <a:ext uri="{FF2B5EF4-FFF2-40B4-BE49-F238E27FC236}">
                <a16:creationId xmlns:a16="http://schemas.microsoft.com/office/drawing/2014/main" id="{218CFB87-C4D6-4412-9CC1-F0ACCCD43483}"/>
              </a:ext>
            </a:extLst>
          </p:cNvPr>
          <p:cNvSpPr>
            <a:spLocks noGrp="1"/>
          </p:cNvSpPr>
          <p:nvPr>
            <p:ph type="body" sz="quarter" idx="72" hasCustomPrompt="1"/>
          </p:nvPr>
        </p:nvSpPr>
        <p:spPr>
          <a:xfrm>
            <a:off x="1725785" y="27864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85" name="Textplatzhalter 51">
            <a:extLst>
              <a:ext uri="{FF2B5EF4-FFF2-40B4-BE49-F238E27FC236}">
                <a16:creationId xmlns:a16="http://schemas.microsoft.com/office/drawing/2014/main" id="{11D606FC-E925-4633-9212-D580DA4DDA1F}"/>
              </a:ext>
            </a:extLst>
          </p:cNvPr>
          <p:cNvSpPr>
            <a:spLocks noGrp="1"/>
          </p:cNvSpPr>
          <p:nvPr>
            <p:ph type="body" sz="quarter" idx="73" hasCustomPrompt="1"/>
          </p:nvPr>
        </p:nvSpPr>
        <p:spPr>
          <a:xfrm>
            <a:off x="627801" y="27666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86" name="Inhaltsplatzhalter 9">
            <a:extLst>
              <a:ext uri="{FF2B5EF4-FFF2-40B4-BE49-F238E27FC236}">
                <a16:creationId xmlns:a16="http://schemas.microsoft.com/office/drawing/2014/main" id="{2F1BD2CF-2D37-4E1B-A917-7246A44EA679}"/>
              </a:ext>
            </a:extLst>
          </p:cNvPr>
          <p:cNvSpPr>
            <a:spLocks noGrp="1"/>
          </p:cNvSpPr>
          <p:nvPr>
            <p:ph sz="quarter" idx="74" hasCustomPrompt="1"/>
          </p:nvPr>
        </p:nvSpPr>
        <p:spPr>
          <a:xfrm>
            <a:off x="1550993" y="2772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87" name="Inhaltsplatzhalter 9">
            <a:extLst>
              <a:ext uri="{FF2B5EF4-FFF2-40B4-BE49-F238E27FC236}">
                <a16:creationId xmlns:a16="http://schemas.microsoft.com/office/drawing/2014/main" id="{8A6B9C23-A1C5-4587-987B-28EF09DA7CE5}"/>
              </a:ext>
            </a:extLst>
          </p:cNvPr>
          <p:cNvSpPr>
            <a:spLocks noGrp="1"/>
          </p:cNvSpPr>
          <p:nvPr>
            <p:ph sz="quarter" idx="75" hasCustomPrompt="1"/>
          </p:nvPr>
        </p:nvSpPr>
        <p:spPr>
          <a:xfrm>
            <a:off x="5758662" y="2772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88" name="Textplatzhalter 34">
            <a:extLst>
              <a:ext uri="{FF2B5EF4-FFF2-40B4-BE49-F238E27FC236}">
                <a16:creationId xmlns:a16="http://schemas.microsoft.com/office/drawing/2014/main" id="{2EA21878-2CEA-4860-8B09-6592A648268B}"/>
              </a:ext>
            </a:extLst>
          </p:cNvPr>
          <p:cNvSpPr>
            <a:spLocks noGrp="1"/>
          </p:cNvSpPr>
          <p:nvPr>
            <p:ph type="body" sz="quarter" idx="76" hasCustomPrompt="1"/>
          </p:nvPr>
        </p:nvSpPr>
        <p:spPr>
          <a:xfrm>
            <a:off x="5935893" y="27864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89" name="Inhaltsplatzhalter 9">
            <a:extLst>
              <a:ext uri="{FF2B5EF4-FFF2-40B4-BE49-F238E27FC236}">
                <a16:creationId xmlns:a16="http://schemas.microsoft.com/office/drawing/2014/main" id="{41B03C3C-26E5-4AC1-A453-A96C67324A98}"/>
              </a:ext>
            </a:extLst>
          </p:cNvPr>
          <p:cNvSpPr>
            <a:spLocks noGrp="1"/>
          </p:cNvSpPr>
          <p:nvPr>
            <p:ph sz="quarter" idx="77" hasCustomPrompt="1"/>
          </p:nvPr>
        </p:nvSpPr>
        <p:spPr>
          <a:xfrm>
            <a:off x="8682970" y="2772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90" name="Textplatzhalter 34">
            <a:extLst>
              <a:ext uri="{FF2B5EF4-FFF2-40B4-BE49-F238E27FC236}">
                <a16:creationId xmlns:a16="http://schemas.microsoft.com/office/drawing/2014/main" id="{A3F55094-C7B5-45EE-8CC6-BA8048DD50CC}"/>
              </a:ext>
            </a:extLst>
          </p:cNvPr>
          <p:cNvSpPr>
            <a:spLocks noGrp="1"/>
          </p:cNvSpPr>
          <p:nvPr>
            <p:ph type="body" sz="quarter" idx="78" hasCustomPrompt="1"/>
          </p:nvPr>
        </p:nvSpPr>
        <p:spPr>
          <a:xfrm>
            <a:off x="8904508" y="27864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91" name="Textplatzhalter 34">
            <a:extLst>
              <a:ext uri="{FF2B5EF4-FFF2-40B4-BE49-F238E27FC236}">
                <a16:creationId xmlns:a16="http://schemas.microsoft.com/office/drawing/2014/main" id="{747D23DA-6B95-4FE5-97A9-0024CF41F142}"/>
              </a:ext>
            </a:extLst>
          </p:cNvPr>
          <p:cNvSpPr>
            <a:spLocks noGrp="1"/>
          </p:cNvSpPr>
          <p:nvPr>
            <p:ph type="body" sz="quarter" idx="79" hasCustomPrompt="1"/>
          </p:nvPr>
        </p:nvSpPr>
        <p:spPr>
          <a:xfrm>
            <a:off x="1725785" y="34020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92" name="Textplatzhalter 51">
            <a:extLst>
              <a:ext uri="{FF2B5EF4-FFF2-40B4-BE49-F238E27FC236}">
                <a16:creationId xmlns:a16="http://schemas.microsoft.com/office/drawing/2014/main" id="{26182251-C70E-487E-A3EE-7B77717696F6}"/>
              </a:ext>
            </a:extLst>
          </p:cNvPr>
          <p:cNvSpPr>
            <a:spLocks noGrp="1"/>
          </p:cNvSpPr>
          <p:nvPr>
            <p:ph type="body" sz="quarter" idx="80" hasCustomPrompt="1"/>
          </p:nvPr>
        </p:nvSpPr>
        <p:spPr>
          <a:xfrm>
            <a:off x="627801" y="33822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93" name="Inhaltsplatzhalter 9">
            <a:extLst>
              <a:ext uri="{FF2B5EF4-FFF2-40B4-BE49-F238E27FC236}">
                <a16:creationId xmlns:a16="http://schemas.microsoft.com/office/drawing/2014/main" id="{A44EFC04-7E0B-4C61-AAD1-E6A8B0C02ED9}"/>
              </a:ext>
            </a:extLst>
          </p:cNvPr>
          <p:cNvSpPr>
            <a:spLocks noGrp="1"/>
          </p:cNvSpPr>
          <p:nvPr>
            <p:ph sz="quarter" idx="81" hasCustomPrompt="1"/>
          </p:nvPr>
        </p:nvSpPr>
        <p:spPr>
          <a:xfrm>
            <a:off x="1550993" y="33876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94" name="Inhaltsplatzhalter 9">
            <a:extLst>
              <a:ext uri="{FF2B5EF4-FFF2-40B4-BE49-F238E27FC236}">
                <a16:creationId xmlns:a16="http://schemas.microsoft.com/office/drawing/2014/main" id="{6B2BC7F3-D9B0-4413-881B-297A030C2E37}"/>
              </a:ext>
            </a:extLst>
          </p:cNvPr>
          <p:cNvSpPr>
            <a:spLocks noGrp="1"/>
          </p:cNvSpPr>
          <p:nvPr>
            <p:ph sz="quarter" idx="82" hasCustomPrompt="1"/>
          </p:nvPr>
        </p:nvSpPr>
        <p:spPr>
          <a:xfrm>
            <a:off x="5758662" y="33876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95" name="Textplatzhalter 34">
            <a:extLst>
              <a:ext uri="{FF2B5EF4-FFF2-40B4-BE49-F238E27FC236}">
                <a16:creationId xmlns:a16="http://schemas.microsoft.com/office/drawing/2014/main" id="{75C77310-22B1-4803-A446-877791B5F506}"/>
              </a:ext>
            </a:extLst>
          </p:cNvPr>
          <p:cNvSpPr>
            <a:spLocks noGrp="1"/>
          </p:cNvSpPr>
          <p:nvPr>
            <p:ph type="body" sz="quarter" idx="83" hasCustomPrompt="1"/>
          </p:nvPr>
        </p:nvSpPr>
        <p:spPr>
          <a:xfrm>
            <a:off x="5935893" y="34020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96" name="Inhaltsplatzhalter 9">
            <a:extLst>
              <a:ext uri="{FF2B5EF4-FFF2-40B4-BE49-F238E27FC236}">
                <a16:creationId xmlns:a16="http://schemas.microsoft.com/office/drawing/2014/main" id="{0E76A311-CDB1-4A34-A184-52802DFEB4CF}"/>
              </a:ext>
            </a:extLst>
          </p:cNvPr>
          <p:cNvSpPr>
            <a:spLocks noGrp="1"/>
          </p:cNvSpPr>
          <p:nvPr>
            <p:ph sz="quarter" idx="84" hasCustomPrompt="1"/>
          </p:nvPr>
        </p:nvSpPr>
        <p:spPr>
          <a:xfrm>
            <a:off x="8682970" y="33876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97" name="Textplatzhalter 34">
            <a:extLst>
              <a:ext uri="{FF2B5EF4-FFF2-40B4-BE49-F238E27FC236}">
                <a16:creationId xmlns:a16="http://schemas.microsoft.com/office/drawing/2014/main" id="{AA4ADE18-E6AE-40A5-9A46-7C9AE604936B}"/>
              </a:ext>
            </a:extLst>
          </p:cNvPr>
          <p:cNvSpPr>
            <a:spLocks noGrp="1"/>
          </p:cNvSpPr>
          <p:nvPr>
            <p:ph type="body" sz="quarter" idx="85" hasCustomPrompt="1"/>
          </p:nvPr>
        </p:nvSpPr>
        <p:spPr>
          <a:xfrm>
            <a:off x="8904508" y="34020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98" name="Textplatzhalter 34">
            <a:extLst>
              <a:ext uri="{FF2B5EF4-FFF2-40B4-BE49-F238E27FC236}">
                <a16:creationId xmlns:a16="http://schemas.microsoft.com/office/drawing/2014/main" id="{393B03C4-338A-4DAD-912F-3DEBEA3C9B62}"/>
              </a:ext>
            </a:extLst>
          </p:cNvPr>
          <p:cNvSpPr>
            <a:spLocks noGrp="1"/>
          </p:cNvSpPr>
          <p:nvPr>
            <p:ph type="body" sz="quarter" idx="86" hasCustomPrompt="1"/>
          </p:nvPr>
        </p:nvSpPr>
        <p:spPr>
          <a:xfrm>
            <a:off x="1725785" y="40176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99" name="Textplatzhalter 51">
            <a:extLst>
              <a:ext uri="{FF2B5EF4-FFF2-40B4-BE49-F238E27FC236}">
                <a16:creationId xmlns:a16="http://schemas.microsoft.com/office/drawing/2014/main" id="{EB0B5C89-328D-4B85-82AB-9BF7A0D14BD8}"/>
              </a:ext>
            </a:extLst>
          </p:cNvPr>
          <p:cNvSpPr>
            <a:spLocks noGrp="1"/>
          </p:cNvSpPr>
          <p:nvPr>
            <p:ph type="body" sz="quarter" idx="87" hasCustomPrompt="1"/>
          </p:nvPr>
        </p:nvSpPr>
        <p:spPr>
          <a:xfrm>
            <a:off x="627801" y="39978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100" name="Inhaltsplatzhalter 9">
            <a:extLst>
              <a:ext uri="{FF2B5EF4-FFF2-40B4-BE49-F238E27FC236}">
                <a16:creationId xmlns:a16="http://schemas.microsoft.com/office/drawing/2014/main" id="{B5B36F74-E228-4115-814F-E92B66DDDB59}"/>
              </a:ext>
            </a:extLst>
          </p:cNvPr>
          <p:cNvSpPr>
            <a:spLocks noGrp="1"/>
          </p:cNvSpPr>
          <p:nvPr>
            <p:ph sz="quarter" idx="88" hasCustomPrompt="1"/>
          </p:nvPr>
        </p:nvSpPr>
        <p:spPr>
          <a:xfrm>
            <a:off x="1550993" y="40032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1" name="Inhaltsplatzhalter 9">
            <a:extLst>
              <a:ext uri="{FF2B5EF4-FFF2-40B4-BE49-F238E27FC236}">
                <a16:creationId xmlns:a16="http://schemas.microsoft.com/office/drawing/2014/main" id="{5F8885E2-87F6-4A52-A89C-7806DA8B5400}"/>
              </a:ext>
            </a:extLst>
          </p:cNvPr>
          <p:cNvSpPr>
            <a:spLocks noGrp="1"/>
          </p:cNvSpPr>
          <p:nvPr>
            <p:ph sz="quarter" idx="89" hasCustomPrompt="1"/>
          </p:nvPr>
        </p:nvSpPr>
        <p:spPr>
          <a:xfrm>
            <a:off x="5758662" y="40032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2" name="Textplatzhalter 34">
            <a:extLst>
              <a:ext uri="{FF2B5EF4-FFF2-40B4-BE49-F238E27FC236}">
                <a16:creationId xmlns:a16="http://schemas.microsoft.com/office/drawing/2014/main" id="{20937498-592B-4E68-9E53-88D9C1B5AF93}"/>
              </a:ext>
            </a:extLst>
          </p:cNvPr>
          <p:cNvSpPr>
            <a:spLocks noGrp="1"/>
          </p:cNvSpPr>
          <p:nvPr>
            <p:ph type="body" sz="quarter" idx="90" hasCustomPrompt="1"/>
          </p:nvPr>
        </p:nvSpPr>
        <p:spPr>
          <a:xfrm>
            <a:off x="5935893" y="40176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103" name="Inhaltsplatzhalter 9">
            <a:extLst>
              <a:ext uri="{FF2B5EF4-FFF2-40B4-BE49-F238E27FC236}">
                <a16:creationId xmlns:a16="http://schemas.microsoft.com/office/drawing/2014/main" id="{4DFD59D8-DC66-4BF5-A3F3-23BB2055E9D2}"/>
              </a:ext>
            </a:extLst>
          </p:cNvPr>
          <p:cNvSpPr>
            <a:spLocks noGrp="1"/>
          </p:cNvSpPr>
          <p:nvPr>
            <p:ph sz="quarter" idx="91" hasCustomPrompt="1"/>
          </p:nvPr>
        </p:nvSpPr>
        <p:spPr>
          <a:xfrm>
            <a:off x="8682970" y="40032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4" name="Textplatzhalter 34">
            <a:extLst>
              <a:ext uri="{FF2B5EF4-FFF2-40B4-BE49-F238E27FC236}">
                <a16:creationId xmlns:a16="http://schemas.microsoft.com/office/drawing/2014/main" id="{8473ADE6-F742-471C-B4DD-635C060B55C7}"/>
              </a:ext>
            </a:extLst>
          </p:cNvPr>
          <p:cNvSpPr>
            <a:spLocks noGrp="1"/>
          </p:cNvSpPr>
          <p:nvPr>
            <p:ph type="body" sz="quarter" idx="92" hasCustomPrompt="1"/>
          </p:nvPr>
        </p:nvSpPr>
        <p:spPr>
          <a:xfrm>
            <a:off x="8904508" y="40176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105" name="Textplatzhalter 34">
            <a:extLst>
              <a:ext uri="{FF2B5EF4-FFF2-40B4-BE49-F238E27FC236}">
                <a16:creationId xmlns:a16="http://schemas.microsoft.com/office/drawing/2014/main" id="{0A3DD65E-FCB5-4E1B-BCD8-219419551805}"/>
              </a:ext>
            </a:extLst>
          </p:cNvPr>
          <p:cNvSpPr>
            <a:spLocks noGrp="1"/>
          </p:cNvSpPr>
          <p:nvPr>
            <p:ph type="body" sz="quarter" idx="93" hasCustomPrompt="1"/>
          </p:nvPr>
        </p:nvSpPr>
        <p:spPr>
          <a:xfrm>
            <a:off x="1725785" y="46332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106" name="Textplatzhalter 51">
            <a:extLst>
              <a:ext uri="{FF2B5EF4-FFF2-40B4-BE49-F238E27FC236}">
                <a16:creationId xmlns:a16="http://schemas.microsoft.com/office/drawing/2014/main" id="{96CFB615-1E30-4863-91D4-96A1402468AB}"/>
              </a:ext>
            </a:extLst>
          </p:cNvPr>
          <p:cNvSpPr>
            <a:spLocks noGrp="1"/>
          </p:cNvSpPr>
          <p:nvPr>
            <p:ph type="body" sz="quarter" idx="94" hasCustomPrompt="1"/>
          </p:nvPr>
        </p:nvSpPr>
        <p:spPr>
          <a:xfrm>
            <a:off x="627801" y="46134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107" name="Inhaltsplatzhalter 9">
            <a:extLst>
              <a:ext uri="{FF2B5EF4-FFF2-40B4-BE49-F238E27FC236}">
                <a16:creationId xmlns:a16="http://schemas.microsoft.com/office/drawing/2014/main" id="{578020C3-2AAD-432D-89F3-11B3A7902B8F}"/>
              </a:ext>
            </a:extLst>
          </p:cNvPr>
          <p:cNvSpPr>
            <a:spLocks noGrp="1"/>
          </p:cNvSpPr>
          <p:nvPr>
            <p:ph sz="quarter" idx="95" hasCustomPrompt="1"/>
          </p:nvPr>
        </p:nvSpPr>
        <p:spPr>
          <a:xfrm>
            <a:off x="1550993" y="46188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8" name="Inhaltsplatzhalter 9">
            <a:extLst>
              <a:ext uri="{FF2B5EF4-FFF2-40B4-BE49-F238E27FC236}">
                <a16:creationId xmlns:a16="http://schemas.microsoft.com/office/drawing/2014/main" id="{707AABF3-9623-4ABC-B87D-9FACC1E091E2}"/>
              </a:ext>
            </a:extLst>
          </p:cNvPr>
          <p:cNvSpPr>
            <a:spLocks noGrp="1"/>
          </p:cNvSpPr>
          <p:nvPr>
            <p:ph sz="quarter" idx="96" hasCustomPrompt="1"/>
          </p:nvPr>
        </p:nvSpPr>
        <p:spPr>
          <a:xfrm>
            <a:off x="5758662" y="46188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9" name="Textplatzhalter 34">
            <a:extLst>
              <a:ext uri="{FF2B5EF4-FFF2-40B4-BE49-F238E27FC236}">
                <a16:creationId xmlns:a16="http://schemas.microsoft.com/office/drawing/2014/main" id="{14F30F9F-3754-4AF7-95BF-2FAE7A9923C2}"/>
              </a:ext>
            </a:extLst>
          </p:cNvPr>
          <p:cNvSpPr>
            <a:spLocks noGrp="1"/>
          </p:cNvSpPr>
          <p:nvPr>
            <p:ph type="body" sz="quarter" idx="97" hasCustomPrompt="1"/>
          </p:nvPr>
        </p:nvSpPr>
        <p:spPr>
          <a:xfrm>
            <a:off x="5935893" y="46332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110" name="Inhaltsplatzhalter 9">
            <a:extLst>
              <a:ext uri="{FF2B5EF4-FFF2-40B4-BE49-F238E27FC236}">
                <a16:creationId xmlns:a16="http://schemas.microsoft.com/office/drawing/2014/main" id="{8B341007-1860-4BA9-BF84-4AD2512EBEFA}"/>
              </a:ext>
            </a:extLst>
          </p:cNvPr>
          <p:cNvSpPr>
            <a:spLocks noGrp="1"/>
          </p:cNvSpPr>
          <p:nvPr>
            <p:ph sz="quarter" idx="98" hasCustomPrompt="1"/>
          </p:nvPr>
        </p:nvSpPr>
        <p:spPr>
          <a:xfrm>
            <a:off x="8682970" y="46188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1" name="Textplatzhalter 34">
            <a:extLst>
              <a:ext uri="{FF2B5EF4-FFF2-40B4-BE49-F238E27FC236}">
                <a16:creationId xmlns:a16="http://schemas.microsoft.com/office/drawing/2014/main" id="{D447C4A6-7D26-4540-9E9D-6700F36BC66C}"/>
              </a:ext>
            </a:extLst>
          </p:cNvPr>
          <p:cNvSpPr>
            <a:spLocks noGrp="1"/>
          </p:cNvSpPr>
          <p:nvPr>
            <p:ph type="body" sz="quarter" idx="99" hasCustomPrompt="1"/>
          </p:nvPr>
        </p:nvSpPr>
        <p:spPr>
          <a:xfrm>
            <a:off x="8904508" y="46332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112" name="Textplatzhalter 34">
            <a:extLst>
              <a:ext uri="{FF2B5EF4-FFF2-40B4-BE49-F238E27FC236}">
                <a16:creationId xmlns:a16="http://schemas.microsoft.com/office/drawing/2014/main" id="{510DDB89-F752-4905-867B-3364FEF79C9C}"/>
              </a:ext>
            </a:extLst>
          </p:cNvPr>
          <p:cNvSpPr>
            <a:spLocks noGrp="1"/>
          </p:cNvSpPr>
          <p:nvPr>
            <p:ph type="body" sz="quarter" idx="100" hasCustomPrompt="1"/>
          </p:nvPr>
        </p:nvSpPr>
        <p:spPr>
          <a:xfrm>
            <a:off x="1725785" y="52488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113" name="Textplatzhalter 51">
            <a:extLst>
              <a:ext uri="{FF2B5EF4-FFF2-40B4-BE49-F238E27FC236}">
                <a16:creationId xmlns:a16="http://schemas.microsoft.com/office/drawing/2014/main" id="{33D7A0AE-7003-46BF-8DA2-649AEE49F655}"/>
              </a:ext>
            </a:extLst>
          </p:cNvPr>
          <p:cNvSpPr>
            <a:spLocks noGrp="1"/>
          </p:cNvSpPr>
          <p:nvPr>
            <p:ph type="body" sz="quarter" idx="101" hasCustomPrompt="1"/>
          </p:nvPr>
        </p:nvSpPr>
        <p:spPr>
          <a:xfrm>
            <a:off x="627801" y="52290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114" name="Inhaltsplatzhalter 9">
            <a:extLst>
              <a:ext uri="{FF2B5EF4-FFF2-40B4-BE49-F238E27FC236}">
                <a16:creationId xmlns:a16="http://schemas.microsoft.com/office/drawing/2014/main" id="{D97AC346-D6D8-4AFB-900F-36C382D9DF9A}"/>
              </a:ext>
            </a:extLst>
          </p:cNvPr>
          <p:cNvSpPr>
            <a:spLocks noGrp="1"/>
          </p:cNvSpPr>
          <p:nvPr>
            <p:ph sz="quarter" idx="102" hasCustomPrompt="1"/>
          </p:nvPr>
        </p:nvSpPr>
        <p:spPr>
          <a:xfrm>
            <a:off x="1550993" y="5234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5" name="Inhaltsplatzhalter 9">
            <a:extLst>
              <a:ext uri="{FF2B5EF4-FFF2-40B4-BE49-F238E27FC236}">
                <a16:creationId xmlns:a16="http://schemas.microsoft.com/office/drawing/2014/main" id="{30C4EEDE-0D9A-4C9D-84C7-EA59D72259AC}"/>
              </a:ext>
            </a:extLst>
          </p:cNvPr>
          <p:cNvSpPr>
            <a:spLocks noGrp="1"/>
          </p:cNvSpPr>
          <p:nvPr>
            <p:ph sz="quarter" idx="103" hasCustomPrompt="1"/>
          </p:nvPr>
        </p:nvSpPr>
        <p:spPr>
          <a:xfrm>
            <a:off x="5758662" y="5234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6" name="Textplatzhalter 34">
            <a:extLst>
              <a:ext uri="{FF2B5EF4-FFF2-40B4-BE49-F238E27FC236}">
                <a16:creationId xmlns:a16="http://schemas.microsoft.com/office/drawing/2014/main" id="{655423AB-6705-45AD-9BB3-0A2641B1B000}"/>
              </a:ext>
            </a:extLst>
          </p:cNvPr>
          <p:cNvSpPr>
            <a:spLocks noGrp="1"/>
          </p:cNvSpPr>
          <p:nvPr>
            <p:ph type="body" sz="quarter" idx="104" hasCustomPrompt="1"/>
          </p:nvPr>
        </p:nvSpPr>
        <p:spPr>
          <a:xfrm>
            <a:off x="5935893" y="52488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117" name="Inhaltsplatzhalter 9">
            <a:extLst>
              <a:ext uri="{FF2B5EF4-FFF2-40B4-BE49-F238E27FC236}">
                <a16:creationId xmlns:a16="http://schemas.microsoft.com/office/drawing/2014/main" id="{8ABC8845-28E0-45E2-B9F6-E82F25F5BB05}"/>
              </a:ext>
            </a:extLst>
          </p:cNvPr>
          <p:cNvSpPr>
            <a:spLocks noGrp="1"/>
          </p:cNvSpPr>
          <p:nvPr>
            <p:ph sz="quarter" idx="105" hasCustomPrompt="1"/>
          </p:nvPr>
        </p:nvSpPr>
        <p:spPr>
          <a:xfrm>
            <a:off x="8682970" y="5234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8" name="Textplatzhalter 34">
            <a:extLst>
              <a:ext uri="{FF2B5EF4-FFF2-40B4-BE49-F238E27FC236}">
                <a16:creationId xmlns:a16="http://schemas.microsoft.com/office/drawing/2014/main" id="{36D3DD99-9940-4DA7-8508-CC6E8C32F262}"/>
              </a:ext>
            </a:extLst>
          </p:cNvPr>
          <p:cNvSpPr>
            <a:spLocks noGrp="1"/>
          </p:cNvSpPr>
          <p:nvPr>
            <p:ph type="body" sz="quarter" idx="106" hasCustomPrompt="1"/>
          </p:nvPr>
        </p:nvSpPr>
        <p:spPr>
          <a:xfrm>
            <a:off x="8904508" y="52488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119" name="Textplatzhalter 34">
            <a:extLst>
              <a:ext uri="{FF2B5EF4-FFF2-40B4-BE49-F238E27FC236}">
                <a16:creationId xmlns:a16="http://schemas.microsoft.com/office/drawing/2014/main" id="{D076B3B1-5EF5-4271-B17F-9E7D52AE5E56}"/>
              </a:ext>
            </a:extLst>
          </p:cNvPr>
          <p:cNvSpPr>
            <a:spLocks noGrp="1"/>
          </p:cNvSpPr>
          <p:nvPr>
            <p:ph type="body" sz="quarter" idx="107" hasCustomPrompt="1"/>
          </p:nvPr>
        </p:nvSpPr>
        <p:spPr>
          <a:xfrm>
            <a:off x="1725785" y="58644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120" name="Textplatzhalter 51">
            <a:extLst>
              <a:ext uri="{FF2B5EF4-FFF2-40B4-BE49-F238E27FC236}">
                <a16:creationId xmlns:a16="http://schemas.microsoft.com/office/drawing/2014/main" id="{7ECB719E-0B86-4AA6-9EDF-C60419182D9E}"/>
              </a:ext>
            </a:extLst>
          </p:cNvPr>
          <p:cNvSpPr>
            <a:spLocks noGrp="1"/>
          </p:cNvSpPr>
          <p:nvPr>
            <p:ph type="body" sz="quarter" idx="108" hasCustomPrompt="1"/>
          </p:nvPr>
        </p:nvSpPr>
        <p:spPr>
          <a:xfrm>
            <a:off x="627801" y="58446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121" name="Inhaltsplatzhalter 9">
            <a:extLst>
              <a:ext uri="{FF2B5EF4-FFF2-40B4-BE49-F238E27FC236}">
                <a16:creationId xmlns:a16="http://schemas.microsoft.com/office/drawing/2014/main" id="{0F005E89-9A6D-4F29-97C0-099D1D18D41D}"/>
              </a:ext>
            </a:extLst>
          </p:cNvPr>
          <p:cNvSpPr>
            <a:spLocks noGrp="1"/>
          </p:cNvSpPr>
          <p:nvPr>
            <p:ph sz="quarter" idx="109" hasCustomPrompt="1"/>
          </p:nvPr>
        </p:nvSpPr>
        <p:spPr>
          <a:xfrm>
            <a:off x="1550993" y="5850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2" name="Inhaltsplatzhalter 9">
            <a:extLst>
              <a:ext uri="{FF2B5EF4-FFF2-40B4-BE49-F238E27FC236}">
                <a16:creationId xmlns:a16="http://schemas.microsoft.com/office/drawing/2014/main" id="{D18C5A24-39D4-4223-826E-1449C874926A}"/>
              </a:ext>
            </a:extLst>
          </p:cNvPr>
          <p:cNvSpPr>
            <a:spLocks noGrp="1"/>
          </p:cNvSpPr>
          <p:nvPr>
            <p:ph sz="quarter" idx="110" hasCustomPrompt="1"/>
          </p:nvPr>
        </p:nvSpPr>
        <p:spPr>
          <a:xfrm>
            <a:off x="5758662" y="5850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3" name="Textplatzhalter 34">
            <a:extLst>
              <a:ext uri="{FF2B5EF4-FFF2-40B4-BE49-F238E27FC236}">
                <a16:creationId xmlns:a16="http://schemas.microsoft.com/office/drawing/2014/main" id="{BCEE31BF-48D2-4214-9D85-9E0FAF14A558}"/>
              </a:ext>
            </a:extLst>
          </p:cNvPr>
          <p:cNvSpPr>
            <a:spLocks noGrp="1"/>
          </p:cNvSpPr>
          <p:nvPr>
            <p:ph type="body" sz="quarter" idx="111" hasCustomPrompt="1"/>
          </p:nvPr>
        </p:nvSpPr>
        <p:spPr>
          <a:xfrm>
            <a:off x="5935893" y="58644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124" name="Inhaltsplatzhalter 9">
            <a:extLst>
              <a:ext uri="{FF2B5EF4-FFF2-40B4-BE49-F238E27FC236}">
                <a16:creationId xmlns:a16="http://schemas.microsoft.com/office/drawing/2014/main" id="{0B52864E-1CC5-4D80-8FEE-A99ABD126139}"/>
              </a:ext>
            </a:extLst>
          </p:cNvPr>
          <p:cNvSpPr>
            <a:spLocks noGrp="1"/>
          </p:cNvSpPr>
          <p:nvPr>
            <p:ph sz="quarter" idx="112" hasCustomPrompt="1"/>
          </p:nvPr>
        </p:nvSpPr>
        <p:spPr>
          <a:xfrm>
            <a:off x="8682970" y="5850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5" name="Textplatzhalter 34">
            <a:extLst>
              <a:ext uri="{FF2B5EF4-FFF2-40B4-BE49-F238E27FC236}">
                <a16:creationId xmlns:a16="http://schemas.microsoft.com/office/drawing/2014/main" id="{0691A1D7-EF77-4AD3-93E0-E59A81BB4470}"/>
              </a:ext>
            </a:extLst>
          </p:cNvPr>
          <p:cNvSpPr>
            <a:spLocks noGrp="1"/>
          </p:cNvSpPr>
          <p:nvPr>
            <p:ph type="body" sz="quarter" idx="113" hasCustomPrompt="1"/>
          </p:nvPr>
        </p:nvSpPr>
        <p:spPr>
          <a:xfrm>
            <a:off x="8904508" y="58644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6" name="Fußzeilenplatzhalter 12">
            <a:extLst>
              <a:ext uri="{FF2B5EF4-FFF2-40B4-BE49-F238E27FC236}">
                <a16:creationId xmlns:a16="http://schemas.microsoft.com/office/drawing/2014/main" id="{3BBCA097-F19A-B130-CD61-0118AC254D96}"/>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18730550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D3C83F6-AD8B-4C81-880A-7C6FF8D63F47}"/>
              </a:ext>
            </a:extLst>
          </p:cNvPr>
          <p:cNvSpPr/>
          <p:nvPr userDrawn="1"/>
        </p:nvSpPr>
        <p:spPr>
          <a:xfrm>
            <a:off x="0" y="0"/>
            <a:ext cx="12192000" cy="6129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9F0F8827-7DAE-427E-829A-1C7812127345}"/>
              </a:ext>
            </a:extLst>
          </p:cNvPr>
          <p:cNvSpPr>
            <a:spLocks noGrp="1"/>
          </p:cNvSpPr>
          <p:nvPr>
            <p:ph type="title" hasCustomPrompt="1"/>
          </p:nvPr>
        </p:nvSpPr>
        <p:spPr>
          <a:xfrm>
            <a:off x="3470030" y="3498044"/>
            <a:ext cx="8171105" cy="789560"/>
          </a:xfrm>
        </p:spPr>
        <p:txBody>
          <a:bodyPr/>
          <a:lstStyle>
            <a:lvl1pPr>
              <a:defRPr sz="2800">
                <a:solidFill>
                  <a:schemeClr val="accent3">
                    <a:lumMod val="75000"/>
                  </a:schemeClr>
                </a:solidFill>
              </a:defRPr>
            </a:lvl1pPr>
          </a:lstStyle>
          <a:p>
            <a:r>
              <a:rPr lang="de-DE" err="1"/>
              <a:t>Kapiteltrenner</a:t>
            </a:r>
            <a:r>
              <a:rPr lang="de-DE"/>
              <a:t> </a:t>
            </a:r>
            <a:r>
              <a:rPr lang="de-DE" err="1"/>
              <a:t>Lorem</a:t>
            </a:r>
            <a:br>
              <a:rPr lang="de-DE"/>
            </a:br>
            <a:r>
              <a:rPr lang="de-DE"/>
              <a:t>Zweite Zeile Ipsum</a:t>
            </a:r>
            <a:endParaRPr lang="en-US"/>
          </a:p>
        </p:txBody>
      </p:sp>
      <p:cxnSp>
        <p:nvCxnSpPr>
          <p:cNvPr id="8" name="Gerader Verbinder 7">
            <a:extLst>
              <a:ext uri="{FF2B5EF4-FFF2-40B4-BE49-F238E27FC236}">
                <a16:creationId xmlns:a16="http://schemas.microsoft.com/office/drawing/2014/main" id="{8CA1F0A7-CC4C-48B8-BA2B-81A4E8632408}"/>
              </a:ext>
            </a:extLst>
          </p:cNvPr>
          <p:cNvCxnSpPr>
            <a:cxnSpLocks/>
          </p:cNvCxnSpPr>
          <p:nvPr userDrawn="1"/>
        </p:nvCxnSpPr>
        <p:spPr>
          <a:xfrm>
            <a:off x="556847" y="4454307"/>
            <a:ext cx="1108429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Textplatzhalter 11">
            <a:extLst>
              <a:ext uri="{FF2B5EF4-FFF2-40B4-BE49-F238E27FC236}">
                <a16:creationId xmlns:a16="http://schemas.microsoft.com/office/drawing/2014/main" id="{663C56A2-0AC3-476F-BFEE-274669F5B055}"/>
              </a:ext>
            </a:extLst>
          </p:cNvPr>
          <p:cNvSpPr>
            <a:spLocks noGrp="1"/>
          </p:cNvSpPr>
          <p:nvPr>
            <p:ph type="body" sz="quarter" idx="13" hasCustomPrompt="1"/>
          </p:nvPr>
        </p:nvSpPr>
        <p:spPr>
          <a:xfrm>
            <a:off x="3469206" y="4617223"/>
            <a:ext cx="8171932" cy="760412"/>
          </a:xfrm>
        </p:spPr>
        <p:txBody>
          <a:bodyPr/>
          <a:lstStyle>
            <a:lvl1pPr marL="0" indent="0">
              <a:buNone/>
              <a:defRPr>
                <a:solidFill>
                  <a:schemeClr val="accent3">
                    <a:lumMod val="7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Untertitel</a:t>
            </a:r>
            <a:br>
              <a:rPr lang="de-DE"/>
            </a:br>
            <a:r>
              <a:rPr lang="de-DE"/>
              <a:t>Zweite Zeile</a:t>
            </a:r>
          </a:p>
        </p:txBody>
      </p:sp>
      <p:sp>
        <p:nvSpPr>
          <p:cNvPr id="144" name="Textplatzhalter 143">
            <a:extLst>
              <a:ext uri="{FF2B5EF4-FFF2-40B4-BE49-F238E27FC236}">
                <a16:creationId xmlns:a16="http://schemas.microsoft.com/office/drawing/2014/main" id="{B4B87E25-1972-4BA3-9017-8F622393453C}"/>
              </a:ext>
            </a:extLst>
          </p:cNvPr>
          <p:cNvSpPr>
            <a:spLocks noGrp="1"/>
          </p:cNvSpPr>
          <p:nvPr userDrawn="1">
            <p:ph type="body" sz="quarter" idx="14" hasCustomPrompt="1"/>
          </p:nvPr>
        </p:nvSpPr>
        <p:spPr>
          <a:xfrm>
            <a:off x="-1465385" y="1240611"/>
            <a:ext cx="4759569" cy="3213100"/>
          </a:xfrm>
        </p:spPr>
        <p:txBody>
          <a:bodyPr anchor="ctr"/>
          <a:lstStyle>
            <a:lvl1pPr marL="0" indent="0" algn="r">
              <a:buNone/>
              <a:defRPr sz="28700">
                <a:solidFill>
                  <a:schemeClr val="tx2"/>
                </a:solidFill>
              </a:defRPr>
            </a:lvl1pPr>
          </a:lstStyle>
          <a:p>
            <a:pPr lvl="0"/>
            <a:r>
              <a:rPr lang="de-DE"/>
              <a:t>0</a:t>
            </a:r>
            <a:endParaRPr lang="en-US"/>
          </a:p>
        </p:txBody>
      </p:sp>
      <p:sp>
        <p:nvSpPr>
          <p:cNvPr id="166" name="Rechteck 165">
            <a:extLst>
              <a:ext uri="{FF2B5EF4-FFF2-40B4-BE49-F238E27FC236}">
                <a16:creationId xmlns:a16="http://schemas.microsoft.com/office/drawing/2014/main" id="{A7AFDF6E-5108-4973-9D2D-67ADFDD4A12D}"/>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3" name="Grafik 2">
            <a:extLst>
              <a:ext uri="{FF2B5EF4-FFF2-40B4-BE49-F238E27FC236}">
                <a16:creationId xmlns:a16="http://schemas.microsoft.com/office/drawing/2014/main" id="{41530FFB-9712-3129-EDE0-10855B1055B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40567" y="6371787"/>
            <a:ext cx="1183091" cy="324000"/>
          </a:xfrm>
          <a:prstGeom prst="rect">
            <a:avLst/>
          </a:prstGeom>
        </p:spPr>
      </p:pic>
      <p:pic>
        <p:nvPicPr>
          <p:cNvPr id="4" name="Grafik 3">
            <a:extLst>
              <a:ext uri="{FF2B5EF4-FFF2-40B4-BE49-F238E27FC236}">
                <a16:creationId xmlns:a16="http://schemas.microsoft.com/office/drawing/2014/main" id="{3CFA7CE5-8AF2-D0F6-21DA-02E83E11D5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7973" y="6371787"/>
            <a:ext cx="505605" cy="324000"/>
          </a:xfrm>
          <a:prstGeom prst="rect">
            <a:avLst/>
          </a:prstGeom>
        </p:spPr>
      </p:pic>
    </p:spTree>
    <p:extLst>
      <p:ext uri="{BB962C8B-B14F-4D97-AF65-F5344CB8AC3E}">
        <p14:creationId xmlns:p14="http://schemas.microsoft.com/office/powerpoint/2010/main" val="5942989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apiteltrenner_Alternativ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D3C83F6-AD8B-4C81-880A-7C6FF8D63F47}"/>
              </a:ext>
            </a:extLst>
          </p:cNvPr>
          <p:cNvSpPr/>
          <p:nvPr userDrawn="1"/>
        </p:nvSpPr>
        <p:spPr>
          <a:xfrm>
            <a:off x="0" y="-1"/>
            <a:ext cx="12192000" cy="62007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 </a:t>
            </a:r>
          </a:p>
        </p:txBody>
      </p:sp>
      <p:sp>
        <p:nvSpPr>
          <p:cNvPr id="2" name="Titel 1">
            <a:extLst>
              <a:ext uri="{FF2B5EF4-FFF2-40B4-BE49-F238E27FC236}">
                <a16:creationId xmlns:a16="http://schemas.microsoft.com/office/drawing/2014/main" id="{9F0F8827-7DAE-427E-829A-1C7812127345}"/>
              </a:ext>
            </a:extLst>
          </p:cNvPr>
          <p:cNvSpPr>
            <a:spLocks noGrp="1"/>
          </p:cNvSpPr>
          <p:nvPr>
            <p:ph type="title" hasCustomPrompt="1"/>
          </p:nvPr>
        </p:nvSpPr>
        <p:spPr>
          <a:xfrm>
            <a:off x="3470030" y="3498044"/>
            <a:ext cx="8171107" cy="789560"/>
          </a:xfrm>
        </p:spPr>
        <p:txBody>
          <a:bodyPr/>
          <a:lstStyle>
            <a:lvl1pPr>
              <a:defRPr sz="2800">
                <a:solidFill>
                  <a:schemeClr val="bg1"/>
                </a:solidFill>
              </a:defRPr>
            </a:lvl1pPr>
          </a:lstStyle>
          <a:p>
            <a:r>
              <a:rPr lang="de-DE" err="1"/>
              <a:t>Kapiteltrenner</a:t>
            </a:r>
            <a:r>
              <a:rPr lang="de-DE"/>
              <a:t> Lorem</a:t>
            </a:r>
            <a:br>
              <a:rPr lang="de-DE"/>
            </a:br>
            <a:r>
              <a:rPr lang="de-DE"/>
              <a:t>Zweite Zeile Ipsum</a:t>
            </a:r>
            <a:endParaRPr lang="en-US"/>
          </a:p>
        </p:txBody>
      </p:sp>
      <p:cxnSp>
        <p:nvCxnSpPr>
          <p:cNvPr id="8" name="Gerader Verbinder 7">
            <a:extLst>
              <a:ext uri="{FF2B5EF4-FFF2-40B4-BE49-F238E27FC236}">
                <a16:creationId xmlns:a16="http://schemas.microsoft.com/office/drawing/2014/main" id="{8CA1F0A7-CC4C-48B8-BA2B-81A4E8632408}"/>
              </a:ext>
            </a:extLst>
          </p:cNvPr>
          <p:cNvCxnSpPr>
            <a:cxnSpLocks/>
          </p:cNvCxnSpPr>
          <p:nvPr userDrawn="1"/>
        </p:nvCxnSpPr>
        <p:spPr>
          <a:xfrm>
            <a:off x="556847" y="4454307"/>
            <a:ext cx="1108429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platzhalter 11">
            <a:extLst>
              <a:ext uri="{FF2B5EF4-FFF2-40B4-BE49-F238E27FC236}">
                <a16:creationId xmlns:a16="http://schemas.microsoft.com/office/drawing/2014/main" id="{663C56A2-0AC3-476F-BFEE-274669F5B055}"/>
              </a:ext>
            </a:extLst>
          </p:cNvPr>
          <p:cNvSpPr>
            <a:spLocks noGrp="1"/>
          </p:cNvSpPr>
          <p:nvPr>
            <p:ph type="body" sz="quarter" idx="13" hasCustomPrompt="1"/>
          </p:nvPr>
        </p:nvSpPr>
        <p:spPr>
          <a:xfrm>
            <a:off x="3469206" y="4617223"/>
            <a:ext cx="8171934" cy="760412"/>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Untertitel</a:t>
            </a:r>
            <a:br>
              <a:rPr lang="de-DE"/>
            </a:br>
            <a:r>
              <a:rPr lang="de-DE"/>
              <a:t>Zweite Zeile</a:t>
            </a:r>
          </a:p>
        </p:txBody>
      </p:sp>
      <p:sp>
        <p:nvSpPr>
          <p:cNvPr id="144" name="Textplatzhalter 143">
            <a:extLst>
              <a:ext uri="{FF2B5EF4-FFF2-40B4-BE49-F238E27FC236}">
                <a16:creationId xmlns:a16="http://schemas.microsoft.com/office/drawing/2014/main" id="{B4B87E25-1972-4BA3-9017-8F622393453C}"/>
              </a:ext>
            </a:extLst>
          </p:cNvPr>
          <p:cNvSpPr>
            <a:spLocks noGrp="1"/>
          </p:cNvSpPr>
          <p:nvPr>
            <p:ph type="body" sz="quarter" idx="14" hasCustomPrompt="1"/>
          </p:nvPr>
        </p:nvSpPr>
        <p:spPr>
          <a:xfrm>
            <a:off x="-1465385" y="1240611"/>
            <a:ext cx="4759569" cy="3213100"/>
          </a:xfrm>
        </p:spPr>
        <p:txBody>
          <a:bodyPr anchor="ctr"/>
          <a:lstStyle>
            <a:lvl1pPr marL="0" indent="0" algn="r">
              <a:buNone/>
              <a:defRPr sz="28700">
                <a:solidFill>
                  <a:schemeClr val="bg1"/>
                </a:solidFill>
              </a:defRPr>
            </a:lvl1pPr>
          </a:lstStyle>
          <a:p>
            <a:pPr lvl="0"/>
            <a:r>
              <a:rPr lang="de-DE"/>
              <a:t>0</a:t>
            </a:r>
            <a:endParaRPr lang="en-US"/>
          </a:p>
        </p:txBody>
      </p:sp>
      <p:pic>
        <p:nvPicPr>
          <p:cNvPr id="3" name="Grafik 2">
            <a:extLst>
              <a:ext uri="{FF2B5EF4-FFF2-40B4-BE49-F238E27FC236}">
                <a16:creationId xmlns:a16="http://schemas.microsoft.com/office/drawing/2014/main" id="{A8B6F43C-76E7-CE2E-D523-36E4D594F21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40567" y="6371787"/>
            <a:ext cx="1183091" cy="324000"/>
          </a:xfrm>
          <a:prstGeom prst="rect">
            <a:avLst/>
          </a:prstGeom>
        </p:spPr>
      </p:pic>
      <p:pic>
        <p:nvPicPr>
          <p:cNvPr id="4" name="Grafik 3">
            <a:extLst>
              <a:ext uri="{FF2B5EF4-FFF2-40B4-BE49-F238E27FC236}">
                <a16:creationId xmlns:a16="http://schemas.microsoft.com/office/drawing/2014/main" id="{D80611D6-BCEC-CF5A-BD6C-1D5B5833D8A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7973" y="6371787"/>
            <a:ext cx="505605" cy="324000"/>
          </a:xfrm>
          <a:prstGeom prst="rect">
            <a:avLst/>
          </a:prstGeom>
        </p:spPr>
      </p:pic>
    </p:spTree>
    <p:extLst>
      <p:ext uri="{BB962C8B-B14F-4D97-AF65-F5344CB8AC3E}">
        <p14:creationId xmlns:p14="http://schemas.microsoft.com/office/powerpoint/2010/main" val="31894224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1E4DD5-3C38-4827-AB4F-42425E336D5A}"/>
              </a:ext>
            </a:extLst>
          </p:cNvPr>
          <p:cNvSpPr>
            <a:spLocks noGrp="1"/>
          </p:cNvSpPr>
          <p:nvPr>
            <p:ph type="title"/>
          </p:nvPr>
        </p:nvSpPr>
        <p:spPr/>
        <p:txBody>
          <a:bodyPr anchor="b"/>
          <a:lstStyle>
            <a:lvl1pPr>
              <a:defRPr/>
            </a:lvl1pPr>
          </a:lstStyle>
          <a:p>
            <a:r>
              <a:rPr lang="en-GB"/>
              <a:t>Click to edit Master title style</a:t>
            </a:r>
            <a:endParaRPr lang="en-US"/>
          </a:p>
        </p:txBody>
      </p:sp>
      <p:sp>
        <p:nvSpPr>
          <p:cNvPr id="3" name="Datumsplatzhalter 2">
            <a:extLst>
              <a:ext uri="{FF2B5EF4-FFF2-40B4-BE49-F238E27FC236}">
                <a16:creationId xmlns:a16="http://schemas.microsoft.com/office/drawing/2014/main" id="{105C2E51-7D0B-4A4D-8DC1-79065BA725FE}"/>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5" name="Foliennummernplatzhalter 4">
            <a:extLst>
              <a:ext uri="{FF2B5EF4-FFF2-40B4-BE49-F238E27FC236}">
                <a16:creationId xmlns:a16="http://schemas.microsoft.com/office/drawing/2014/main" id="{EF1DBF68-B110-47AE-81D0-1A1BB377BEAF}"/>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9" name="Inhaltsplatzhalter 8">
            <a:extLst>
              <a:ext uri="{FF2B5EF4-FFF2-40B4-BE49-F238E27FC236}">
                <a16:creationId xmlns:a16="http://schemas.microsoft.com/office/drawing/2014/main" id="{A51D4E8B-9169-4CED-9B68-4105C736C8F6}"/>
              </a:ext>
            </a:extLst>
          </p:cNvPr>
          <p:cNvSpPr>
            <a:spLocks noGrp="1"/>
          </p:cNvSpPr>
          <p:nvPr>
            <p:ph sz="quarter" idx="13"/>
          </p:nvPr>
        </p:nvSpPr>
        <p:spPr>
          <a:xfrm>
            <a:off x="550801" y="1449387"/>
            <a:ext cx="11088000" cy="450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hteck 5">
            <a:extLst>
              <a:ext uri="{FF2B5EF4-FFF2-40B4-BE49-F238E27FC236}">
                <a16:creationId xmlns:a16="http://schemas.microsoft.com/office/drawing/2014/main" id="{AF3122D6-4BDB-48DE-A4AE-F43CC58711CC}"/>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Inhaltsplatzhalter 7">
            <a:extLst>
              <a:ext uri="{FF2B5EF4-FFF2-40B4-BE49-F238E27FC236}">
                <a16:creationId xmlns:a16="http://schemas.microsoft.com/office/drawing/2014/main" id="{1C8CCF71-B23E-4964-A3A7-870297673874}"/>
              </a:ext>
            </a:extLst>
          </p:cNvPr>
          <p:cNvSpPr>
            <a:spLocks noGrp="1"/>
          </p:cNvSpPr>
          <p:nvPr>
            <p:ph sz="quarter" idx="17" hasCustomPrompt="1"/>
          </p:nvPr>
        </p:nvSpPr>
        <p:spPr>
          <a:xfrm>
            <a:off x="552000" y="6309000"/>
            <a:ext cx="11088000" cy="144006"/>
          </a:xfrm>
        </p:spPr>
        <p:txBody>
          <a:bodyPr anchor="b"/>
          <a:lstStyle>
            <a:lvl1pPr marL="0" indent="0" algn="r">
              <a:buNone/>
              <a:defRPr sz="1050" i="1">
                <a:solidFill>
                  <a:schemeClr val="accent2"/>
                </a:solidFill>
              </a:defRPr>
            </a:lvl1pPr>
            <a:lvl2pPr>
              <a:defRPr sz="1050">
                <a:solidFill>
                  <a:schemeClr val="accent2"/>
                </a:solidFill>
              </a:defRPr>
            </a:lvl2pPr>
            <a:lvl3pPr>
              <a:defRPr sz="1000">
                <a:solidFill>
                  <a:schemeClr val="accent2"/>
                </a:solidFill>
              </a:defRPr>
            </a:lvl3pPr>
          </a:lstStyle>
          <a:p>
            <a:pPr lvl="0"/>
            <a:r>
              <a:rPr lang="de-DE"/>
              <a:t>Quelle(n): Lorem ipsum dolor sit amet</a:t>
            </a:r>
          </a:p>
        </p:txBody>
      </p:sp>
      <p:sp>
        <p:nvSpPr>
          <p:cNvPr id="4" name="Fußzeilenplatzhalter 12">
            <a:extLst>
              <a:ext uri="{FF2B5EF4-FFF2-40B4-BE49-F238E27FC236}">
                <a16:creationId xmlns:a16="http://schemas.microsoft.com/office/drawing/2014/main" id="{68E78C2A-3A3C-60DA-6CCE-420249FC6B33}"/>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579748057"/>
      </p:ext>
    </p:extLst>
  </p:cSld>
  <p:clrMapOvr>
    <a:masterClrMapping/>
  </p:clrMapOvr>
  <p:extLst>
    <p:ext uri="{DCECCB84-F9BA-43D5-87BE-67443E8EF086}">
      <p15:sldGuideLst xmlns:p15="http://schemas.microsoft.com/office/powerpoint/2012/main">
        <p15:guide id="1" orient="horz" pos="3748" userDrawn="1">
          <p15:clr>
            <a:srgbClr val="FBAE40"/>
          </p15:clr>
        </p15:guide>
        <p15:guide id="2" orient="horz" pos="216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halt_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FAA6B5-141F-44B5-A6D7-591287D25944}"/>
              </a:ext>
            </a:extLst>
          </p:cNvPr>
          <p:cNvSpPr>
            <a:spLocks noGrp="1"/>
          </p:cNvSpPr>
          <p:nvPr>
            <p:ph type="title" hasCustomPrompt="1"/>
          </p:nvPr>
        </p:nvSpPr>
        <p:spPr/>
        <p:txBody>
          <a:bodyPr/>
          <a:lstStyle>
            <a:lvl1pPr>
              <a:defRPr/>
            </a:lvl1pPr>
          </a:lstStyle>
          <a:p>
            <a:r>
              <a:rPr lang="de-DE" err="1"/>
              <a:t>Inhalt_Inhalt</a:t>
            </a:r>
            <a:endParaRPr lang="en-US"/>
          </a:p>
        </p:txBody>
      </p:sp>
      <p:sp>
        <p:nvSpPr>
          <p:cNvPr id="3" name="Datumsplatzhalter 2">
            <a:extLst>
              <a:ext uri="{FF2B5EF4-FFF2-40B4-BE49-F238E27FC236}">
                <a16:creationId xmlns:a16="http://schemas.microsoft.com/office/drawing/2014/main" id="{EC9A54B5-3EC0-4E62-8E65-8B53A9175ED7}"/>
              </a:ext>
            </a:extLst>
          </p:cNvPr>
          <p:cNvSpPr>
            <a:spLocks noGrp="1"/>
          </p:cNvSpPr>
          <p:nvPr>
            <p:ph type="dt" sz="half" idx="10"/>
          </p:nvPr>
        </p:nvSpPr>
        <p:spPr/>
        <p:txBody>
          <a:bodyPr/>
          <a:lstStyle/>
          <a:p>
            <a:fld id="{5768526F-F1F1-4D83-B0A6-778A700D5757}" type="datetime1">
              <a:rPr lang="de-DE" smtClean="0"/>
              <a:t>19.10.26</a:t>
            </a:fld>
            <a:endParaRPr lang="en-US" dirty="0"/>
          </a:p>
        </p:txBody>
      </p:sp>
      <p:sp>
        <p:nvSpPr>
          <p:cNvPr id="5" name="Foliennummernplatzhalter 4">
            <a:extLst>
              <a:ext uri="{FF2B5EF4-FFF2-40B4-BE49-F238E27FC236}">
                <a16:creationId xmlns:a16="http://schemas.microsoft.com/office/drawing/2014/main" id="{986950EE-5D2D-4DBE-B2BC-428939E6EAC4}"/>
              </a:ext>
            </a:extLst>
          </p:cNvPr>
          <p:cNvSpPr>
            <a:spLocks noGrp="1"/>
          </p:cNvSpPr>
          <p:nvPr>
            <p:ph type="sldNum" sz="quarter" idx="12"/>
          </p:nvPr>
        </p:nvSpPr>
        <p:spPr>
          <a:xfrm>
            <a:off x="11334063" y="6584720"/>
            <a:ext cx="304800" cy="139606"/>
          </a:xfrm>
        </p:spPr>
        <p:txBody>
          <a:bodyPr/>
          <a:lstStyle/>
          <a:p>
            <a:fld id="{64647E8F-5052-4581-98D0-7C32D5A45346}" type="slidenum">
              <a:rPr lang="en-US" smtClean="0"/>
              <a:pPr/>
              <a:t>‹#›</a:t>
            </a:fld>
            <a:endParaRPr lang="en-US"/>
          </a:p>
        </p:txBody>
      </p:sp>
      <p:sp>
        <p:nvSpPr>
          <p:cNvPr id="8" name="Inhaltsplatzhalter 7">
            <a:extLst>
              <a:ext uri="{FF2B5EF4-FFF2-40B4-BE49-F238E27FC236}">
                <a16:creationId xmlns:a16="http://schemas.microsoft.com/office/drawing/2014/main" id="{9463866B-AFBB-4230-8C80-95837FE8A2EE}"/>
              </a:ext>
            </a:extLst>
          </p:cNvPr>
          <p:cNvSpPr>
            <a:spLocks noGrp="1"/>
          </p:cNvSpPr>
          <p:nvPr>
            <p:ph sz="quarter" idx="15"/>
          </p:nvPr>
        </p:nvSpPr>
        <p:spPr>
          <a:xfrm>
            <a:off x="550800" y="1449388"/>
            <a:ext cx="5315369" cy="450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Inhaltsplatzhalter 7">
            <a:extLst>
              <a:ext uri="{FF2B5EF4-FFF2-40B4-BE49-F238E27FC236}">
                <a16:creationId xmlns:a16="http://schemas.microsoft.com/office/drawing/2014/main" id="{CD8ACB48-ECD1-4E0E-9176-B1015FF608CD}"/>
              </a:ext>
            </a:extLst>
          </p:cNvPr>
          <p:cNvSpPr>
            <a:spLocks noGrp="1"/>
          </p:cNvSpPr>
          <p:nvPr>
            <p:ph sz="quarter" idx="16"/>
          </p:nvPr>
        </p:nvSpPr>
        <p:spPr>
          <a:xfrm>
            <a:off x="6322566" y="1449388"/>
            <a:ext cx="5316297" cy="450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Rechteck 10">
            <a:extLst>
              <a:ext uri="{FF2B5EF4-FFF2-40B4-BE49-F238E27FC236}">
                <a16:creationId xmlns:a16="http://schemas.microsoft.com/office/drawing/2014/main" id="{E66560C2-5920-4C2E-BC72-15DF7369FF9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Inhaltsplatzhalter 7">
            <a:extLst>
              <a:ext uri="{FF2B5EF4-FFF2-40B4-BE49-F238E27FC236}">
                <a16:creationId xmlns:a16="http://schemas.microsoft.com/office/drawing/2014/main" id="{F58655A5-70C7-4367-AAA1-B83A6CE9116A}"/>
              </a:ext>
            </a:extLst>
          </p:cNvPr>
          <p:cNvSpPr>
            <a:spLocks noGrp="1"/>
          </p:cNvSpPr>
          <p:nvPr>
            <p:ph sz="quarter" idx="17" hasCustomPrompt="1"/>
          </p:nvPr>
        </p:nvSpPr>
        <p:spPr>
          <a:xfrm>
            <a:off x="6323494" y="6309000"/>
            <a:ext cx="5315369" cy="144000"/>
          </a:xfrm>
        </p:spPr>
        <p:txBody>
          <a:bodyPr anchor="b"/>
          <a:lstStyle>
            <a:lvl1pPr marL="0" indent="0" algn="r">
              <a:buNone/>
              <a:defRPr sz="1050" i="1">
                <a:solidFill>
                  <a:schemeClr val="accent2"/>
                </a:solidFill>
              </a:defRPr>
            </a:lvl1pPr>
            <a:lvl2pPr>
              <a:defRPr sz="1050">
                <a:solidFill>
                  <a:schemeClr val="accent2"/>
                </a:solidFill>
              </a:defRPr>
            </a:lvl2pPr>
            <a:lvl3pPr>
              <a:defRPr sz="1000">
                <a:solidFill>
                  <a:schemeClr val="accent2"/>
                </a:solidFill>
              </a:defRPr>
            </a:lvl3pPr>
          </a:lstStyle>
          <a:p>
            <a:pPr lvl="0"/>
            <a:r>
              <a:rPr lang="de-DE"/>
              <a:t>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13" name="Inhaltsplatzhalter 7">
            <a:extLst>
              <a:ext uri="{FF2B5EF4-FFF2-40B4-BE49-F238E27FC236}">
                <a16:creationId xmlns:a16="http://schemas.microsoft.com/office/drawing/2014/main" id="{7D76AA35-8DAB-4C1E-90FE-82769E26E26E}"/>
              </a:ext>
            </a:extLst>
          </p:cNvPr>
          <p:cNvSpPr>
            <a:spLocks noGrp="1"/>
          </p:cNvSpPr>
          <p:nvPr>
            <p:ph sz="quarter" idx="18" hasCustomPrompt="1"/>
          </p:nvPr>
        </p:nvSpPr>
        <p:spPr>
          <a:xfrm>
            <a:off x="550800" y="6309000"/>
            <a:ext cx="5315369" cy="144007"/>
          </a:xfrm>
        </p:spPr>
        <p:txBody>
          <a:bodyPr anchor="b"/>
          <a:lstStyle>
            <a:lvl1pPr marL="0" indent="0" algn="r">
              <a:buNone/>
              <a:defRPr sz="1050" i="1">
                <a:solidFill>
                  <a:schemeClr val="accent2"/>
                </a:solidFill>
              </a:defRPr>
            </a:lvl1pPr>
            <a:lvl2pPr>
              <a:defRPr sz="1050">
                <a:solidFill>
                  <a:schemeClr val="accent2"/>
                </a:solidFill>
              </a:defRPr>
            </a:lvl2pPr>
            <a:lvl3pPr>
              <a:defRPr sz="1000">
                <a:solidFill>
                  <a:schemeClr val="accent2"/>
                </a:solidFill>
              </a:defRPr>
            </a:lvl3pPr>
          </a:lstStyle>
          <a:p>
            <a:pPr lvl="0"/>
            <a:r>
              <a:rPr lang="de-DE" dirty="0"/>
              <a:t>Quelle(n):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endParaRPr lang="de-DE" dirty="0"/>
          </a:p>
        </p:txBody>
      </p:sp>
      <p:sp>
        <p:nvSpPr>
          <p:cNvPr id="4" name="Fußzeilenplatzhalter 12">
            <a:extLst>
              <a:ext uri="{FF2B5EF4-FFF2-40B4-BE49-F238E27FC236}">
                <a16:creationId xmlns:a16="http://schemas.microsoft.com/office/drawing/2014/main" id="{C4D6EFF9-35BB-9909-7B26-ED50234E95C4}"/>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3238592911"/>
      </p:ext>
    </p:extLst>
  </p:cSld>
  <p:clrMapOvr>
    <a:masterClrMapping/>
  </p:clrMapOvr>
  <p:extLst>
    <p:ext uri="{DCECCB84-F9BA-43D5-87BE-67443E8EF086}">
      <p15:sldGuideLst xmlns:p15="http://schemas.microsoft.com/office/powerpoint/2012/main">
        <p15:guide id="1" orient="horz" pos="374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halt_Bild_2/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FAA6B5-141F-44B5-A6D7-591287D25944}"/>
              </a:ext>
            </a:extLst>
          </p:cNvPr>
          <p:cNvSpPr>
            <a:spLocks noGrp="1"/>
          </p:cNvSpPr>
          <p:nvPr>
            <p:ph type="title" hasCustomPrompt="1"/>
          </p:nvPr>
        </p:nvSpPr>
        <p:spPr/>
        <p:txBody>
          <a:bodyPr/>
          <a:lstStyle>
            <a:lvl1pPr>
              <a:defRPr/>
            </a:lvl1pPr>
          </a:lstStyle>
          <a:p>
            <a:r>
              <a:rPr lang="de-DE"/>
              <a:t>Inhalt_Bild_2/3</a:t>
            </a:r>
            <a:endParaRPr lang="en-US"/>
          </a:p>
        </p:txBody>
      </p:sp>
      <p:sp>
        <p:nvSpPr>
          <p:cNvPr id="3" name="Datumsplatzhalter 2">
            <a:extLst>
              <a:ext uri="{FF2B5EF4-FFF2-40B4-BE49-F238E27FC236}">
                <a16:creationId xmlns:a16="http://schemas.microsoft.com/office/drawing/2014/main" id="{EC9A54B5-3EC0-4E62-8E65-8B53A9175ED7}"/>
              </a:ext>
            </a:extLst>
          </p:cNvPr>
          <p:cNvSpPr>
            <a:spLocks noGrp="1"/>
          </p:cNvSpPr>
          <p:nvPr>
            <p:ph type="dt" sz="half" idx="10"/>
          </p:nvPr>
        </p:nvSpPr>
        <p:spPr/>
        <p:txBody>
          <a:bodyPr/>
          <a:lstStyle/>
          <a:p>
            <a:fld id="{D1D02F2B-756F-408F-A315-09D073C70A1F}" type="datetime1">
              <a:rPr lang="de-DE" smtClean="0"/>
              <a:t>19.10.26</a:t>
            </a:fld>
            <a:endParaRPr lang="en-US"/>
          </a:p>
        </p:txBody>
      </p:sp>
      <p:sp>
        <p:nvSpPr>
          <p:cNvPr id="5" name="Foliennummernplatzhalter 4">
            <a:extLst>
              <a:ext uri="{FF2B5EF4-FFF2-40B4-BE49-F238E27FC236}">
                <a16:creationId xmlns:a16="http://schemas.microsoft.com/office/drawing/2014/main" id="{986950EE-5D2D-4DBE-B2BC-428939E6EAC4}"/>
              </a:ext>
            </a:extLst>
          </p:cNvPr>
          <p:cNvSpPr>
            <a:spLocks noGrp="1"/>
          </p:cNvSpPr>
          <p:nvPr>
            <p:ph type="sldNum" sz="quarter" idx="12"/>
          </p:nvPr>
        </p:nvSpPr>
        <p:spPr>
          <a:xfrm>
            <a:off x="11334063" y="6584720"/>
            <a:ext cx="304800" cy="139606"/>
          </a:xfrm>
        </p:spPr>
        <p:txBody>
          <a:bodyPr/>
          <a:lstStyle/>
          <a:p>
            <a:fld id="{64647E8F-5052-4581-98D0-7C32D5A45346}" type="slidenum">
              <a:rPr lang="en-US" smtClean="0"/>
              <a:pPr/>
              <a:t>‹#›</a:t>
            </a:fld>
            <a:endParaRPr lang="en-US"/>
          </a:p>
        </p:txBody>
      </p:sp>
      <p:sp>
        <p:nvSpPr>
          <p:cNvPr id="8" name="Inhaltsplatzhalter 7">
            <a:extLst>
              <a:ext uri="{FF2B5EF4-FFF2-40B4-BE49-F238E27FC236}">
                <a16:creationId xmlns:a16="http://schemas.microsoft.com/office/drawing/2014/main" id="{9463866B-AFBB-4230-8C80-95837FE8A2EE}"/>
              </a:ext>
            </a:extLst>
          </p:cNvPr>
          <p:cNvSpPr>
            <a:spLocks noGrp="1"/>
          </p:cNvSpPr>
          <p:nvPr>
            <p:ph sz="quarter" idx="15"/>
          </p:nvPr>
        </p:nvSpPr>
        <p:spPr>
          <a:xfrm>
            <a:off x="550800" y="1449386"/>
            <a:ext cx="7178400" cy="450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Rechteck 10">
            <a:extLst>
              <a:ext uri="{FF2B5EF4-FFF2-40B4-BE49-F238E27FC236}">
                <a16:creationId xmlns:a16="http://schemas.microsoft.com/office/drawing/2014/main" id="{E66560C2-5920-4C2E-BC72-15DF7369FF9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Bildplatzhalter 11">
            <a:extLst>
              <a:ext uri="{FF2B5EF4-FFF2-40B4-BE49-F238E27FC236}">
                <a16:creationId xmlns:a16="http://schemas.microsoft.com/office/drawing/2014/main" id="{DCFAE809-57E6-4701-9CEE-97722EB9BA3B}"/>
              </a:ext>
            </a:extLst>
          </p:cNvPr>
          <p:cNvSpPr>
            <a:spLocks noGrp="1"/>
          </p:cNvSpPr>
          <p:nvPr>
            <p:ph type="pic" sz="quarter" idx="16" hasCustomPrompt="1"/>
          </p:nvPr>
        </p:nvSpPr>
        <p:spPr>
          <a:xfrm>
            <a:off x="8182509" y="1449386"/>
            <a:ext cx="3456354" cy="4500000"/>
          </a:xfrm>
          <a:solidFill>
            <a:srgbClr val="E7B2C2"/>
          </a:solidFill>
        </p:spPr>
        <p:txBody>
          <a:bodyPr/>
          <a:lstStyle>
            <a:lvl1pPr marL="0" indent="0">
              <a:buNone/>
              <a:defRPr/>
            </a:lvl1pPr>
          </a:lstStyle>
          <a:p>
            <a:r>
              <a:rPr lang="de-DE"/>
              <a:t> </a:t>
            </a:r>
            <a:endParaRPr lang="en-US"/>
          </a:p>
        </p:txBody>
      </p:sp>
      <p:sp>
        <p:nvSpPr>
          <p:cNvPr id="9" name="Inhaltsplatzhalter 7">
            <a:extLst>
              <a:ext uri="{FF2B5EF4-FFF2-40B4-BE49-F238E27FC236}">
                <a16:creationId xmlns:a16="http://schemas.microsoft.com/office/drawing/2014/main" id="{F9A99E4D-0B5F-4760-9338-D404BD1D1832}"/>
              </a:ext>
            </a:extLst>
          </p:cNvPr>
          <p:cNvSpPr>
            <a:spLocks noGrp="1"/>
          </p:cNvSpPr>
          <p:nvPr>
            <p:ph sz="quarter" idx="17" hasCustomPrompt="1"/>
          </p:nvPr>
        </p:nvSpPr>
        <p:spPr>
          <a:xfrm>
            <a:off x="8182509" y="6309000"/>
            <a:ext cx="3456354" cy="144006"/>
          </a:xfrm>
        </p:spPr>
        <p:txBody>
          <a:bodyPr anchor="b"/>
          <a:lstStyle>
            <a:lvl1pPr marL="0" indent="0" algn="r">
              <a:buNone/>
              <a:defRPr sz="1050" i="1">
                <a:solidFill>
                  <a:schemeClr val="accent2"/>
                </a:solidFill>
              </a:defRPr>
            </a:lvl1pPr>
            <a:lvl2pPr>
              <a:defRPr sz="1050">
                <a:solidFill>
                  <a:schemeClr val="accent2"/>
                </a:solidFill>
              </a:defRPr>
            </a:lvl2pPr>
            <a:lvl3pPr>
              <a:defRPr sz="1000">
                <a:solidFill>
                  <a:schemeClr val="accent2"/>
                </a:solidFill>
              </a:defRPr>
            </a:lvl3pPr>
          </a:lstStyle>
          <a:p>
            <a:pPr lvl="0"/>
            <a:r>
              <a:rPr lang="de-DE"/>
              <a:t>Bildquelle(n):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14" name="Inhaltsplatzhalter 7">
            <a:extLst>
              <a:ext uri="{FF2B5EF4-FFF2-40B4-BE49-F238E27FC236}">
                <a16:creationId xmlns:a16="http://schemas.microsoft.com/office/drawing/2014/main" id="{A651BD4C-A6A4-4605-B101-327106CF2B89}"/>
              </a:ext>
            </a:extLst>
          </p:cNvPr>
          <p:cNvSpPr>
            <a:spLocks noGrp="1"/>
          </p:cNvSpPr>
          <p:nvPr>
            <p:ph sz="quarter" idx="18" hasCustomPrompt="1"/>
          </p:nvPr>
        </p:nvSpPr>
        <p:spPr>
          <a:xfrm>
            <a:off x="550800" y="6309000"/>
            <a:ext cx="7178400" cy="144000"/>
          </a:xfrm>
        </p:spPr>
        <p:txBody>
          <a:bodyPr anchor="b"/>
          <a:lstStyle>
            <a:lvl1pPr marL="0" indent="0" algn="r">
              <a:buNone/>
              <a:defRPr sz="1050" i="1">
                <a:solidFill>
                  <a:schemeClr val="accent2"/>
                </a:solidFill>
              </a:defRPr>
            </a:lvl1pPr>
            <a:lvl2pPr>
              <a:defRPr sz="1050">
                <a:solidFill>
                  <a:schemeClr val="accent2"/>
                </a:solidFill>
              </a:defRPr>
            </a:lvl2pPr>
            <a:lvl3pPr>
              <a:defRPr sz="1000">
                <a:solidFill>
                  <a:schemeClr val="accent2"/>
                </a:solidFill>
              </a:defRPr>
            </a:lvl3pPr>
          </a:lstStyle>
          <a:p>
            <a:pPr lvl="0"/>
            <a:r>
              <a:rPr lang="de-DE"/>
              <a:t>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4" name="Fußzeilenplatzhalter 12">
            <a:extLst>
              <a:ext uri="{FF2B5EF4-FFF2-40B4-BE49-F238E27FC236}">
                <a16:creationId xmlns:a16="http://schemas.microsoft.com/office/drawing/2014/main" id="{5AB69BA4-FE2D-D25E-F570-1C880E68E589}"/>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3793917069"/>
      </p:ext>
    </p:extLst>
  </p:cSld>
  <p:clrMapOvr>
    <a:masterClrMapping/>
  </p:clrMapOvr>
  <p:extLst>
    <p:ext uri="{DCECCB84-F9BA-43D5-87BE-67443E8EF086}">
      <p15:sldGuideLst xmlns:p15="http://schemas.microsoft.com/office/powerpoint/2012/main">
        <p15:guide id="1" orient="horz" pos="374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Zentrale Aussage_Alternativ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1E4DD5-3C38-4827-AB4F-42425E336D5A}"/>
              </a:ext>
            </a:extLst>
          </p:cNvPr>
          <p:cNvSpPr>
            <a:spLocks noGrp="1"/>
          </p:cNvSpPr>
          <p:nvPr>
            <p:ph type="title"/>
          </p:nvPr>
        </p:nvSpPr>
        <p:spPr/>
        <p:txBody>
          <a:bodyPr/>
          <a:lstStyle/>
          <a:p>
            <a:r>
              <a:rPr lang="en-GB"/>
              <a:t>Click to edit Master title style</a:t>
            </a:r>
            <a:endParaRPr lang="en-US"/>
          </a:p>
        </p:txBody>
      </p:sp>
      <p:sp>
        <p:nvSpPr>
          <p:cNvPr id="3" name="Datumsplatzhalter 2">
            <a:extLst>
              <a:ext uri="{FF2B5EF4-FFF2-40B4-BE49-F238E27FC236}">
                <a16:creationId xmlns:a16="http://schemas.microsoft.com/office/drawing/2014/main" id="{105C2E51-7D0B-4A4D-8DC1-79065BA725FE}"/>
              </a:ext>
            </a:extLst>
          </p:cNvPr>
          <p:cNvSpPr>
            <a:spLocks noGrp="1"/>
          </p:cNvSpPr>
          <p:nvPr>
            <p:ph type="dt" sz="half" idx="10"/>
          </p:nvPr>
        </p:nvSpPr>
        <p:spPr/>
        <p:txBody>
          <a:bodyPr/>
          <a:lstStyle/>
          <a:p>
            <a:fld id="{A8B289F8-603B-40F4-8319-79F2CC7EA2B1}" type="datetime1">
              <a:rPr lang="de-DE" smtClean="0"/>
              <a:t>19.10.26</a:t>
            </a:fld>
            <a:endParaRPr lang="en-US"/>
          </a:p>
        </p:txBody>
      </p:sp>
      <p:sp>
        <p:nvSpPr>
          <p:cNvPr id="5" name="Foliennummernplatzhalter 4">
            <a:extLst>
              <a:ext uri="{FF2B5EF4-FFF2-40B4-BE49-F238E27FC236}">
                <a16:creationId xmlns:a16="http://schemas.microsoft.com/office/drawing/2014/main" id="{EF1DBF68-B110-47AE-81D0-1A1BB377BEAF}"/>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9" name="Inhaltsplatzhalter 8">
            <a:extLst>
              <a:ext uri="{FF2B5EF4-FFF2-40B4-BE49-F238E27FC236}">
                <a16:creationId xmlns:a16="http://schemas.microsoft.com/office/drawing/2014/main" id="{A51D4E8B-9169-4CED-9B68-4105C736C8F6}"/>
              </a:ext>
            </a:extLst>
          </p:cNvPr>
          <p:cNvSpPr>
            <a:spLocks noGrp="1"/>
          </p:cNvSpPr>
          <p:nvPr>
            <p:ph sz="quarter" idx="13"/>
          </p:nvPr>
        </p:nvSpPr>
        <p:spPr>
          <a:xfrm>
            <a:off x="550800" y="1449389"/>
            <a:ext cx="11088000" cy="33513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hteck 5">
            <a:extLst>
              <a:ext uri="{FF2B5EF4-FFF2-40B4-BE49-F238E27FC236}">
                <a16:creationId xmlns:a16="http://schemas.microsoft.com/office/drawing/2014/main" id="{AF3122D6-4BDB-48DE-A4AE-F43CC58711CC}"/>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Textplatzhalter 14">
            <a:extLst>
              <a:ext uri="{FF2B5EF4-FFF2-40B4-BE49-F238E27FC236}">
                <a16:creationId xmlns:a16="http://schemas.microsoft.com/office/drawing/2014/main" id="{478AF313-00DB-484C-B8F3-CA93B007BA91}"/>
              </a:ext>
            </a:extLst>
          </p:cNvPr>
          <p:cNvSpPr>
            <a:spLocks noGrp="1"/>
          </p:cNvSpPr>
          <p:nvPr>
            <p:ph type="body" sz="quarter" idx="14"/>
          </p:nvPr>
        </p:nvSpPr>
        <p:spPr>
          <a:xfrm>
            <a:off x="550800" y="5265138"/>
            <a:ext cx="11088000" cy="936625"/>
          </a:xfrm>
          <a:solidFill>
            <a:schemeClr val="bg1"/>
          </a:solidFill>
          <a:effectLst>
            <a:outerShdw blurRad="63500" algn="ctr" rotWithShape="0">
              <a:prstClr val="black">
                <a:alpha val="40000"/>
              </a:prstClr>
            </a:outerShdw>
          </a:effectLst>
        </p:spPr>
        <p:txBody>
          <a:bodyPr lIns="432000" tIns="108000" rIns="180000" bIns="108000" anchor="ctr"/>
          <a:lstStyle>
            <a:lvl1pPr marL="0" indent="0">
              <a:buNone/>
              <a:defRPr/>
            </a:lvl1pPr>
          </a:lstStyle>
          <a:p>
            <a:pPr lvl="0"/>
            <a:r>
              <a:rPr lang="en-GB"/>
              <a:t>Click to edit Master text styles</a:t>
            </a:r>
          </a:p>
        </p:txBody>
      </p:sp>
      <p:sp>
        <p:nvSpPr>
          <p:cNvPr id="11" name="Textplatzhalter 14">
            <a:extLst>
              <a:ext uri="{FF2B5EF4-FFF2-40B4-BE49-F238E27FC236}">
                <a16:creationId xmlns:a16="http://schemas.microsoft.com/office/drawing/2014/main" id="{F8754C95-D129-476E-91CD-21BBFE8673FB}"/>
              </a:ext>
            </a:extLst>
          </p:cNvPr>
          <p:cNvSpPr>
            <a:spLocks noGrp="1"/>
          </p:cNvSpPr>
          <p:nvPr>
            <p:ph type="body" sz="quarter" idx="16" hasCustomPrompt="1"/>
          </p:nvPr>
        </p:nvSpPr>
        <p:spPr>
          <a:xfrm>
            <a:off x="550800" y="5265138"/>
            <a:ext cx="232507" cy="936625"/>
          </a:xfrm>
          <a:prstGeom prst="homePlate">
            <a:avLst>
              <a:gd name="adj" fmla="val 100000"/>
            </a:avLst>
          </a:prstGeom>
          <a:solidFill>
            <a:schemeClr val="tx2"/>
          </a:solidFill>
          <a:effectLst/>
        </p:spPr>
        <p:txBody>
          <a:bodyPr lIns="972000" tIns="108000" rIns="180000" bIns="108000" anchor="ctr"/>
          <a:lstStyle>
            <a:lvl1pPr marL="0" indent="0">
              <a:buNone/>
              <a:defRPr/>
            </a:lvl1pPr>
          </a:lstStyle>
          <a:p>
            <a:pPr lvl="0"/>
            <a:r>
              <a:rPr lang="de-DE"/>
              <a:t> </a:t>
            </a:r>
            <a:endParaRPr lang="en-US"/>
          </a:p>
        </p:txBody>
      </p:sp>
      <p:sp>
        <p:nvSpPr>
          <p:cNvPr id="13" name="Inhaltsplatzhalter 7">
            <a:extLst>
              <a:ext uri="{FF2B5EF4-FFF2-40B4-BE49-F238E27FC236}">
                <a16:creationId xmlns:a16="http://schemas.microsoft.com/office/drawing/2014/main" id="{F2DD5413-F8F9-4B27-8EAE-532F4873EAFF}"/>
              </a:ext>
            </a:extLst>
          </p:cNvPr>
          <p:cNvSpPr>
            <a:spLocks noGrp="1"/>
          </p:cNvSpPr>
          <p:nvPr>
            <p:ph sz="quarter" idx="19" hasCustomPrompt="1"/>
          </p:nvPr>
        </p:nvSpPr>
        <p:spPr>
          <a:xfrm>
            <a:off x="550801" y="4961418"/>
            <a:ext cx="11088000" cy="144000"/>
          </a:xfrm>
        </p:spPr>
        <p:txBody>
          <a:bodyPr anchor="b"/>
          <a:lstStyle>
            <a:lvl1pPr marL="0" indent="0" algn="r">
              <a:buNone/>
              <a:defRPr sz="1050" i="1">
                <a:solidFill>
                  <a:schemeClr val="accent2"/>
                </a:solidFill>
              </a:defRPr>
            </a:lvl1pPr>
            <a:lvl2pPr>
              <a:defRPr sz="1050">
                <a:solidFill>
                  <a:schemeClr val="accent2"/>
                </a:solidFill>
              </a:defRPr>
            </a:lvl2pPr>
            <a:lvl3pPr>
              <a:defRPr sz="1000">
                <a:solidFill>
                  <a:schemeClr val="accent2"/>
                </a:solidFill>
              </a:defRPr>
            </a:lvl3pPr>
          </a:lstStyle>
          <a:p>
            <a:pPr lvl="0"/>
            <a:r>
              <a:rPr lang="de-DE"/>
              <a:t>Quelle(n): Lorem ipsum dolor sit amet</a:t>
            </a:r>
          </a:p>
        </p:txBody>
      </p:sp>
      <p:sp>
        <p:nvSpPr>
          <p:cNvPr id="4" name="Fußzeilenplatzhalter 12">
            <a:extLst>
              <a:ext uri="{FF2B5EF4-FFF2-40B4-BE49-F238E27FC236}">
                <a16:creationId xmlns:a16="http://schemas.microsoft.com/office/drawing/2014/main" id="{92A60C46-1EEE-D866-047A-2B113C132B43}"/>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11232623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Zentrale Aussage_Zweispaltig_Alternativ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1E4DD5-3C38-4827-AB4F-42425E336D5A}"/>
              </a:ext>
            </a:extLst>
          </p:cNvPr>
          <p:cNvSpPr>
            <a:spLocks noGrp="1"/>
          </p:cNvSpPr>
          <p:nvPr>
            <p:ph type="title"/>
          </p:nvPr>
        </p:nvSpPr>
        <p:spPr/>
        <p:txBody>
          <a:bodyPr/>
          <a:lstStyle/>
          <a:p>
            <a:r>
              <a:rPr lang="en-GB"/>
              <a:t>Click to edit Master title style</a:t>
            </a:r>
            <a:endParaRPr lang="en-US"/>
          </a:p>
        </p:txBody>
      </p:sp>
      <p:sp>
        <p:nvSpPr>
          <p:cNvPr id="3" name="Datumsplatzhalter 2">
            <a:extLst>
              <a:ext uri="{FF2B5EF4-FFF2-40B4-BE49-F238E27FC236}">
                <a16:creationId xmlns:a16="http://schemas.microsoft.com/office/drawing/2014/main" id="{105C2E51-7D0B-4A4D-8DC1-79065BA725FE}"/>
              </a:ext>
            </a:extLst>
          </p:cNvPr>
          <p:cNvSpPr>
            <a:spLocks noGrp="1"/>
          </p:cNvSpPr>
          <p:nvPr>
            <p:ph type="dt" sz="half" idx="10"/>
          </p:nvPr>
        </p:nvSpPr>
        <p:spPr/>
        <p:txBody>
          <a:bodyPr/>
          <a:lstStyle/>
          <a:p>
            <a:fld id="{6324FF9B-E59E-42AF-9D64-F4060E133552}" type="datetime1">
              <a:rPr lang="de-DE" smtClean="0"/>
              <a:t>19.10.26</a:t>
            </a:fld>
            <a:endParaRPr lang="en-US"/>
          </a:p>
        </p:txBody>
      </p:sp>
      <p:sp>
        <p:nvSpPr>
          <p:cNvPr id="5" name="Foliennummernplatzhalter 4">
            <a:extLst>
              <a:ext uri="{FF2B5EF4-FFF2-40B4-BE49-F238E27FC236}">
                <a16:creationId xmlns:a16="http://schemas.microsoft.com/office/drawing/2014/main" id="{EF1DBF68-B110-47AE-81D0-1A1BB377BEAF}"/>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9" name="Inhaltsplatzhalter 8">
            <a:extLst>
              <a:ext uri="{FF2B5EF4-FFF2-40B4-BE49-F238E27FC236}">
                <a16:creationId xmlns:a16="http://schemas.microsoft.com/office/drawing/2014/main" id="{A51D4E8B-9169-4CED-9B68-4105C736C8F6}"/>
              </a:ext>
            </a:extLst>
          </p:cNvPr>
          <p:cNvSpPr>
            <a:spLocks noGrp="1"/>
          </p:cNvSpPr>
          <p:nvPr>
            <p:ph sz="quarter" idx="13"/>
          </p:nvPr>
        </p:nvSpPr>
        <p:spPr>
          <a:xfrm>
            <a:off x="550800" y="1449389"/>
            <a:ext cx="5316412" cy="33513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hteck 5">
            <a:extLst>
              <a:ext uri="{FF2B5EF4-FFF2-40B4-BE49-F238E27FC236}">
                <a16:creationId xmlns:a16="http://schemas.microsoft.com/office/drawing/2014/main" id="{AF3122D6-4BDB-48DE-A4AE-F43CC58711CC}"/>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Textplatzhalter 14">
            <a:extLst>
              <a:ext uri="{FF2B5EF4-FFF2-40B4-BE49-F238E27FC236}">
                <a16:creationId xmlns:a16="http://schemas.microsoft.com/office/drawing/2014/main" id="{478AF313-00DB-484C-B8F3-CA93B007BA91}"/>
              </a:ext>
            </a:extLst>
          </p:cNvPr>
          <p:cNvSpPr>
            <a:spLocks noGrp="1"/>
          </p:cNvSpPr>
          <p:nvPr>
            <p:ph type="body" sz="quarter" idx="14"/>
          </p:nvPr>
        </p:nvSpPr>
        <p:spPr>
          <a:xfrm>
            <a:off x="550800" y="5265138"/>
            <a:ext cx="11088000" cy="936625"/>
          </a:xfrm>
          <a:solidFill>
            <a:schemeClr val="bg1"/>
          </a:solidFill>
          <a:effectLst>
            <a:outerShdw blurRad="63500" algn="ctr" rotWithShape="0">
              <a:prstClr val="black">
                <a:alpha val="40000"/>
              </a:prstClr>
            </a:outerShdw>
          </a:effectLst>
        </p:spPr>
        <p:txBody>
          <a:bodyPr lIns="432000" tIns="108000" rIns="180000" bIns="108000" anchor="ctr"/>
          <a:lstStyle>
            <a:lvl1pPr marL="0" indent="0">
              <a:buNone/>
              <a:defRPr/>
            </a:lvl1pPr>
          </a:lstStyle>
          <a:p>
            <a:pPr lvl="0"/>
            <a:r>
              <a:rPr lang="en-GB"/>
              <a:t>Click to edit Master text styles</a:t>
            </a:r>
          </a:p>
        </p:txBody>
      </p:sp>
      <p:sp>
        <p:nvSpPr>
          <p:cNvPr id="11" name="Inhaltsplatzhalter 8">
            <a:extLst>
              <a:ext uri="{FF2B5EF4-FFF2-40B4-BE49-F238E27FC236}">
                <a16:creationId xmlns:a16="http://schemas.microsoft.com/office/drawing/2014/main" id="{E2DF239D-7090-482E-8513-8A5EA2BAF967}"/>
              </a:ext>
            </a:extLst>
          </p:cNvPr>
          <p:cNvSpPr>
            <a:spLocks noGrp="1"/>
          </p:cNvSpPr>
          <p:nvPr>
            <p:ph sz="quarter" idx="17"/>
          </p:nvPr>
        </p:nvSpPr>
        <p:spPr>
          <a:xfrm>
            <a:off x="6321184" y="1449389"/>
            <a:ext cx="5317616" cy="33513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platzhalter 14">
            <a:extLst>
              <a:ext uri="{FF2B5EF4-FFF2-40B4-BE49-F238E27FC236}">
                <a16:creationId xmlns:a16="http://schemas.microsoft.com/office/drawing/2014/main" id="{70A423CE-1ED4-49EE-B700-5F9E1A156101}"/>
              </a:ext>
            </a:extLst>
          </p:cNvPr>
          <p:cNvSpPr>
            <a:spLocks noGrp="1"/>
          </p:cNvSpPr>
          <p:nvPr>
            <p:ph type="body" sz="quarter" idx="16" hasCustomPrompt="1"/>
          </p:nvPr>
        </p:nvSpPr>
        <p:spPr>
          <a:xfrm>
            <a:off x="550800" y="5265138"/>
            <a:ext cx="232507" cy="936625"/>
          </a:xfrm>
          <a:prstGeom prst="homePlate">
            <a:avLst>
              <a:gd name="adj" fmla="val 100000"/>
            </a:avLst>
          </a:prstGeom>
          <a:solidFill>
            <a:schemeClr val="tx2"/>
          </a:solidFill>
          <a:effectLst/>
        </p:spPr>
        <p:txBody>
          <a:bodyPr lIns="972000" tIns="108000" rIns="180000" bIns="108000" anchor="ctr"/>
          <a:lstStyle>
            <a:lvl1pPr marL="0" indent="0">
              <a:buNone/>
              <a:defRPr/>
            </a:lvl1pPr>
          </a:lstStyle>
          <a:p>
            <a:pPr lvl="0"/>
            <a:r>
              <a:rPr lang="de-DE"/>
              <a:t> </a:t>
            </a:r>
            <a:endParaRPr lang="en-US"/>
          </a:p>
        </p:txBody>
      </p:sp>
      <p:sp>
        <p:nvSpPr>
          <p:cNvPr id="12" name="Inhaltsplatzhalter 7">
            <a:extLst>
              <a:ext uri="{FF2B5EF4-FFF2-40B4-BE49-F238E27FC236}">
                <a16:creationId xmlns:a16="http://schemas.microsoft.com/office/drawing/2014/main" id="{62E0870A-1650-47DB-9E5F-C4C693A08F76}"/>
              </a:ext>
            </a:extLst>
          </p:cNvPr>
          <p:cNvSpPr>
            <a:spLocks noGrp="1"/>
          </p:cNvSpPr>
          <p:nvPr>
            <p:ph sz="quarter" idx="18" hasCustomPrompt="1"/>
          </p:nvPr>
        </p:nvSpPr>
        <p:spPr>
          <a:xfrm>
            <a:off x="6323431" y="4960917"/>
            <a:ext cx="5315369" cy="144007"/>
          </a:xfrm>
        </p:spPr>
        <p:txBody>
          <a:bodyPr anchor="b"/>
          <a:lstStyle>
            <a:lvl1pPr marL="0" indent="0" algn="r">
              <a:buNone/>
              <a:defRPr sz="1050" i="1">
                <a:solidFill>
                  <a:schemeClr val="accent2"/>
                </a:solidFill>
              </a:defRPr>
            </a:lvl1pPr>
            <a:lvl2pPr>
              <a:defRPr sz="1050">
                <a:solidFill>
                  <a:schemeClr val="accent2"/>
                </a:solidFill>
              </a:defRPr>
            </a:lvl2pPr>
            <a:lvl3pPr>
              <a:defRPr sz="1000">
                <a:solidFill>
                  <a:schemeClr val="accent2"/>
                </a:solidFill>
              </a:defRPr>
            </a:lvl3pPr>
          </a:lstStyle>
          <a:p>
            <a:pPr lvl="0"/>
            <a:r>
              <a:rPr lang="de-DE"/>
              <a:t>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16" name="Inhaltsplatzhalter 7">
            <a:extLst>
              <a:ext uri="{FF2B5EF4-FFF2-40B4-BE49-F238E27FC236}">
                <a16:creationId xmlns:a16="http://schemas.microsoft.com/office/drawing/2014/main" id="{57812905-85A4-4D41-B594-9DBE67D72225}"/>
              </a:ext>
            </a:extLst>
          </p:cNvPr>
          <p:cNvSpPr>
            <a:spLocks noGrp="1"/>
          </p:cNvSpPr>
          <p:nvPr>
            <p:ph sz="quarter" idx="22" hasCustomPrompt="1"/>
          </p:nvPr>
        </p:nvSpPr>
        <p:spPr>
          <a:xfrm>
            <a:off x="550863" y="4960916"/>
            <a:ext cx="5315369" cy="144007"/>
          </a:xfrm>
        </p:spPr>
        <p:txBody>
          <a:bodyPr anchor="b"/>
          <a:lstStyle>
            <a:lvl1pPr marL="0" indent="0" algn="r">
              <a:buNone/>
              <a:defRPr sz="1050" i="1">
                <a:solidFill>
                  <a:schemeClr val="accent2"/>
                </a:solidFill>
              </a:defRPr>
            </a:lvl1pPr>
            <a:lvl2pPr>
              <a:defRPr sz="1050">
                <a:solidFill>
                  <a:schemeClr val="accent2"/>
                </a:solidFill>
              </a:defRPr>
            </a:lvl2pPr>
            <a:lvl3pPr>
              <a:defRPr sz="1000">
                <a:solidFill>
                  <a:schemeClr val="accent2"/>
                </a:solidFill>
              </a:defRPr>
            </a:lvl3pPr>
          </a:lstStyle>
          <a:p>
            <a:pPr lvl="0"/>
            <a:r>
              <a:rPr lang="de-DE"/>
              <a:t>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4" name="Fußzeilenplatzhalter 12">
            <a:extLst>
              <a:ext uri="{FF2B5EF4-FFF2-40B4-BE49-F238E27FC236}">
                <a16:creationId xmlns:a16="http://schemas.microsoft.com/office/drawing/2014/main" id="{94F1647D-8839-1582-8084-2F4A9E1E20C5}"/>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14589804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ld_Inhalt_1/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FAA6B5-141F-44B5-A6D7-591287D25944}"/>
              </a:ext>
            </a:extLst>
          </p:cNvPr>
          <p:cNvSpPr>
            <a:spLocks noGrp="1"/>
          </p:cNvSpPr>
          <p:nvPr>
            <p:ph type="title" hasCustomPrompt="1"/>
          </p:nvPr>
        </p:nvSpPr>
        <p:spPr/>
        <p:txBody>
          <a:bodyPr/>
          <a:lstStyle>
            <a:lvl1pPr>
              <a:defRPr/>
            </a:lvl1pPr>
          </a:lstStyle>
          <a:p>
            <a:r>
              <a:rPr lang="de-DE"/>
              <a:t>Bild_Inhalt_1/3</a:t>
            </a:r>
            <a:endParaRPr lang="en-US"/>
          </a:p>
        </p:txBody>
      </p:sp>
      <p:sp>
        <p:nvSpPr>
          <p:cNvPr id="3" name="Datumsplatzhalter 2">
            <a:extLst>
              <a:ext uri="{FF2B5EF4-FFF2-40B4-BE49-F238E27FC236}">
                <a16:creationId xmlns:a16="http://schemas.microsoft.com/office/drawing/2014/main" id="{EC9A54B5-3EC0-4E62-8E65-8B53A9175ED7}"/>
              </a:ext>
            </a:extLst>
          </p:cNvPr>
          <p:cNvSpPr>
            <a:spLocks noGrp="1"/>
          </p:cNvSpPr>
          <p:nvPr>
            <p:ph type="dt" sz="half" idx="10"/>
          </p:nvPr>
        </p:nvSpPr>
        <p:spPr/>
        <p:txBody>
          <a:bodyPr/>
          <a:lstStyle/>
          <a:p>
            <a:fld id="{D8939704-90E2-4BA0-9184-0A6F47358467}" type="datetime1">
              <a:rPr lang="de-DE" smtClean="0"/>
              <a:t>19.10.26</a:t>
            </a:fld>
            <a:endParaRPr lang="en-US"/>
          </a:p>
        </p:txBody>
      </p:sp>
      <p:sp>
        <p:nvSpPr>
          <p:cNvPr id="5" name="Foliennummernplatzhalter 4">
            <a:extLst>
              <a:ext uri="{FF2B5EF4-FFF2-40B4-BE49-F238E27FC236}">
                <a16:creationId xmlns:a16="http://schemas.microsoft.com/office/drawing/2014/main" id="{986950EE-5D2D-4DBE-B2BC-428939E6EAC4}"/>
              </a:ext>
            </a:extLst>
          </p:cNvPr>
          <p:cNvSpPr>
            <a:spLocks noGrp="1"/>
          </p:cNvSpPr>
          <p:nvPr>
            <p:ph type="sldNum" sz="quarter" idx="12"/>
          </p:nvPr>
        </p:nvSpPr>
        <p:spPr>
          <a:xfrm>
            <a:off x="11334063" y="6584720"/>
            <a:ext cx="304800" cy="139606"/>
          </a:xfrm>
        </p:spPr>
        <p:txBody>
          <a:bodyPr/>
          <a:lstStyle/>
          <a:p>
            <a:fld id="{64647E8F-5052-4581-98D0-7C32D5A45346}" type="slidenum">
              <a:rPr lang="en-US" smtClean="0"/>
              <a:pPr/>
              <a:t>‹#›</a:t>
            </a:fld>
            <a:endParaRPr lang="en-US"/>
          </a:p>
        </p:txBody>
      </p:sp>
      <p:sp>
        <p:nvSpPr>
          <p:cNvPr id="8" name="Inhaltsplatzhalter 7">
            <a:extLst>
              <a:ext uri="{FF2B5EF4-FFF2-40B4-BE49-F238E27FC236}">
                <a16:creationId xmlns:a16="http://schemas.microsoft.com/office/drawing/2014/main" id="{9463866B-AFBB-4230-8C80-95837FE8A2EE}"/>
              </a:ext>
            </a:extLst>
          </p:cNvPr>
          <p:cNvSpPr>
            <a:spLocks noGrp="1"/>
          </p:cNvSpPr>
          <p:nvPr>
            <p:ph sz="quarter" idx="15"/>
          </p:nvPr>
        </p:nvSpPr>
        <p:spPr>
          <a:xfrm>
            <a:off x="4463589" y="1449389"/>
            <a:ext cx="7178400" cy="450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Rechteck 10">
            <a:extLst>
              <a:ext uri="{FF2B5EF4-FFF2-40B4-BE49-F238E27FC236}">
                <a16:creationId xmlns:a16="http://schemas.microsoft.com/office/drawing/2014/main" id="{E66560C2-5920-4C2E-BC72-15DF7369FF9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Bildplatzhalter 11">
            <a:extLst>
              <a:ext uri="{FF2B5EF4-FFF2-40B4-BE49-F238E27FC236}">
                <a16:creationId xmlns:a16="http://schemas.microsoft.com/office/drawing/2014/main" id="{DCFAE809-57E6-4701-9CEE-97722EB9BA3B}"/>
              </a:ext>
            </a:extLst>
          </p:cNvPr>
          <p:cNvSpPr>
            <a:spLocks noGrp="1"/>
          </p:cNvSpPr>
          <p:nvPr>
            <p:ph type="pic" sz="quarter" idx="16" hasCustomPrompt="1"/>
          </p:nvPr>
        </p:nvSpPr>
        <p:spPr>
          <a:xfrm>
            <a:off x="550800" y="1449389"/>
            <a:ext cx="3456354" cy="4500000"/>
          </a:xfrm>
          <a:solidFill>
            <a:schemeClr val="tx2">
              <a:alpha val="30000"/>
            </a:schemeClr>
          </a:solidFill>
        </p:spPr>
        <p:txBody>
          <a:bodyPr/>
          <a:lstStyle>
            <a:lvl1pPr marL="0" indent="0">
              <a:buNone/>
              <a:defRPr/>
            </a:lvl1pPr>
          </a:lstStyle>
          <a:p>
            <a:r>
              <a:rPr lang="de-DE"/>
              <a:t> </a:t>
            </a:r>
            <a:endParaRPr lang="en-US"/>
          </a:p>
        </p:txBody>
      </p:sp>
      <p:sp>
        <p:nvSpPr>
          <p:cNvPr id="9" name="Inhaltsplatzhalter 7">
            <a:extLst>
              <a:ext uri="{FF2B5EF4-FFF2-40B4-BE49-F238E27FC236}">
                <a16:creationId xmlns:a16="http://schemas.microsoft.com/office/drawing/2014/main" id="{7471E5C3-2D64-419A-8EE2-8313EF24F23C}"/>
              </a:ext>
            </a:extLst>
          </p:cNvPr>
          <p:cNvSpPr>
            <a:spLocks noGrp="1"/>
          </p:cNvSpPr>
          <p:nvPr>
            <p:ph sz="quarter" idx="17" hasCustomPrompt="1"/>
          </p:nvPr>
        </p:nvSpPr>
        <p:spPr>
          <a:xfrm>
            <a:off x="4463590" y="6309000"/>
            <a:ext cx="7178400" cy="144000"/>
          </a:xfrm>
        </p:spPr>
        <p:txBody>
          <a:bodyPr/>
          <a:lstStyle>
            <a:lvl1pPr marL="0" indent="0" algn="r">
              <a:buNone/>
              <a:defRPr sz="1050" i="1">
                <a:solidFill>
                  <a:schemeClr val="accent2"/>
                </a:solidFill>
              </a:defRPr>
            </a:lvl1pPr>
            <a:lvl2pPr>
              <a:defRPr sz="1050">
                <a:solidFill>
                  <a:schemeClr val="accent2"/>
                </a:solidFill>
              </a:defRPr>
            </a:lvl2pPr>
            <a:lvl3pPr>
              <a:defRPr sz="1000">
                <a:solidFill>
                  <a:schemeClr val="accent2"/>
                </a:solidFill>
              </a:defRPr>
            </a:lvl3pPr>
          </a:lstStyle>
          <a:p>
            <a:pPr lvl="0"/>
            <a:r>
              <a:rPr lang="de-DE"/>
              <a:t>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13" name="Inhaltsplatzhalter 7">
            <a:extLst>
              <a:ext uri="{FF2B5EF4-FFF2-40B4-BE49-F238E27FC236}">
                <a16:creationId xmlns:a16="http://schemas.microsoft.com/office/drawing/2014/main" id="{B1E808DA-B814-4D3E-89EC-C2AD849F7BCA}"/>
              </a:ext>
            </a:extLst>
          </p:cNvPr>
          <p:cNvSpPr>
            <a:spLocks noGrp="1"/>
          </p:cNvSpPr>
          <p:nvPr>
            <p:ph sz="quarter" idx="18" hasCustomPrompt="1"/>
          </p:nvPr>
        </p:nvSpPr>
        <p:spPr>
          <a:xfrm>
            <a:off x="550800" y="6309000"/>
            <a:ext cx="3456354" cy="144000"/>
          </a:xfrm>
        </p:spPr>
        <p:txBody>
          <a:bodyPr/>
          <a:lstStyle>
            <a:lvl1pPr marL="0" indent="0" algn="r">
              <a:buNone/>
              <a:defRPr sz="1050" i="1">
                <a:solidFill>
                  <a:schemeClr val="accent2"/>
                </a:solidFill>
              </a:defRPr>
            </a:lvl1pPr>
            <a:lvl2pPr>
              <a:defRPr sz="1050">
                <a:solidFill>
                  <a:schemeClr val="accent2"/>
                </a:solidFill>
              </a:defRPr>
            </a:lvl2pPr>
            <a:lvl3pPr>
              <a:defRPr sz="1000">
                <a:solidFill>
                  <a:schemeClr val="accent2"/>
                </a:solidFill>
              </a:defRPr>
            </a:lvl3pPr>
          </a:lstStyle>
          <a:p>
            <a:pPr lvl="0"/>
            <a:r>
              <a:rPr lang="de-DE"/>
              <a:t>Bildquelle(n):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4" name="Fußzeilenplatzhalter 12">
            <a:extLst>
              <a:ext uri="{FF2B5EF4-FFF2-40B4-BE49-F238E27FC236}">
                <a16:creationId xmlns:a16="http://schemas.microsoft.com/office/drawing/2014/main" id="{B855AF64-F18E-BBF0-43A6-38A0C8000614}"/>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2186462361"/>
      </p:ext>
    </p:extLst>
  </p:cSld>
  <p:clrMapOvr>
    <a:masterClrMapping/>
  </p:clrMapOvr>
  <p:extLst>
    <p:ext uri="{DCECCB84-F9BA-43D5-87BE-67443E8EF086}">
      <p15:sldGuideLst xmlns:p15="http://schemas.microsoft.com/office/powerpoint/2012/main">
        <p15:guide id="1" orient="horz" pos="374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DD4110-BE23-4BA1-9D17-C4601F20C85C}"/>
              </a:ext>
            </a:extLst>
          </p:cNvPr>
          <p:cNvSpPr>
            <a:spLocks noGrp="1"/>
          </p:cNvSpPr>
          <p:nvPr>
            <p:ph type="title" hasCustomPrompt="1"/>
          </p:nvPr>
        </p:nvSpPr>
        <p:spPr/>
        <p:txBody>
          <a:bodyPr/>
          <a:lstStyle>
            <a:lvl1pPr>
              <a:defRPr/>
            </a:lvl1pPr>
          </a:lstStyle>
          <a:p>
            <a:r>
              <a:rPr lang="de-DE"/>
              <a:t>Nur Titel</a:t>
            </a:r>
            <a:br>
              <a:rPr lang="de-DE"/>
            </a:br>
            <a:r>
              <a:rPr lang="de-DE"/>
              <a:t>Zur freien Gestaltung</a:t>
            </a:r>
            <a:endParaRPr lang="en-US"/>
          </a:p>
        </p:txBody>
      </p:sp>
      <p:sp>
        <p:nvSpPr>
          <p:cNvPr id="3" name="Datumsplatzhalter 2">
            <a:extLst>
              <a:ext uri="{FF2B5EF4-FFF2-40B4-BE49-F238E27FC236}">
                <a16:creationId xmlns:a16="http://schemas.microsoft.com/office/drawing/2014/main" id="{9FEB47C2-3C17-42A1-979F-ADB13DCEA21D}"/>
              </a:ext>
            </a:extLst>
          </p:cNvPr>
          <p:cNvSpPr>
            <a:spLocks noGrp="1"/>
          </p:cNvSpPr>
          <p:nvPr>
            <p:ph type="dt" sz="half" idx="10"/>
          </p:nvPr>
        </p:nvSpPr>
        <p:spPr/>
        <p:txBody>
          <a:bodyPr/>
          <a:lstStyle/>
          <a:p>
            <a:fld id="{452EC162-7A54-4884-BB84-ADDB74D007AD}" type="datetime1">
              <a:rPr lang="de-DE" smtClean="0"/>
              <a:t>19.10.26</a:t>
            </a:fld>
            <a:endParaRPr lang="en-US"/>
          </a:p>
        </p:txBody>
      </p:sp>
      <p:sp>
        <p:nvSpPr>
          <p:cNvPr id="5" name="Foliennummernplatzhalter 4">
            <a:extLst>
              <a:ext uri="{FF2B5EF4-FFF2-40B4-BE49-F238E27FC236}">
                <a16:creationId xmlns:a16="http://schemas.microsoft.com/office/drawing/2014/main" id="{69D0547F-3831-4DE1-A9F6-CC869168587E}"/>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7" name="Rechteck 6">
            <a:extLst>
              <a:ext uri="{FF2B5EF4-FFF2-40B4-BE49-F238E27FC236}">
                <a16:creationId xmlns:a16="http://schemas.microsoft.com/office/drawing/2014/main" id="{92592323-0F20-49E2-B449-ADBAA6030981}"/>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Fußzeilenplatzhalter 12">
            <a:extLst>
              <a:ext uri="{FF2B5EF4-FFF2-40B4-BE49-F238E27FC236}">
                <a16:creationId xmlns:a16="http://schemas.microsoft.com/office/drawing/2014/main" id="{6B34DC77-E3F5-C06E-0B3C-04F15CB7ABAC}"/>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FIM Forschungsinstitut für Informationsmanagement | Vortragende*r </a:t>
            </a:r>
            <a:endParaRPr lang="en-US" dirty="0"/>
          </a:p>
        </p:txBody>
      </p:sp>
    </p:spTree>
    <p:extLst>
      <p:ext uri="{BB962C8B-B14F-4D97-AF65-F5344CB8AC3E}">
        <p14:creationId xmlns:p14="http://schemas.microsoft.com/office/powerpoint/2010/main" val="29659472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ildfolie_ganzflächig_Alternative 01">
    <p:spTree>
      <p:nvGrpSpPr>
        <p:cNvPr id="1" name=""/>
        <p:cNvGrpSpPr/>
        <p:nvPr/>
      </p:nvGrpSpPr>
      <p:grpSpPr>
        <a:xfrm>
          <a:off x="0" y="0"/>
          <a:ext cx="0" cy="0"/>
          <a:chOff x="0" y="0"/>
          <a:chExt cx="0" cy="0"/>
        </a:xfrm>
      </p:grpSpPr>
      <p:sp>
        <p:nvSpPr>
          <p:cNvPr id="104" name="Bildplatzhalter 103">
            <a:extLst>
              <a:ext uri="{FF2B5EF4-FFF2-40B4-BE49-F238E27FC236}">
                <a16:creationId xmlns:a16="http://schemas.microsoft.com/office/drawing/2014/main" id="{41167E96-D4AB-44BD-BBF3-59586ABEF409}"/>
              </a:ext>
            </a:extLst>
          </p:cNvPr>
          <p:cNvSpPr>
            <a:spLocks noGrp="1"/>
          </p:cNvSpPr>
          <p:nvPr>
            <p:ph type="pic" sz="quarter" idx="13" hasCustomPrompt="1"/>
          </p:nvPr>
        </p:nvSpPr>
        <p:spPr>
          <a:xfrm>
            <a:off x="24" y="1238339"/>
            <a:ext cx="12191979" cy="5619664"/>
          </a:xfrm>
          <a:custGeom>
            <a:avLst/>
            <a:gdLst>
              <a:gd name="connsiteX0" fmla="*/ 0 w 9905983"/>
              <a:gd name="connsiteY0" fmla="*/ 0 h 6857989"/>
              <a:gd name="connsiteX1" fmla="*/ 9905983 w 9905983"/>
              <a:gd name="connsiteY1" fmla="*/ 0 h 6857989"/>
              <a:gd name="connsiteX2" fmla="*/ 9905983 w 9905983"/>
              <a:gd name="connsiteY2" fmla="*/ 6857989 h 6857989"/>
              <a:gd name="connsiteX3" fmla="*/ 0 w 9905983"/>
              <a:gd name="connsiteY3" fmla="*/ 6857989 h 6857989"/>
            </a:gdLst>
            <a:ahLst/>
            <a:cxnLst>
              <a:cxn ang="0">
                <a:pos x="connsiteX0" y="connsiteY0"/>
              </a:cxn>
              <a:cxn ang="0">
                <a:pos x="connsiteX1" y="connsiteY1"/>
              </a:cxn>
              <a:cxn ang="0">
                <a:pos x="connsiteX2" y="connsiteY2"/>
              </a:cxn>
              <a:cxn ang="0">
                <a:pos x="connsiteX3" y="connsiteY3"/>
              </a:cxn>
            </a:cxnLst>
            <a:rect l="l" t="t" r="r" b="b"/>
            <a:pathLst>
              <a:path w="9905983" h="6857989">
                <a:moveTo>
                  <a:pt x="0" y="0"/>
                </a:moveTo>
                <a:lnTo>
                  <a:pt x="9905983" y="0"/>
                </a:lnTo>
                <a:lnTo>
                  <a:pt x="9905983" y="6857989"/>
                </a:lnTo>
                <a:lnTo>
                  <a:pt x="0" y="6857989"/>
                </a:lnTo>
                <a:close/>
              </a:path>
            </a:pathLst>
          </a:custGeom>
          <a:solidFill>
            <a:srgbClr val="E7B2C2"/>
          </a:solidFill>
        </p:spPr>
        <p:txBody>
          <a:bodyPr wrap="square">
            <a:noAutofit/>
          </a:bodyPr>
          <a:lstStyle>
            <a:lvl1pPr marL="0" indent="0">
              <a:buNone/>
              <a:defRPr/>
            </a:lvl1pPr>
          </a:lstStyle>
          <a:p>
            <a:r>
              <a:rPr lang="de-DE"/>
              <a:t> </a:t>
            </a:r>
            <a:endParaRPr lang="en-US"/>
          </a:p>
        </p:txBody>
      </p:sp>
      <p:sp>
        <p:nvSpPr>
          <p:cNvPr id="105" name="Textplatzhalter 14">
            <a:extLst>
              <a:ext uri="{FF2B5EF4-FFF2-40B4-BE49-F238E27FC236}">
                <a16:creationId xmlns:a16="http://schemas.microsoft.com/office/drawing/2014/main" id="{D36D93C0-DCCD-41F5-9030-B5A2BD03FBF2}"/>
              </a:ext>
            </a:extLst>
          </p:cNvPr>
          <p:cNvSpPr>
            <a:spLocks noGrp="1"/>
          </p:cNvSpPr>
          <p:nvPr>
            <p:ph type="body" sz="quarter" idx="14" hasCustomPrompt="1"/>
          </p:nvPr>
        </p:nvSpPr>
        <p:spPr>
          <a:xfrm>
            <a:off x="1" y="5265138"/>
            <a:ext cx="6096000" cy="936625"/>
          </a:xfrm>
          <a:solidFill>
            <a:schemeClr val="bg1"/>
          </a:solidFill>
          <a:effectLst>
            <a:outerShdw blurRad="63500" algn="ctr" rotWithShape="0">
              <a:prstClr val="black">
                <a:alpha val="40000"/>
              </a:prstClr>
            </a:outerShdw>
          </a:effectLst>
        </p:spPr>
        <p:txBody>
          <a:bodyPr lIns="540000" tIns="108000" rIns="180000" bIns="108000" anchor="ctr"/>
          <a:lstStyle>
            <a:lvl1pPr marL="0" indent="0">
              <a:buNone/>
              <a:defRPr/>
            </a:lvl1pPr>
          </a:lstStyle>
          <a:p>
            <a:pPr lvl="0"/>
            <a:r>
              <a:rPr lang="de-DE"/>
              <a:t>Lorem Ipsum</a:t>
            </a:r>
            <a:endParaRPr lang="en-US"/>
          </a:p>
        </p:txBody>
      </p:sp>
      <p:sp>
        <p:nvSpPr>
          <p:cNvPr id="106" name="Textplatzhalter 14">
            <a:extLst>
              <a:ext uri="{FF2B5EF4-FFF2-40B4-BE49-F238E27FC236}">
                <a16:creationId xmlns:a16="http://schemas.microsoft.com/office/drawing/2014/main" id="{ACE5DE88-914A-45E9-B338-44AD922FD845}"/>
              </a:ext>
            </a:extLst>
          </p:cNvPr>
          <p:cNvSpPr>
            <a:spLocks noGrp="1"/>
          </p:cNvSpPr>
          <p:nvPr>
            <p:ph type="body" sz="quarter" idx="16" hasCustomPrompt="1"/>
          </p:nvPr>
        </p:nvSpPr>
        <p:spPr>
          <a:xfrm>
            <a:off x="0" y="5265138"/>
            <a:ext cx="232507" cy="936625"/>
          </a:xfrm>
          <a:prstGeom prst="homePlate">
            <a:avLst>
              <a:gd name="adj" fmla="val 100000"/>
            </a:avLst>
          </a:prstGeom>
          <a:solidFill>
            <a:schemeClr val="tx2"/>
          </a:solidFill>
          <a:effectLst/>
        </p:spPr>
        <p:txBody>
          <a:bodyPr lIns="972000" tIns="108000" rIns="180000" bIns="108000" anchor="ctr"/>
          <a:lstStyle>
            <a:lvl1pPr marL="0" indent="0">
              <a:buNone/>
              <a:defRPr/>
            </a:lvl1pPr>
          </a:lstStyle>
          <a:p>
            <a:pPr lvl="0"/>
            <a:r>
              <a:rPr lang="de-DE"/>
              <a:t> </a:t>
            </a:r>
            <a:endParaRPr lang="en-US"/>
          </a:p>
        </p:txBody>
      </p:sp>
      <p:sp>
        <p:nvSpPr>
          <p:cNvPr id="209" name="Rechteck 208">
            <a:extLst>
              <a:ext uri="{FF2B5EF4-FFF2-40B4-BE49-F238E27FC236}">
                <a16:creationId xmlns:a16="http://schemas.microsoft.com/office/drawing/2014/main" id="{9C2B4F8D-C66C-4744-99B6-0AD4A8737741}"/>
              </a:ext>
            </a:extLst>
          </p:cNvPr>
          <p:cNvSpPr/>
          <p:nvPr userDrawn="1"/>
        </p:nvSpPr>
        <p:spPr>
          <a:xfrm>
            <a:off x="9314988" y="249179"/>
            <a:ext cx="2774539" cy="6246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211" name="Grafik 210">
            <a:extLst>
              <a:ext uri="{FF2B5EF4-FFF2-40B4-BE49-F238E27FC236}">
                <a16:creationId xmlns:a16="http://schemas.microsoft.com/office/drawing/2014/main" id="{A07C34A1-F7A0-4F27-BAF0-10DD375435D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73191" y="361778"/>
            <a:ext cx="1490668" cy="408233"/>
          </a:xfrm>
          <a:prstGeom prst="rect">
            <a:avLst/>
          </a:prstGeom>
        </p:spPr>
      </p:pic>
      <p:pic>
        <p:nvPicPr>
          <p:cNvPr id="2" name="Grafik 1">
            <a:extLst>
              <a:ext uri="{FF2B5EF4-FFF2-40B4-BE49-F238E27FC236}">
                <a16:creationId xmlns:a16="http://schemas.microsoft.com/office/drawing/2014/main" id="{E8641CB1-12C8-5DE3-4DC8-A006D476390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77143" y="359774"/>
            <a:ext cx="1335739" cy="585850"/>
          </a:xfrm>
          <a:prstGeom prst="rect">
            <a:avLst/>
          </a:prstGeom>
        </p:spPr>
      </p:pic>
    </p:spTree>
    <p:extLst>
      <p:ext uri="{BB962C8B-B14F-4D97-AF65-F5344CB8AC3E}">
        <p14:creationId xmlns:p14="http://schemas.microsoft.com/office/powerpoint/2010/main" val="41436209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ildfolie_ganzflächig_Alternative 02">
    <p:spTree>
      <p:nvGrpSpPr>
        <p:cNvPr id="1" name=""/>
        <p:cNvGrpSpPr/>
        <p:nvPr/>
      </p:nvGrpSpPr>
      <p:grpSpPr>
        <a:xfrm>
          <a:off x="0" y="0"/>
          <a:ext cx="0" cy="0"/>
          <a:chOff x="0" y="0"/>
          <a:chExt cx="0" cy="0"/>
        </a:xfrm>
      </p:grpSpPr>
      <p:sp>
        <p:nvSpPr>
          <p:cNvPr id="104" name="Bildplatzhalter 103">
            <a:extLst>
              <a:ext uri="{FF2B5EF4-FFF2-40B4-BE49-F238E27FC236}">
                <a16:creationId xmlns:a16="http://schemas.microsoft.com/office/drawing/2014/main" id="{41167E96-D4AB-44BD-BBF3-59586ABEF409}"/>
              </a:ext>
            </a:extLst>
          </p:cNvPr>
          <p:cNvSpPr>
            <a:spLocks noGrp="1"/>
          </p:cNvSpPr>
          <p:nvPr>
            <p:ph type="pic" sz="quarter" idx="13" hasCustomPrompt="1"/>
          </p:nvPr>
        </p:nvSpPr>
        <p:spPr>
          <a:xfrm>
            <a:off x="24" y="1233489"/>
            <a:ext cx="12191979" cy="5624515"/>
          </a:xfrm>
          <a:custGeom>
            <a:avLst/>
            <a:gdLst>
              <a:gd name="connsiteX0" fmla="*/ 0 w 9905983"/>
              <a:gd name="connsiteY0" fmla="*/ 0 h 6857989"/>
              <a:gd name="connsiteX1" fmla="*/ 9905983 w 9905983"/>
              <a:gd name="connsiteY1" fmla="*/ 0 h 6857989"/>
              <a:gd name="connsiteX2" fmla="*/ 9905983 w 9905983"/>
              <a:gd name="connsiteY2" fmla="*/ 6857989 h 6857989"/>
              <a:gd name="connsiteX3" fmla="*/ 0 w 9905983"/>
              <a:gd name="connsiteY3" fmla="*/ 6857989 h 6857989"/>
            </a:gdLst>
            <a:ahLst/>
            <a:cxnLst>
              <a:cxn ang="0">
                <a:pos x="connsiteX0" y="connsiteY0"/>
              </a:cxn>
              <a:cxn ang="0">
                <a:pos x="connsiteX1" y="connsiteY1"/>
              </a:cxn>
              <a:cxn ang="0">
                <a:pos x="connsiteX2" y="connsiteY2"/>
              </a:cxn>
              <a:cxn ang="0">
                <a:pos x="connsiteX3" y="connsiteY3"/>
              </a:cxn>
            </a:cxnLst>
            <a:rect l="l" t="t" r="r" b="b"/>
            <a:pathLst>
              <a:path w="9905983" h="6857989">
                <a:moveTo>
                  <a:pt x="0" y="0"/>
                </a:moveTo>
                <a:lnTo>
                  <a:pt x="9905983" y="0"/>
                </a:lnTo>
                <a:lnTo>
                  <a:pt x="9905983" y="6857989"/>
                </a:lnTo>
                <a:lnTo>
                  <a:pt x="0" y="6857989"/>
                </a:lnTo>
                <a:close/>
              </a:path>
            </a:pathLst>
          </a:custGeom>
          <a:solidFill>
            <a:srgbClr val="E7B2C2"/>
          </a:solidFill>
        </p:spPr>
        <p:txBody>
          <a:bodyPr wrap="square">
            <a:noAutofit/>
          </a:bodyPr>
          <a:lstStyle>
            <a:lvl1pPr marL="0" indent="0">
              <a:buNone/>
              <a:defRPr/>
            </a:lvl1pPr>
          </a:lstStyle>
          <a:p>
            <a:r>
              <a:rPr lang="de-DE"/>
              <a:t> </a:t>
            </a:r>
            <a:endParaRPr lang="en-US"/>
          </a:p>
        </p:txBody>
      </p:sp>
      <p:sp>
        <p:nvSpPr>
          <p:cNvPr id="105" name="Textplatzhalter 14">
            <a:extLst>
              <a:ext uri="{FF2B5EF4-FFF2-40B4-BE49-F238E27FC236}">
                <a16:creationId xmlns:a16="http://schemas.microsoft.com/office/drawing/2014/main" id="{D36D93C0-DCCD-41F5-9030-B5A2BD03FBF2}"/>
              </a:ext>
            </a:extLst>
          </p:cNvPr>
          <p:cNvSpPr>
            <a:spLocks noGrp="1"/>
          </p:cNvSpPr>
          <p:nvPr>
            <p:ph type="body" sz="quarter" idx="14" hasCustomPrompt="1"/>
          </p:nvPr>
        </p:nvSpPr>
        <p:spPr>
          <a:xfrm>
            <a:off x="6096000" y="1457063"/>
            <a:ext cx="6096000" cy="936625"/>
          </a:xfrm>
          <a:solidFill>
            <a:schemeClr val="bg1"/>
          </a:solidFill>
          <a:effectLst>
            <a:outerShdw blurRad="63500" algn="ctr" rotWithShape="0">
              <a:prstClr val="black">
                <a:alpha val="40000"/>
              </a:prstClr>
            </a:outerShdw>
          </a:effectLst>
        </p:spPr>
        <p:txBody>
          <a:bodyPr lIns="468000" tIns="108000" rIns="432000" bIns="108000" anchor="ctr"/>
          <a:lstStyle>
            <a:lvl1pPr marL="0" indent="0" algn="l">
              <a:buNone/>
              <a:defRPr/>
            </a:lvl1pPr>
          </a:lstStyle>
          <a:p>
            <a:pPr lvl="0"/>
            <a:r>
              <a:rPr lang="de-DE"/>
              <a:t>Lorem Ipsum</a:t>
            </a:r>
            <a:endParaRPr lang="en-US"/>
          </a:p>
        </p:txBody>
      </p:sp>
      <p:sp>
        <p:nvSpPr>
          <p:cNvPr id="106" name="Textplatzhalter 14">
            <a:extLst>
              <a:ext uri="{FF2B5EF4-FFF2-40B4-BE49-F238E27FC236}">
                <a16:creationId xmlns:a16="http://schemas.microsoft.com/office/drawing/2014/main" id="{E7330922-7F51-4C91-8DC7-07C149FD3E62}"/>
              </a:ext>
            </a:extLst>
          </p:cNvPr>
          <p:cNvSpPr>
            <a:spLocks noGrp="1"/>
          </p:cNvSpPr>
          <p:nvPr>
            <p:ph type="body" sz="quarter" idx="16" hasCustomPrompt="1"/>
          </p:nvPr>
        </p:nvSpPr>
        <p:spPr>
          <a:xfrm>
            <a:off x="6096000" y="1457063"/>
            <a:ext cx="232507" cy="936625"/>
          </a:xfrm>
          <a:prstGeom prst="homePlate">
            <a:avLst>
              <a:gd name="adj" fmla="val 100000"/>
            </a:avLst>
          </a:prstGeom>
          <a:solidFill>
            <a:schemeClr val="tx2"/>
          </a:solidFill>
          <a:effectLst/>
        </p:spPr>
        <p:txBody>
          <a:bodyPr lIns="972000" tIns="108000" rIns="180000" bIns="108000" anchor="ctr"/>
          <a:lstStyle>
            <a:lvl1pPr marL="0" indent="0">
              <a:buNone/>
              <a:defRPr/>
            </a:lvl1pPr>
          </a:lstStyle>
          <a:p>
            <a:pPr lvl="0"/>
            <a:r>
              <a:rPr lang="de-DE"/>
              <a:t> </a:t>
            </a:r>
            <a:endParaRPr lang="en-US"/>
          </a:p>
        </p:txBody>
      </p:sp>
      <p:sp>
        <p:nvSpPr>
          <p:cNvPr id="209" name="Rechteck 208">
            <a:extLst>
              <a:ext uri="{FF2B5EF4-FFF2-40B4-BE49-F238E27FC236}">
                <a16:creationId xmlns:a16="http://schemas.microsoft.com/office/drawing/2014/main" id="{B2E77869-DF9F-4449-B408-09D25D7C5A0D}"/>
              </a:ext>
            </a:extLst>
          </p:cNvPr>
          <p:cNvSpPr/>
          <p:nvPr userDrawn="1"/>
        </p:nvSpPr>
        <p:spPr>
          <a:xfrm>
            <a:off x="9314988" y="249179"/>
            <a:ext cx="2774539" cy="6246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11" name="Grafik 210">
            <a:extLst>
              <a:ext uri="{FF2B5EF4-FFF2-40B4-BE49-F238E27FC236}">
                <a16:creationId xmlns:a16="http://schemas.microsoft.com/office/drawing/2014/main" id="{9CFA333D-AF9F-4F83-A747-E78C4942DA4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73191" y="361778"/>
            <a:ext cx="1490668" cy="408233"/>
          </a:xfrm>
          <a:prstGeom prst="rect">
            <a:avLst/>
          </a:prstGeom>
        </p:spPr>
      </p:pic>
      <p:pic>
        <p:nvPicPr>
          <p:cNvPr id="2" name="Grafik 1">
            <a:extLst>
              <a:ext uri="{FF2B5EF4-FFF2-40B4-BE49-F238E27FC236}">
                <a16:creationId xmlns:a16="http://schemas.microsoft.com/office/drawing/2014/main" id="{941EE21B-2455-B0DD-2C7A-5FAC6A0734C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77143" y="359774"/>
            <a:ext cx="1335739" cy="585850"/>
          </a:xfrm>
          <a:prstGeom prst="rect">
            <a:avLst/>
          </a:prstGeom>
        </p:spPr>
      </p:pic>
    </p:spTree>
    <p:extLst>
      <p:ext uri="{BB962C8B-B14F-4D97-AF65-F5344CB8AC3E}">
        <p14:creationId xmlns:p14="http://schemas.microsoft.com/office/powerpoint/2010/main" val="163880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ildfolie_ganzflächig_05">
    <p:spTree>
      <p:nvGrpSpPr>
        <p:cNvPr id="1" name=""/>
        <p:cNvGrpSpPr/>
        <p:nvPr/>
      </p:nvGrpSpPr>
      <p:grpSpPr>
        <a:xfrm>
          <a:off x="0" y="0"/>
          <a:ext cx="0" cy="0"/>
          <a:chOff x="0" y="0"/>
          <a:chExt cx="0" cy="0"/>
        </a:xfrm>
      </p:grpSpPr>
      <p:sp>
        <p:nvSpPr>
          <p:cNvPr id="104" name="Bildplatzhalter 103">
            <a:extLst>
              <a:ext uri="{FF2B5EF4-FFF2-40B4-BE49-F238E27FC236}">
                <a16:creationId xmlns:a16="http://schemas.microsoft.com/office/drawing/2014/main" id="{41167E96-D4AB-44BD-BBF3-59586ABEF409}"/>
              </a:ext>
            </a:extLst>
          </p:cNvPr>
          <p:cNvSpPr>
            <a:spLocks noGrp="1"/>
          </p:cNvSpPr>
          <p:nvPr>
            <p:ph type="pic" sz="quarter" idx="13" hasCustomPrompt="1"/>
          </p:nvPr>
        </p:nvSpPr>
        <p:spPr>
          <a:xfrm>
            <a:off x="24" y="1233489"/>
            <a:ext cx="12191979" cy="5624515"/>
          </a:xfrm>
          <a:custGeom>
            <a:avLst/>
            <a:gdLst>
              <a:gd name="connsiteX0" fmla="*/ 0 w 9905983"/>
              <a:gd name="connsiteY0" fmla="*/ 0 h 6857989"/>
              <a:gd name="connsiteX1" fmla="*/ 9905983 w 9905983"/>
              <a:gd name="connsiteY1" fmla="*/ 0 h 6857989"/>
              <a:gd name="connsiteX2" fmla="*/ 9905983 w 9905983"/>
              <a:gd name="connsiteY2" fmla="*/ 6857989 h 6857989"/>
              <a:gd name="connsiteX3" fmla="*/ 0 w 9905983"/>
              <a:gd name="connsiteY3" fmla="*/ 6857989 h 6857989"/>
            </a:gdLst>
            <a:ahLst/>
            <a:cxnLst>
              <a:cxn ang="0">
                <a:pos x="connsiteX0" y="connsiteY0"/>
              </a:cxn>
              <a:cxn ang="0">
                <a:pos x="connsiteX1" y="connsiteY1"/>
              </a:cxn>
              <a:cxn ang="0">
                <a:pos x="connsiteX2" y="connsiteY2"/>
              </a:cxn>
              <a:cxn ang="0">
                <a:pos x="connsiteX3" y="connsiteY3"/>
              </a:cxn>
            </a:cxnLst>
            <a:rect l="l" t="t" r="r" b="b"/>
            <a:pathLst>
              <a:path w="9905983" h="6857989">
                <a:moveTo>
                  <a:pt x="0" y="0"/>
                </a:moveTo>
                <a:lnTo>
                  <a:pt x="9905983" y="0"/>
                </a:lnTo>
                <a:lnTo>
                  <a:pt x="9905983" y="6857989"/>
                </a:lnTo>
                <a:lnTo>
                  <a:pt x="0" y="6857989"/>
                </a:lnTo>
                <a:close/>
              </a:path>
            </a:pathLst>
          </a:custGeom>
          <a:solidFill>
            <a:srgbClr val="E7B2C2"/>
          </a:solidFill>
        </p:spPr>
        <p:txBody>
          <a:bodyPr wrap="square">
            <a:noAutofit/>
          </a:bodyPr>
          <a:lstStyle>
            <a:lvl1pPr marL="0" indent="0">
              <a:buNone/>
              <a:defRPr/>
            </a:lvl1pPr>
          </a:lstStyle>
          <a:p>
            <a:r>
              <a:rPr lang="de-DE"/>
              <a:t> </a:t>
            </a:r>
            <a:endParaRPr lang="en-US"/>
          </a:p>
        </p:txBody>
      </p:sp>
      <p:sp>
        <p:nvSpPr>
          <p:cNvPr id="105" name="Textplatzhalter 14">
            <a:extLst>
              <a:ext uri="{FF2B5EF4-FFF2-40B4-BE49-F238E27FC236}">
                <a16:creationId xmlns:a16="http://schemas.microsoft.com/office/drawing/2014/main" id="{D36D93C0-DCCD-41F5-9030-B5A2BD03FBF2}"/>
              </a:ext>
            </a:extLst>
          </p:cNvPr>
          <p:cNvSpPr>
            <a:spLocks noGrp="1"/>
          </p:cNvSpPr>
          <p:nvPr>
            <p:ph type="body" sz="quarter" idx="14" hasCustomPrompt="1"/>
          </p:nvPr>
        </p:nvSpPr>
        <p:spPr>
          <a:xfrm>
            <a:off x="2" y="5595038"/>
            <a:ext cx="6095999" cy="606724"/>
          </a:xfrm>
          <a:solidFill>
            <a:schemeClr val="bg1"/>
          </a:solidFill>
          <a:effectLst>
            <a:outerShdw blurRad="63500" algn="ctr" rotWithShape="0">
              <a:prstClr val="black">
                <a:alpha val="40000"/>
              </a:prstClr>
            </a:outerShdw>
          </a:effectLst>
        </p:spPr>
        <p:txBody>
          <a:bodyPr lIns="540000" tIns="108000" rIns="180000" bIns="108000" anchor="ctr"/>
          <a:lstStyle>
            <a:lvl1pPr marL="0" indent="0">
              <a:buNone/>
              <a:defRPr/>
            </a:lvl1pPr>
          </a:lstStyle>
          <a:p>
            <a:pPr lvl="0"/>
            <a:r>
              <a:rPr lang="de-DE" err="1"/>
              <a:t>Lorem</a:t>
            </a:r>
            <a:r>
              <a:rPr lang="de-DE"/>
              <a:t> Ipsum</a:t>
            </a:r>
            <a:endParaRPr lang="en-US"/>
          </a:p>
        </p:txBody>
      </p:sp>
      <p:sp>
        <p:nvSpPr>
          <p:cNvPr id="106" name="Textplatzhalter 14">
            <a:extLst>
              <a:ext uri="{FF2B5EF4-FFF2-40B4-BE49-F238E27FC236}">
                <a16:creationId xmlns:a16="http://schemas.microsoft.com/office/drawing/2014/main" id="{0176A9EC-3AD0-4E01-8563-18A9AB2C1621}"/>
              </a:ext>
            </a:extLst>
          </p:cNvPr>
          <p:cNvSpPr>
            <a:spLocks noGrp="1"/>
          </p:cNvSpPr>
          <p:nvPr>
            <p:ph type="body" sz="quarter" idx="16" hasCustomPrompt="1"/>
          </p:nvPr>
        </p:nvSpPr>
        <p:spPr>
          <a:xfrm>
            <a:off x="0" y="5595038"/>
            <a:ext cx="232507" cy="606724"/>
          </a:xfrm>
          <a:prstGeom prst="homePlate">
            <a:avLst>
              <a:gd name="adj" fmla="val 100000"/>
            </a:avLst>
          </a:prstGeom>
          <a:solidFill>
            <a:schemeClr val="tx2"/>
          </a:solidFill>
          <a:effectLst/>
        </p:spPr>
        <p:txBody>
          <a:bodyPr lIns="972000" tIns="108000" rIns="180000" bIns="108000" anchor="ctr"/>
          <a:lstStyle>
            <a:lvl1pPr marL="0" indent="0">
              <a:buNone/>
              <a:defRPr/>
            </a:lvl1pPr>
          </a:lstStyle>
          <a:p>
            <a:pPr lvl="0"/>
            <a:r>
              <a:rPr lang="de-DE"/>
              <a:t> </a:t>
            </a:r>
            <a:endParaRPr lang="en-US"/>
          </a:p>
        </p:txBody>
      </p:sp>
      <p:sp>
        <p:nvSpPr>
          <p:cNvPr id="209" name="Rechteck 208">
            <a:extLst>
              <a:ext uri="{FF2B5EF4-FFF2-40B4-BE49-F238E27FC236}">
                <a16:creationId xmlns:a16="http://schemas.microsoft.com/office/drawing/2014/main" id="{08121424-616E-4F36-8FD0-EEAD4412E016}"/>
              </a:ext>
            </a:extLst>
          </p:cNvPr>
          <p:cNvSpPr/>
          <p:nvPr userDrawn="1"/>
        </p:nvSpPr>
        <p:spPr>
          <a:xfrm>
            <a:off x="9314988" y="249179"/>
            <a:ext cx="2774539" cy="6246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11" name="Grafik 210">
            <a:extLst>
              <a:ext uri="{FF2B5EF4-FFF2-40B4-BE49-F238E27FC236}">
                <a16:creationId xmlns:a16="http://schemas.microsoft.com/office/drawing/2014/main" id="{B540CF78-E50F-48D9-AB0A-FC7D3408CB2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73191" y="361778"/>
            <a:ext cx="1490668" cy="408233"/>
          </a:xfrm>
          <a:prstGeom prst="rect">
            <a:avLst/>
          </a:prstGeom>
        </p:spPr>
      </p:pic>
      <p:pic>
        <p:nvPicPr>
          <p:cNvPr id="2" name="Grafik 1">
            <a:extLst>
              <a:ext uri="{FF2B5EF4-FFF2-40B4-BE49-F238E27FC236}">
                <a16:creationId xmlns:a16="http://schemas.microsoft.com/office/drawing/2014/main" id="{DF93806B-9B60-ECC2-81DC-DE8751295E2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77143" y="359774"/>
            <a:ext cx="1335739" cy="585850"/>
          </a:xfrm>
          <a:prstGeom prst="rect">
            <a:avLst/>
          </a:prstGeom>
        </p:spPr>
      </p:pic>
    </p:spTree>
    <p:extLst>
      <p:ext uri="{BB962C8B-B14F-4D97-AF65-F5344CB8AC3E}">
        <p14:creationId xmlns:p14="http://schemas.microsoft.com/office/powerpoint/2010/main" val="31025573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Schlussfolie">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EADA5628-3FDD-63D9-2430-B38452620FAD}"/>
              </a:ext>
            </a:extLst>
          </p:cNvPr>
          <p:cNvSpPr/>
          <p:nvPr userDrawn="1"/>
        </p:nvSpPr>
        <p:spPr>
          <a:xfrm>
            <a:off x="-1" y="34131"/>
            <a:ext cx="12168553"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5" name="Rechteck 134">
            <a:extLst>
              <a:ext uri="{FF2B5EF4-FFF2-40B4-BE49-F238E27FC236}">
                <a16:creationId xmlns:a16="http://schemas.microsoft.com/office/drawing/2014/main" id="{02829C90-5D86-4C21-88CE-D32F8B602506}"/>
              </a:ext>
            </a:extLst>
          </p:cNvPr>
          <p:cNvSpPr/>
          <p:nvPr userDrawn="1"/>
        </p:nvSpPr>
        <p:spPr>
          <a:xfrm>
            <a:off x="339969" y="238126"/>
            <a:ext cx="11465169"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558277" y="1403759"/>
            <a:ext cx="7086599" cy="252000"/>
          </a:xfrm>
        </p:spPr>
        <p:txBody>
          <a:bodyPr/>
          <a:lstStyle>
            <a:lvl1pPr>
              <a:defRPr sz="1800"/>
            </a:lvl1pPr>
          </a:lstStyle>
          <a:p>
            <a:r>
              <a:rPr lang="de-DE" dirty="0" err="1"/>
              <a:t>Lorem</a:t>
            </a:r>
            <a:r>
              <a:rPr lang="de-DE" dirty="0"/>
              <a:t> Ipsum Ihre Ansprechpersonen</a:t>
            </a:r>
            <a:endParaRPr lang="en-US" dirty="0"/>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8077201" y="68262"/>
            <a:ext cx="4114800" cy="6789738"/>
          </a:xfrm>
          <a:solidFill>
            <a:srgbClr val="E7B2C2"/>
          </a:solidFill>
        </p:spPr>
        <p:txBody>
          <a:bodyPr/>
          <a:lstStyle>
            <a:lvl1pPr marL="0" indent="0">
              <a:buNone/>
              <a:defRPr/>
            </a:lvl1pPr>
          </a:lstStyle>
          <a:p>
            <a:r>
              <a:rPr lang="de-DE"/>
              <a:t> </a:t>
            </a:r>
            <a:endParaRPr lang="en-US"/>
          </a:p>
        </p:txBody>
      </p:sp>
      <p:cxnSp>
        <p:nvCxnSpPr>
          <p:cNvPr id="36" name="Gerader Verbinder 35">
            <a:extLst>
              <a:ext uri="{FF2B5EF4-FFF2-40B4-BE49-F238E27FC236}">
                <a16:creationId xmlns:a16="http://schemas.microsoft.com/office/drawing/2014/main" id="{0A6A1785-717B-4105-AEF1-3558EA09322A}"/>
              </a:ext>
            </a:extLst>
          </p:cNvPr>
          <p:cNvCxnSpPr>
            <a:cxnSpLocks/>
          </p:cNvCxnSpPr>
          <p:nvPr userDrawn="1"/>
        </p:nvCxnSpPr>
        <p:spPr>
          <a:xfrm>
            <a:off x="560837" y="1243648"/>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7" name="Gerader Verbinder 136">
            <a:extLst>
              <a:ext uri="{FF2B5EF4-FFF2-40B4-BE49-F238E27FC236}">
                <a16:creationId xmlns:a16="http://schemas.microsoft.com/office/drawing/2014/main" id="{9F27BDD9-D063-403B-A5F1-57C38EF89F35}"/>
              </a:ext>
            </a:extLst>
          </p:cNvPr>
          <p:cNvCxnSpPr>
            <a:cxnSpLocks/>
          </p:cNvCxnSpPr>
          <p:nvPr userDrawn="1"/>
        </p:nvCxnSpPr>
        <p:spPr>
          <a:xfrm>
            <a:off x="560837" y="1243648"/>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Bildplatzhalter 9">
            <a:extLst>
              <a:ext uri="{FF2B5EF4-FFF2-40B4-BE49-F238E27FC236}">
                <a16:creationId xmlns:a16="http://schemas.microsoft.com/office/drawing/2014/main" id="{E8210739-A7B5-4727-996A-6EBB55D2A10E}"/>
              </a:ext>
            </a:extLst>
          </p:cNvPr>
          <p:cNvSpPr>
            <a:spLocks noGrp="1"/>
          </p:cNvSpPr>
          <p:nvPr>
            <p:ph type="pic" sz="quarter" idx="15" hasCustomPrompt="1"/>
          </p:nvPr>
        </p:nvSpPr>
        <p:spPr>
          <a:xfrm>
            <a:off x="558277" y="1814400"/>
            <a:ext cx="1357200" cy="1357200"/>
          </a:xfrm>
          <a:blipFill>
            <a:blip r:embed="rId2"/>
            <a:stretch>
              <a:fillRect/>
            </a:stretch>
          </a:blipFill>
        </p:spPr>
        <p:txBody>
          <a:bodyPr/>
          <a:lstStyle>
            <a:lvl1pPr marL="0" indent="0">
              <a:buNone/>
              <a:defRPr/>
            </a:lvl1pPr>
          </a:lstStyle>
          <a:p>
            <a:r>
              <a:rPr lang="de-DE"/>
              <a:t> </a:t>
            </a:r>
            <a:endParaRPr lang="en-US"/>
          </a:p>
        </p:txBody>
      </p:sp>
      <p:sp>
        <p:nvSpPr>
          <p:cNvPr id="19" name="Textplatzhalter 11">
            <a:extLst>
              <a:ext uri="{FF2B5EF4-FFF2-40B4-BE49-F238E27FC236}">
                <a16:creationId xmlns:a16="http://schemas.microsoft.com/office/drawing/2014/main" id="{24A0ECCC-1B76-41FA-9A42-339CA6A54D03}"/>
              </a:ext>
            </a:extLst>
          </p:cNvPr>
          <p:cNvSpPr>
            <a:spLocks noGrp="1"/>
          </p:cNvSpPr>
          <p:nvPr>
            <p:ph type="body" sz="quarter" idx="16" hasCustomPrompt="1"/>
          </p:nvPr>
        </p:nvSpPr>
        <p:spPr>
          <a:xfrm>
            <a:off x="2380576" y="1815996"/>
            <a:ext cx="5262050" cy="216000"/>
          </a:xfrm>
        </p:spPr>
        <p:txBody>
          <a:bodyPr anchor="t"/>
          <a:lstStyle>
            <a:lvl1pPr marL="0" indent="0">
              <a:lnSpc>
                <a:spcPct val="100000"/>
              </a:lnSpc>
              <a:spcBef>
                <a:spcPts val="0"/>
              </a:spcBef>
              <a:buNone/>
              <a:defRPr b="1"/>
            </a:lvl1pPr>
          </a:lstStyle>
          <a:p>
            <a:pPr lvl="0"/>
            <a:r>
              <a:rPr lang="de-DE"/>
              <a:t>Name</a:t>
            </a:r>
            <a:endParaRPr lang="en-US"/>
          </a:p>
        </p:txBody>
      </p:sp>
      <p:sp>
        <p:nvSpPr>
          <p:cNvPr id="23" name="Textplatzhalter 11">
            <a:extLst>
              <a:ext uri="{FF2B5EF4-FFF2-40B4-BE49-F238E27FC236}">
                <a16:creationId xmlns:a16="http://schemas.microsoft.com/office/drawing/2014/main" id="{A80D7F4A-717E-4AE7-802E-EFBF5EB3A3B7}"/>
              </a:ext>
            </a:extLst>
          </p:cNvPr>
          <p:cNvSpPr>
            <a:spLocks noGrp="1"/>
          </p:cNvSpPr>
          <p:nvPr>
            <p:ph type="body" sz="quarter" idx="17" hasCustomPrompt="1"/>
          </p:nvPr>
        </p:nvSpPr>
        <p:spPr>
          <a:xfrm>
            <a:off x="2679821" y="2314359"/>
            <a:ext cx="4962805" cy="144000"/>
          </a:xfrm>
        </p:spPr>
        <p:txBody>
          <a:bodyPr anchor="ctr"/>
          <a:lstStyle>
            <a:lvl1pPr marL="0" indent="0">
              <a:lnSpc>
                <a:spcPct val="100000"/>
              </a:lnSpc>
              <a:spcBef>
                <a:spcPts val="0"/>
              </a:spcBef>
              <a:buNone/>
              <a:defRPr sz="1200" b="0"/>
            </a:lvl1pPr>
          </a:lstStyle>
          <a:p>
            <a:pPr lvl="0"/>
            <a:r>
              <a:rPr lang="de-DE"/>
              <a:t>E-Mail</a:t>
            </a:r>
            <a:endParaRPr lang="en-US"/>
          </a:p>
        </p:txBody>
      </p:sp>
      <p:sp>
        <p:nvSpPr>
          <p:cNvPr id="24" name="Textplatzhalter 11">
            <a:extLst>
              <a:ext uri="{FF2B5EF4-FFF2-40B4-BE49-F238E27FC236}">
                <a16:creationId xmlns:a16="http://schemas.microsoft.com/office/drawing/2014/main" id="{778C4C83-CBBB-43B7-8CA1-15800F4FF145}"/>
              </a:ext>
            </a:extLst>
          </p:cNvPr>
          <p:cNvSpPr>
            <a:spLocks noGrp="1"/>
          </p:cNvSpPr>
          <p:nvPr>
            <p:ph type="body" sz="quarter" idx="18" hasCustomPrompt="1"/>
          </p:nvPr>
        </p:nvSpPr>
        <p:spPr>
          <a:xfrm>
            <a:off x="2682996" y="2524966"/>
            <a:ext cx="4959629" cy="144000"/>
          </a:xfrm>
        </p:spPr>
        <p:txBody>
          <a:bodyPr anchor="ctr"/>
          <a:lstStyle>
            <a:lvl1pPr marL="0" indent="0">
              <a:lnSpc>
                <a:spcPct val="100000"/>
              </a:lnSpc>
              <a:spcBef>
                <a:spcPts val="0"/>
              </a:spcBef>
              <a:buNone/>
              <a:defRPr sz="1200" b="0"/>
            </a:lvl1pPr>
          </a:lstStyle>
          <a:p>
            <a:pPr lvl="0"/>
            <a:r>
              <a:rPr lang="de-DE"/>
              <a:t>Telefonnummer</a:t>
            </a:r>
            <a:endParaRPr lang="en-US"/>
          </a:p>
        </p:txBody>
      </p:sp>
      <p:sp>
        <p:nvSpPr>
          <p:cNvPr id="26" name="Textplatzhalter 11">
            <a:extLst>
              <a:ext uri="{FF2B5EF4-FFF2-40B4-BE49-F238E27FC236}">
                <a16:creationId xmlns:a16="http://schemas.microsoft.com/office/drawing/2014/main" id="{2D5A83F5-D380-405C-A134-1681FA791A4C}"/>
              </a:ext>
            </a:extLst>
          </p:cNvPr>
          <p:cNvSpPr>
            <a:spLocks noGrp="1"/>
          </p:cNvSpPr>
          <p:nvPr>
            <p:ph type="body" sz="quarter" idx="20" hasCustomPrompt="1"/>
          </p:nvPr>
        </p:nvSpPr>
        <p:spPr>
          <a:xfrm>
            <a:off x="2380576" y="2034628"/>
            <a:ext cx="5262050" cy="216000"/>
          </a:xfrm>
        </p:spPr>
        <p:txBody>
          <a:bodyPr anchor="ctr"/>
          <a:lstStyle>
            <a:lvl1pPr marL="0" indent="0">
              <a:lnSpc>
                <a:spcPct val="100000"/>
              </a:lnSpc>
              <a:spcBef>
                <a:spcPts val="0"/>
              </a:spcBef>
              <a:buNone/>
              <a:defRPr b="0"/>
            </a:lvl1pPr>
          </a:lstStyle>
          <a:p>
            <a:pPr lvl="0"/>
            <a:r>
              <a:rPr lang="de-DE"/>
              <a:t>Position/Organisation</a:t>
            </a:r>
            <a:endParaRPr lang="en-US"/>
          </a:p>
        </p:txBody>
      </p:sp>
      <p:sp>
        <p:nvSpPr>
          <p:cNvPr id="42" name="Bildplatzhalter 9">
            <a:extLst>
              <a:ext uri="{FF2B5EF4-FFF2-40B4-BE49-F238E27FC236}">
                <a16:creationId xmlns:a16="http://schemas.microsoft.com/office/drawing/2014/main" id="{F47AC124-B133-412E-B0C8-C733A5A92C1C}"/>
              </a:ext>
            </a:extLst>
          </p:cNvPr>
          <p:cNvSpPr>
            <a:spLocks noGrp="1"/>
          </p:cNvSpPr>
          <p:nvPr>
            <p:ph type="pic" sz="quarter" idx="21" hasCustomPrompt="1"/>
          </p:nvPr>
        </p:nvSpPr>
        <p:spPr>
          <a:xfrm>
            <a:off x="558277" y="3327959"/>
            <a:ext cx="1357200" cy="1357200"/>
          </a:xfrm>
          <a:blipFill>
            <a:blip r:embed="rId2"/>
            <a:stretch>
              <a:fillRect/>
            </a:stretch>
          </a:blipFill>
        </p:spPr>
        <p:txBody>
          <a:bodyPr/>
          <a:lstStyle>
            <a:lvl1pPr marL="0" indent="0">
              <a:buNone/>
              <a:defRPr/>
            </a:lvl1pPr>
          </a:lstStyle>
          <a:p>
            <a:r>
              <a:rPr lang="de-DE"/>
              <a:t> </a:t>
            </a:r>
            <a:endParaRPr lang="en-US"/>
          </a:p>
        </p:txBody>
      </p:sp>
      <p:sp>
        <p:nvSpPr>
          <p:cNvPr id="51" name="Bildplatzhalter 9">
            <a:extLst>
              <a:ext uri="{FF2B5EF4-FFF2-40B4-BE49-F238E27FC236}">
                <a16:creationId xmlns:a16="http://schemas.microsoft.com/office/drawing/2014/main" id="{BF3FDFB1-FE4B-4E00-8A5E-7C705C797BED}"/>
              </a:ext>
            </a:extLst>
          </p:cNvPr>
          <p:cNvSpPr>
            <a:spLocks noGrp="1"/>
          </p:cNvSpPr>
          <p:nvPr>
            <p:ph type="pic" sz="quarter" idx="27" hasCustomPrompt="1"/>
          </p:nvPr>
        </p:nvSpPr>
        <p:spPr>
          <a:xfrm>
            <a:off x="558277" y="4843800"/>
            <a:ext cx="1357200" cy="1357200"/>
          </a:xfrm>
          <a:blipFill>
            <a:blip r:embed="rId2"/>
            <a:stretch>
              <a:fillRect/>
            </a:stretch>
          </a:blipFill>
        </p:spPr>
        <p:txBody>
          <a:bodyPr/>
          <a:lstStyle>
            <a:lvl1pPr marL="0" indent="0">
              <a:buNone/>
              <a:defRPr/>
            </a:lvl1pPr>
          </a:lstStyle>
          <a:p>
            <a:r>
              <a:rPr lang="de-DE"/>
              <a:t> </a:t>
            </a:r>
            <a:endParaRPr lang="en-US"/>
          </a:p>
        </p:txBody>
      </p:sp>
      <p:sp>
        <p:nvSpPr>
          <p:cNvPr id="76" name="Textplatzhalter 11">
            <a:extLst>
              <a:ext uri="{FF2B5EF4-FFF2-40B4-BE49-F238E27FC236}">
                <a16:creationId xmlns:a16="http://schemas.microsoft.com/office/drawing/2014/main" id="{E1CC5647-09AC-43CF-8FB0-495250281B1B}"/>
              </a:ext>
            </a:extLst>
          </p:cNvPr>
          <p:cNvSpPr>
            <a:spLocks noGrp="1"/>
          </p:cNvSpPr>
          <p:nvPr>
            <p:ph type="body" sz="quarter" idx="28" hasCustomPrompt="1"/>
          </p:nvPr>
        </p:nvSpPr>
        <p:spPr>
          <a:xfrm>
            <a:off x="2382815" y="3326504"/>
            <a:ext cx="5259810" cy="216000"/>
          </a:xfrm>
        </p:spPr>
        <p:txBody>
          <a:bodyPr anchor="t"/>
          <a:lstStyle>
            <a:lvl1pPr marL="0" indent="0">
              <a:lnSpc>
                <a:spcPct val="100000"/>
              </a:lnSpc>
              <a:spcBef>
                <a:spcPts val="0"/>
              </a:spcBef>
              <a:buNone/>
              <a:defRPr b="1"/>
            </a:lvl1pPr>
          </a:lstStyle>
          <a:p>
            <a:pPr lvl="0"/>
            <a:r>
              <a:rPr lang="de-DE"/>
              <a:t>Name</a:t>
            </a:r>
            <a:endParaRPr lang="en-US"/>
          </a:p>
        </p:txBody>
      </p:sp>
      <p:sp>
        <p:nvSpPr>
          <p:cNvPr id="80" name="Textplatzhalter 11">
            <a:extLst>
              <a:ext uri="{FF2B5EF4-FFF2-40B4-BE49-F238E27FC236}">
                <a16:creationId xmlns:a16="http://schemas.microsoft.com/office/drawing/2014/main" id="{34482FC8-39A7-4E44-8BF0-6701234DA9A8}"/>
              </a:ext>
            </a:extLst>
          </p:cNvPr>
          <p:cNvSpPr>
            <a:spLocks noGrp="1"/>
          </p:cNvSpPr>
          <p:nvPr>
            <p:ph type="body" sz="quarter" idx="29" hasCustomPrompt="1"/>
          </p:nvPr>
        </p:nvSpPr>
        <p:spPr>
          <a:xfrm>
            <a:off x="2673265" y="3823736"/>
            <a:ext cx="4969359" cy="144000"/>
          </a:xfrm>
        </p:spPr>
        <p:txBody>
          <a:bodyPr anchor="ctr"/>
          <a:lstStyle>
            <a:lvl1pPr marL="0" indent="0">
              <a:lnSpc>
                <a:spcPct val="100000"/>
              </a:lnSpc>
              <a:spcBef>
                <a:spcPts val="0"/>
              </a:spcBef>
              <a:buNone/>
              <a:defRPr sz="1200" b="0"/>
            </a:lvl1pPr>
          </a:lstStyle>
          <a:p>
            <a:pPr lvl="0"/>
            <a:r>
              <a:rPr lang="de-DE"/>
              <a:t>E-Mail</a:t>
            </a:r>
            <a:endParaRPr lang="en-US"/>
          </a:p>
        </p:txBody>
      </p:sp>
      <p:sp>
        <p:nvSpPr>
          <p:cNvPr id="81" name="Textplatzhalter 11">
            <a:extLst>
              <a:ext uri="{FF2B5EF4-FFF2-40B4-BE49-F238E27FC236}">
                <a16:creationId xmlns:a16="http://schemas.microsoft.com/office/drawing/2014/main" id="{03AE6129-D0F8-4E57-B4D8-ADE21CF624A9}"/>
              </a:ext>
            </a:extLst>
          </p:cNvPr>
          <p:cNvSpPr>
            <a:spLocks noGrp="1"/>
          </p:cNvSpPr>
          <p:nvPr>
            <p:ph type="body" sz="quarter" idx="30" hasCustomPrompt="1"/>
          </p:nvPr>
        </p:nvSpPr>
        <p:spPr>
          <a:xfrm>
            <a:off x="2673265" y="4034343"/>
            <a:ext cx="4969359" cy="144000"/>
          </a:xfrm>
        </p:spPr>
        <p:txBody>
          <a:bodyPr anchor="ctr"/>
          <a:lstStyle>
            <a:lvl1pPr marL="0" indent="0">
              <a:lnSpc>
                <a:spcPct val="100000"/>
              </a:lnSpc>
              <a:spcBef>
                <a:spcPts val="0"/>
              </a:spcBef>
              <a:buNone/>
              <a:defRPr sz="1200" b="0"/>
            </a:lvl1pPr>
          </a:lstStyle>
          <a:p>
            <a:pPr lvl="0"/>
            <a:r>
              <a:rPr lang="de-DE"/>
              <a:t>Telefonnummer</a:t>
            </a:r>
            <a:endParaRPr lang="en-US"/>
          </a:p>
        </p:txBody>
      </p:sp>
      <p:sp>
        <p:nvSpPr>
          <p:cNvPr id="83" name="Textplatzhalter 11">
            <a:extLst>
              <a:ext uri="{FF2B5EF4-FFF2-40B4-BE49-F238E27FC236}">
                <a16:creationId xmlns:a16="http://schemas.microsoft.com/office/drawing/2014/main" id="{ED3F554C-E345-450A-9FA5-BA988E0D9B44}"/>
              </a:ext>
            </a:extLst>
          </p:cNvPr>
          <p:cNvSpPr>
            <a:spLocks noGrp="1"/>
          </p:cNvSpPr>
          <p:nvPr>
            <p:ph type="body" sz="quarter" idx="32" hasCustomPrompt="1"/>
          </p:nvPr>
        </p:nvSpPr>
        <p:spPr>
          <a:xfrm>
            <a:off x="2382815" y="3544005"/>
            <a:ext cx="5259810" cy="216000"/>
          </a:xfrm>
        </p:spPr>
        <p:txBody>
          <a:bodyPr anchor="ctr"/>
          <a:lstStyle>
            <a:lvl1pPr marL="0" indent="0">
              <a:lnSpc>
                <a:spcPct val="100000"/>
              </a:lnSpc>
              <a:spcBef>
                <a:spcPts val="0"/>
              </a:spcBef>
              <a:buNone/>
              <a:defRPr b="0"/>
            </a:lvl1pPr>
          </a:lstStyle>
          <a:p>
            <a:pPr lvl="0"/>
            <a:r>
              <a:rPr lang="de-DE"/>
              <a:t>Position/Organisation</a:t>
            </a:r>
            <a:endParaRPr lang="en-US"/>
          </a:p>
        </p:txBody>
      </p:sp>
      <p:pic>
        <p:nvPicPr>
          <p:cNvPr id="37" name="Grafik 36">
            <a:extLst>
              <a:ext uri="{FF2B5EF4-FFF2-40B4-BE49-F238E27FC236}">
                <a16:creationId xmlns:a16="http://schemas.microsoft.com/office/drawing/2014/main" id="{DD2E07AC-F043-4DC8-B5E8-CCBB24B6992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0837" y="6416880"/>
            <a:ext cx="250152" cy="250152"/>
          </a:xfrm>
          <a:prstGeom prst="rect">
            <a:avLst/>
          </a:prstGeom>
        </p:spPr>
      </p:pic>
      <p:sp>
        <p:nvSpPr>
          <p:cNvPr id="38" name="Textfeld 37">
            <a:extLst>
              <a:ext uri="{FF2B5EF4-FFF2-40B4-BE49-F238E27FC236}">
                <a16:creationId xmlns:a16="http://schemas.microsoft.com/office/drawing/2014/main" id="{C1681663-D0B1-48D6-A904-27984658336D}"/>
              </a:ext>
            </a:extLst>
          </p:cNvPr>
          <p:cNvSpPr txBox="1"/>
          <p:nvPr userDrawn="1"/>
        </p:nvSpPr>
        <p:spPr>
          <a:xfrm>
            <a:off x="903068" y="6447332"/>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pic>
        <p:nvPicPr>
          <p:cNvPr id="40" name="Grafik 39">
            <a:extLst>
              <a:ext uri="{FF2B5EF4-FFF2-40B4-BE49-F238E27FC236}">
                <a16:creationId xmlns:a16="http://schemas.microsoft.com/office/drawing/2014/main" id="{F39FB809-E77E-4AA9-9E72-DA76BDC936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69466" y="404813"/>
            <a:ext cx="1490668" cy="408233"/>
          </a:xfrm>
          <a:prstGeom prst="rect">
            <a:avLst/>
          </a:prstGeom>
        </p:spPr>
      </p:pic>
      <p:sp>
        <p:nvSpPr>
          <p:cNvPr id="48" name="Textplatzhalter 11">
            <a:extLst>
              <a:ext uri="{FF2B5EF4-FFF2-40B4-BE49-F238E27FC236}">
                <a16:creationId xmlns:a16="http://schemas.microsoft.com/office/drawing/2014/main" id="{03464F00-E2CE-4EF3-B4D6-73F09D87EFFA}"/>
              </a:ext>
            </a:extLst>
          </p:cNvPr>
          <p:cNvSpPr>
            <a:spLocks noGrp="1"/>
          </p:cNvSpPr>
          <p:nvPr>
            <p:ph type="body" sz="quarter" idx="38" hasCustomPrompt="1"/>
          </p:nvPr>
        </p:nvSpPr>
        <p:spPr>
          <a:xfrm>
            <a:off x="2382814" y="4850504"/>
            <a:ext cx="5259809" cy="216000"/>
          </a:xfrm>
        </p:spPr>
        <p:txBody>
          <a:bodyPr anchor="t"/>
          <a:lstStyle>
            <a:lvl1pPr marL="0" indent="0">
              <a:lnSpc>
                <a:spcPct val="100000"/>
              </a:lnSpc>
              <a:spcBef>
                <a:spcPts val="0"/>
              </a:spcBef>
              <a:buNone/>
              <a:defRPr b="1"/>
            </a:lvl1pPr>
          </a:lstStyle>
          <a:p>
            <a:pPr lvl="0"/>
            <a:r>
              <a:rPr lang="de-DE"/>
              <a:t>Name</a:t>
            </a:r>
            <a:endParaRPr lang="en-US"/>
          </a:p>
        </p:txBody>
      </p:sp>
      <p:sp>
        <p:nvSpPr>
          <p:cNvPr id="54" name="Textplatzhalter 11">
            <a:extLst>
              <a:ext uri="{FF2B5EF4-FFF2-40B4-BE49-F238E27FC236}">
                <a16:creationId xmlns:a16="http://schemas.microsoft.com/office/drawing/2014/main" id="{315E5A50-1AD0-43A4-9E5E-507A33A226AE}"/>
              </a:ext>
            </a:extLst>
          </p:cNvPr>
          <p:cNvSpPr>
            <a:spLocks noGrp="1"/>
          </p:cNvSpPr>
          <p:nvPr>
            <p:ph type="body" sz="quarter" idx="41" hasCustomPrompt="1"/>
          </p:nvPr>
        </p:nvSpPr>
        <p:spPr>
          <a:xfrm>
            <a:off x="2382814" y="5068005"/>
            <a:ext cx="5259809" cy="216000"/>
          </a:xfrm>
        </p:spPr>
        <p:txBody>
          <a:bodyPr anchor="ctr"/>
          <a:lstStyle>
            <a:lvl1pPr marL="0" indent="0">
              <a:lnSpc>
                <a:spcPct val="100000"/>
              </a:lnSpc>
              <a:spcBef>
                <a:spcPts val="0"/>
              </a:spcBef>
              <a:buNone/>
              <a:defRPr b="0"/>
            </a:lvl1pPr>
          </a:lstStyle>
          <a:p>
            <a:pPr lvl="0"/>
            <a:r>
              <a:rPr lang="de-DE"/>
              <a:t>Position/Organisation</a:t>
            </a:r>
            <a:endParaRPr lang="en-US"/>
          </a:p>
        </p:txBody>
      </p:sp>
      <p:sp>
        <p:nvSpPr>
          <p:cNvPr id="55" name="Textplatzhalter 11">
            <a:extLst>
              <a:ext uri="{FF2B5EF4-FFF2-40B4-BE49-F238E27FC236}">
                <a16:creationId xmlns:a16="http://schemas.microsoft.com/office/drawing/2014/main" id="{E6AFFAD5-B741-4842-BF57-A739170380F1}"/>
              </a:ext>
            </a:extLst>
          </p:cNvPr>
          <p:cNvSpPr>
            <a:spLocks noGrp="1"/>
          </p:cNvSpPr>
          <p:nvPr>
            <p:ph type="body" sz="quarter" idx="39" hasCustomPrompt="1"/>
          </p:nvPr>
        </p:nvSpPr>
        <p:spPr>
          <a:xfrm>
            <a:off x="2673265" y="5347736"/>
            <a:ext cx="4969358" cy="144000"/>
          </a:xfrm>
        </p:spPr>
        <p:txBody>
          <a:bodyPr anchor="ctr"/>
          <a:lstStyle>
            <a:lvl1pPr marL="0" indent="0">
              <a:lnSpc>
                <a:spcPct val="100000"/>
              </a:lnSpc>
              <a:spcBef>
                <a:spcPts val="0"/>
              </a:spcBef>
              <a:buNone/>
              <a:defRPr sz="1200" b="0"/>
            </a:lvl1pPr>
          </a:lstStyle>
          <a:p>
            <a:pPr lvl="0"/>
            <a:r>
              <a:rPr lang="de-DE"/>
              <a:t>E-Mail</a:t>
            </a:r>
            <a:endParaRPr lang="en-US"/>
          </a:p>
        </p:txBody>
      </p:sp>
      <p:sp>
        <p:nvSpPr>
          <p:cNvPr id="56" name="Textplatzhalter 11">
            <a:extLst>
              <a:ext uri="{FF2B5EF4-FFF2-40B4-BE49-F238E27FC236}">
                <a16:creationId xmlns:a16="http://schemas.microsoft.com/office/drawing/2014/main" id="{870B6530-504A-49B7-8D2E-F785F2B1739C}"/>
              </a:ext>
            </a:extLst>
          </p:cNvPr>
          <p:cNvSpPr>
            <a:spLocks noGrp="1"/>
          </p:cNvSpPr>
          <p:nvPr>
            <p:ph type="body" sz="quarter" idx="40" hasCustomPrompt="1"/>
          </p:nvPr>
        </p:nvSpPr>
        <p:spPr>
          <a:xfrm>
            <a:off x="2673265" y="5558343"/>
            <a:ext cx="4969358" cy="144000"/>
          </a:xfrm>
        </p:spPr>
        <p:txBody>
          <a:bodyPr anchor="ctr"/>
          <a:lstStyle>
            <a:lvl1pPr marL="0" indent="0">
              <a:lnSpc>
                <a:spcPct val="100000"/>
              </a:lnSpc>
              <a:spcBef>
                <a:spcPts val="0"/>
              </a:spcBef>
              <a:buNone/>
              <a:defRPr sz="1200" b="0"/>
            </a:lvl1pPr>
          </a:lstStyle>
          <a:p>
            <a:pPr lvl="0"/>
            <a:r>
              <a:rPr lang="de-DE"/>
              <a:t>Telefonnummer</a:t>
            </a:r>
            <a:endParaRPr lang="en-US"/>
          </a:p>
        </p:txBody>
      </p:sp>
      <p:pic>
        <p:nvPicPr>
          <p:cNvPr id="45" name="Grafik 44">
            <a:extLst>
              <a:ext uri="{FF2B5EF4-FFF2-40B4-BE49-F238E27FC236}">
                <a16:creationId xmlns:a16="http://schemas.microsoft.com/office/drawing/2014/main" id="{A86622D2-0550-4FAC-814C-502BFDAAF69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80416" y="2513490"/>
            <a:ext cx="162000" cy="162000"/>
          </a:xfrm>
          <a:prstGeom prst="rect">
            <a:avLst/>
          </a:prstGeom>
        </p:spPr>
      </p:pic>
      <p:pic>
        <p:nvPicPr>
          <p:cNvPr id="46" name="Grafik 45">
            <a:extLst>
              <a:ext uri="{FF2B5EF4-FFF2-40B4-BE49-F238E27FC236}">
                <a16:creationId xmlns:a16="http://schemas.microsoft.com/office/drawing/2014/main" id="{B5774B7C-155B-420A-BE14-358CE37973A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80416" y="2306336"/>
            <a:ext cx="162000" cy="162000"/>
          </a:xfrm>
          <a:prstGeom prst="rect">
            <a:avLst/>
          </a:prstGeom>
        </p:spPr>
      </p:pic>
      <p:pic>
        <p:nvPicPr>
          <p:cNvPr id="47" name="Grafik 46">
            <a:extLst>
              <a:ext uri="{FF2B5EF4-FFF2-40B4-BE49-F238E27FC236}">
                <a16:creationId xmlns:a16="http://schemas.microsoft.com/office/drawing/2014/main" id="{5607D393-07B2-41B9-B4C3-1942A85CB9E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80416" y="4026129"/>
            <a:ext cx="162000" cy="162000"/>
          </a:xfrm>
          <a:prstGeom prst="rect">
            <a:avLst/>
          </a:prstGeom>
        </p:spPr>
      </p:pic>
      <p:pic>
        <p:nvPicPr>
          <p:cNvPr id="52" name="Grafik 51">
            <a:extLst>
              <a:ext uri="{FF2B5EF4-FFF2-40B4-BE49-F238E27FC236}">
                <a16:creationId xmlns:a16="http://schemas.microsoft.com/office/drawing/2014/main" id="{2161BF58-6B73-4C63-BD1B-51FC6F76AD5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82814" y="3816174"/>
            <a:ext cx="162000" cy="162000"/>
          </a:xfrm>
          <a:prstGeom prst="rect">
            <a:avLst/>
          </a:prstGeom>
        </p:spPr>
      </p:pic>
      <p:pic>
        <p:nvPicPr>
          <p:cNvPr id="53" name="Grafik 52">
            <a:extLst>
              <a:ext uri="{FF2B5EF4-FFF2-40B4-BE49-F238E27FC236}">
                <a16:creationId xmlns:a16="http://schemas.microsoft.com/office/drawing/2014/main" id="{D9875E42-33C5-454B-B53A-A21AEDA02E5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82814" y="5549343"/>
            <a:ext cx="162000" cy="162000"/>
          </a:xfrm>
          <a:prstGeom prst="rect">
            <a:avLst/>
          </a:prstGeom>
        </p:spPr>
      </p:pic>
      <p:pic>
        <p:nvPicPr>
          <p:cNvPr id="57" name="Grafik 56">
            <a:extLst>
              <a:ext uri="{FF2B5EF4-FFF2-40B4-BE49-F238E27FC236}">
                <a16:creationId xmlns:a16="http://schemas.microsoft.com/office/drawing/2014/main" id="{3D4ABA95-661B-499F-BCD3-398F3D95B0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82814" y="5338736"/>
            <a:ext cx="162000" cy="162000"/>
          </a:xfrm>
          <a:prstGeom prst="rect">
            <a:avLst/>
          </a:prstGeom>
        </p:spPr>
      </p:pic>
      <p:pic>
        <p:nvPicPr>
          <p:cNvPr id="4" name="Grafik 3">
            <a:extLst>
              <a:ext uri="{FF2B5EF4-FFF2-40B4-BE49-F238E27FC236}">
                <a16:creationId xmlns:a16="http://schemas.microsoft.com/office/drawing/2014/main" id="{27FCA662-B0E4-F65F-7F47-A6DE8B1DA25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8277" y="404813"/>
            <a:ext cx="1335739" cy="585850"/>
          </a:xfrm>
          <a:prstGeom prst="rect">
            <a:avLst/>
          </a:prstGeom>
        </p:spPr>
      </p:pic>
    </p:spTree>
    <p:extLst>
      <p:ext uri="{BB962C8B-B14F-4D97-AF65-F5344CB8AC3E}">
        <p14:creationId xmlns:p14="http://schemas.microsoft.com/office/powerpoint/2010/main" val="5768951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chlussfolie mit Kontakt">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501FEB6A-0CBA-7EE3-205B-809E63517C78}"/>
              </a:ext>
            </a:extLst>
          </p:cNvPr>
          <p:cNvSpPr/>
          <p:nvPr userDrawn="1"/>
        </p:nvSpPr>
        <p:spPr>
          <a:xfrm>
            <a:off x="-1" y="34131"/>
            <a:ext cx="12168553"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5" name="Rechteck 134">
            <a:extLst>
              <a:ext uri="{FF2B5EF4-FFF2-40B4-BE49-F238E27FC236}">
                <a16:creationId xmlns:a16="http://schemas.microsoft.com/office/drawing/2014/main" id="{02829C90-5D86-4C21-88CE-D32F8B602506}"/>
              </a:ext>
            </a:extLst>
          </p:cNvPr>
          <p:cNvSpPr/>
          <p:nvPr userDrawn="1"/>
        </p:nvSpPr>
        <p:spPr>
          <a:xfrm>
            <a:off x="339969" y="238126"/>
            <a:ext cx="11465169"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8077201" y="68262"/>
            <a:ext cx="4114800" cy="6789738"/>
          </a:xfrm>
          <a:solidFill>
            <a:srgbClr val="E7B2C2"/>
          </a:solidFill>
        </p:spPr>
        <p:txBody>
          <a:bodyPr/>
          <a:lstStyle>
            <a:lvl1pPr marL="0" indent="0">
              <a:buNone/>
              <a:defRPr/>
            </a:lvl1pPr>
          </a:lstStyle>
          <a:p>
            <a:r>
              <a:rPr lang="de-DE"/>
              <a:t> </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Titel 1">
            <a:extLst>
              <a:ext uri="{FF2B5EF4-FFF2-40B4-BE49-F238E27FC236}">
                <a16:creationId xmlns:a16="http://schemas.microsoft.com/office/drawing/2014/main" id="{7EBD8B3E-1EF0-4260-9B96-B63981505DC8}"/>
              </a:ext>
            </a:extLst>
          </p:cNvPr>
          <p:cNvSpPr>
            <a:spLocks noGrp="1"/>
          </p:cNvSpPr>
          <p:nvPr>
            <p:ph type="title" hasCustomPrompt="1"/>
          </p:nvPr>
        </p:nvSpPr>
        <p:spPr>
          <a:xfrm>
            <a:off x="557539" y="1449000"/>
            <a:ext cx="7086599" cy="776288"/>
          </a:xfrm>
        </p:spPr>
        <p:txBody>
          <a:bodyPr/>
          <a:lstStyle>
            <a:lvl1pPr>
              <a:defRPr sz="2800"/>
            </a:lvl1pPr>
          </a:lstStyle>
          <a:p>
            <a:r>
              <a:rPr lang="de-DE" err="1"/>
              <a:t>Lorem</a:t>
            </a:r>
            <a:r>
              <a:rPr lang="de-DE"/>
              <a:t> Ipsum Vielen Dank für Ihre Aufmerksamkeit</a:t>
            </a:r>
            <a:endParaRPr lang="en-US"/>
          </a:p>
        </p:txBody>
      </p:sp>
      <p:sp>
        <p:nvSpPr>
          <p:cNvPr id="29" name="Textplatzhalter 38">
            <a:extLst>
              <a:ext uri="{FF2B5EF4-FFF2-40B4-BE49-F238E27FC236}">
                <a16:creationId xmlns:a16="http://schemas.microsoft.com/office/drawing/2014/main" id="{31F9CB24-C951-491B-94A5-93BCD28B95D0}"/>
              </a:ext>
            </a:extLst>
          </p:cNvPr>
          <p:cNvSpPr>
            <a:spLocks noGrp="1"/>
          </p:cNvSpPr>
          <p:nvPr>
            <p:ph type="body" sz="quarter" idx="14" hasCustomPrompt="1"/>
          </p:nvPr>
        </p:nvSpPr>
        <p:spPr>
          <a:xfrm>
            <a:off x="557539" y="2444401"/>
            <a:ext cx="7086599"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Subheadline </a:t>
            </a:r>
            <a:r>
              <a:rPr lang="de-DE" err="1"/>
              <a:t>Lorem</a:t>
            </a:r>
            <a:br>
              <a:rPr lang="de-DE"/>
            </a:br>
            <a:r>
              <a:rPr lang="de-DE"/>
              <a:t>Zweite Zeile Ipsum</a:t>
            </a:r>
            <a:endParaRPr lang="en-US"/>
          </a:p>
        </p:txBody>
      </p:sp>
      <p:cxnSp>
        <p:nvCxnSpPr>
          <p:cNvPr id="31" name="Gerader Verbinder 30">
            <a:extLst>
              <a:ext uri="{FF2B5EF4-FFF2-40B4-BE49-F238E27FC236}">
                <a16:creationId xmlns:a16="http://schemas.microsoft.com/office/drawing/2014/main" id="{4BB69AF9-128B-4745-B95C-72CFA53827A8}"/>
              </a:ext>
            </a:extLst>
          </p:cNvPr>
          <p:cNvCxnSpPr>
            <a:cxnSpLocks/>
          </p:cNvCxnSpPr>
          <p:nvPr userDrawn="1"/>
        </p:nvCxnSpPr>
        <p:spPr>
          <a:xfrm>
            <a:off x="558277" y="3081600"/>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2" name="Bildplatzhalter 9">
            <a:extLst>
              <a:ext uri="{FF2B5EF4-FFF2-40B4-BE49-F238E27FC236}">
                <a16:creationId xmlns:a16="http://schemas.microsoft.com/office/drawing/2014/main" id="{5AEB2A05-54AF-476C-BD47-D4F5A4D64D4D}"/>
              </a:ext>
            </a:extLst>
          </p:cNvPr>
          <p:cNvSpPr>
            <a:spLocks noGrp="1"/>
          </p:cNvSpPr>
          <p:nvPr>
            <p:ph type="pic" sz="quarter" idx="15" hasCustomPrompt="1"/>
          </p:nvPr>
        </p:nvSpPr>
        <p:spPr>
          <a:xfrm>
            <a:off x="557456" y="3657600"/>
            <a:ext cx="1764000" cy="1763712"/>
          </a:xfrm>
          <a:blipFill>
            <a:blip r:embed="rId2"/>
            <a:stretch>
              <a:fillRect/>
            </a:stretch>
          </a:blipFill>
        </p:spPr>
        <p:txBody>
          <a:bodyPr/>
          <a:lstStyle>
            <a:lvl1pPr marL="0" indent="0">
              <a:buNone/>
              <a:defRPr/>
            </a:lvl1pPr>
          </a:lstStyle>
          <a:p>
            <a:r>
              <a:rPr lang="de-DE"/>
              <a:t> </a:t>
            </a:r>
            <a:endParaRPr lang="en-US"/>
          </a:p>
        </p:txBody>
      </p:sp>
      <p:sp>
        <p:nvSpPr>
          <p:cNvPr id="33" name="Textplatzhalter 11">
            <a:extLst>
              <a:ext uri="{FF2B5EF4-FFF2-40B4-BE49-F238E27FC236}">
                <a16:creationId xmlns:a16="http://schemas.microsoft.com/office/drawing/2014/main" id="{D93A3093-020E-4C4A-BB44-8E73D06E865E}"/>
              </a:ext>
            </a:extLst>
          </p:cNvPr>
          <p:cNvSpPr>
            <a:spLocks noGrp="1"/>
          </p:cNvSpPr>
          <p:nvPr>
            <p:ph type="body" sz="quarter" idx="16" hasCustomPrompt="1"/>
          </p:nvPr>
        </p:nvSpPr>
        <p:spPr>
          <a:xfrm>
            <a:off x="2880332" y="3657600"/>
            <a:ext cx="4763806" cy="234871"/>
          </a:xfrm>
        </p:spPr>
        <p:txBody>
          <a:bodyPr anchor="t"/>
          <a:lstStyle>
            <a:lvl1pPr marL="0" indent="0">
              <a:lnSpc>
                <a:spcPct val="100000"/>
              </a:lnSpc>
              <a:spcBef>
                <a:spcPts val="0"/>
              </a:spcBef>
              <a:buNone/>
              <a:defRPr b="1"/>
            </a:lvl1pPr>
          </a:lstStyle>
          <a:p>
            <a:pPr lvl="0"/>
            <a:r>
              <a:rPr lang="de-DE"/>
              <a:t>Name</a:t>
            </a:r>
            <a:endParaRPr lang="en-US"/>
          </a:p>
        </p:txBody>
      </p:sp>
      <p:sp>
        <p:nvSpPr>
          <p:cNvPr id="37" name="Textplatzhalter 11">
            <a:extLst>
              <a:ext uri="{FF2B5EF4-FFF2-40B4-BE49-F238E27FC236}">
                <a16:creationId xmlns:a16="http://schemas.microsoft.com/office/drawing/2014/main" id="{60CA7A47-57E9-487D-AA1F-8A06FEF75984}"/>
              </a:ext>
            </a:extLst>
          </p:cNvPr>
          <p:cNvSpPr>
            <a:spLocks noGrp="1"/>
          </p:cNvSpPr>
          <p:nvPr>
            <p:ph type="body" sz="quarter" idx="17" hasCustomPrompt="1"/>
          </p:nvPr>
        </p:nvSpPr>
        <p:spPr>
          <a:xfrm>
            <a:off x="3334674" y="4258972"/>
            <a:ext cx="4309465" cy="234873"/>
          </a:xfrm>
        </p:spPr>
        <p:txBody>
          <a:bodyPr anchor="ctr"/>
          <a:lstStyle>
            <a:lvl1pPr marL="0" indent="0">
              <a:lnSpc>
                <a:spcPct val="100000"/>
              </a:lnSpc>
              <a:spcBef>
                <a:spcPts val="0"/>
              </a:spcBef>
              <a:buNone/>
              <a:defRPr b="0"/>
            </a:lvl1pPr>
          </a:lstStyle>
          <a:p>
            <a:pPr lvl="0"/>
            <a:r>
              <a:rPr lang="de-DE"/>
              <a:t>E-Mail</a:t>
            </a:r>
            <a:endParaRPr lang="en-US"/>
          </a:p>
        </p:txBody>
      </p:sp>
      <p:sp>
        <p:nvSpPr>
          <p:cNvPr id="38" name="Textplatzhalter 11">
            <a:extLst>
              <a:ext uri="{FF2B5EF4-FFF2-40B4-BE49-F238E27FC236}">
                <a16:creationId xmlns:a16="http://schemas.microsoft.com/office/drawing/2014/main" id="{EB971443-14B3-4564-B92A-16AA36DF7A68}"/>
              </a:ext>
            </a:extLst>
          </p:cNvPr>
          <p:cNvSpPr>
            <a:spLocks noGrp="1"/>
          </p:cNvSpPr>
          <p:nvPr>
            <p:ph type="body" sz="quarter" idx="18" hasCustomPrompt="1"/>
          </p:nvPr>
        </p:nvSpPr>
        <p:spPr>
          <a:xfrm>
            <a:off x="3334673" y="4566309"/>
            <a:ext cx="4309465" cy="234873"/>
          </a:xfrm>
        </p:spPr>
        <p:txBody>
          <a:bodyPr anchor="ctr"/>
          <a:lstStyle>
            <a:lvl1pPr marL="0" indent="0">
              <a:lnSpc>
                <a:spcPct val="100000"/>
              </a:lnSpc>
              <a:spcBef>
                <a:spcPts val="0"/>
              </a:spcBef>
              <a:buNone/>
              <a:defRPr b="0"/>
            </a:lvl1pPr>
          </a:lstStyle>
          <a:p>
            <a:pPr lvl="0"/>
            <a:r>
              <a:rPr lang="de-DE"/>
              <a:t>Telefonnummer</a:t>
            </a:r>
            <a:endParaRPr lang="en-US"/>
          </a:p>
        </p:txBody>
      </p:sp>
      <p:sp>
        <p:nvSpPr>
          <p:cNvPr id="40" name="Textplatzhalter 11">
            <a:extLst>
              <a:ext uri="{FF2B5EF4-FFF2-40B4-BE49-F238E27FC236}">
                <a16:creationId xmlns:a16="http://schemas.microsoft.com/office/drawing/2014/main" id="{BC014FD6-2FE7-4F17-96C1-2281D981E3F3}"/>
              </a:ext>
            </a:extLst>
          </p:cNvPr>
          <p:cNvSpPr>
            <a:spLocks noGrp="1"/>
          </p:cNvSpPr>
          <p:nvPr>
            <p:ph type="body" sz="quarter" idx="19" hasCustomPrompt="1"/>
          </p:nvPr>
        </p:nvSpPr>
        <p:spPr>
          <a:xfrm>
            <a:off x="3334673" y="4875527"/>
            <a:ext cx="4309465" cy="234873"/>
          </a:xfrm>
        </p:spPr>
        <p:txBody>
          <a:bodyPr anchor="ctr"/>
          <a:lstStyle>
            <a:lvl1pPr marL="0" indent="0">
              <a:lnSpc>
                <a:spcPct val="100000"/>
              </a:lnSpc>
              <a:spcBef>
                <a:spcPts val="0"/>
              </a:spcBef>
              <a:buNone/>
              <a:defRPr b="0"/>
            </a:lvl1pPr>
          </a:lstStyle>
          <a:p>
            <a:pPr lvl="0"/>
            <a:r>
              <a:rPr lang="de-DE"/>
              <a:t>LinkedIn</a:t>
            </a:r>
            <a:endParaRPr lang="en-US"/>
          </a:p>
        </p:txBody>
      </p:sp>
      <p:sp>
        <p:nvSpPr>
          <p:cNvPr id="41" name="Textplatzhalter 11">
            <a:extLst>
              <a:ext uri="{FF2B5EF4-FFF2-40B4-BE49-F238E27FC236}">
                <a16:creationId xmlns:a16="http://schemas.microsoft.com/office/drawing/2014/main" id="{3556376F-B2A9-40C5-A9E1-AC3E455FB955}"/>
              </a:ext>
            </a:extLst>
          </p:cNvPr>
          <p:cNvSpPr>
            <a:spLocks noGrp="1"/>
          </p:cNvSpPr>
          <p:nvPr>
            <p:ph type="body" sz="quarter" idx="20" hasCustomPrompt="1"/>
          </p:nvPr>
        </p:nvSpPr>
        <p:spPr>
          <a:xfrm>
            <a:off x="2880332" y="3896405"/>
            <a:ext cx="4763806" cy="234872"/>
          </a:xfrm>
        </p:spPr>
        <p:txBody>
          <a:bodyPr anchor="ctr"/>
          <a:lstStyle>
            <a:lvl1pPr marL="0" indent="0">
              <a:lnSpc>
                <a:spcPct val="100000"/>
              </a:lnSpc>
              <a:spcBef>
                <a:spcPts val="0"/>
              </a:spcBef>
              <a:buNone/>
              <a:defRPr b="0"/>
            </a:lvl1pPr>
          </a:lstStyle>
          <a:p>
            <a:pPr lvl="0"/>
            <a:r>
              <a:rPr lang="de-DE"/>
              <a:t>Position/Organisation</a:t>
            </a:r>
            <a:endParaRPr lang="en-US"/>
          </a:p>
        </p:txBody>
      </p:sp>
      <p:sp>
        <p:nvSpPr>
          <p:cNvPr id="42" name="Textplatzhalter 11">
            <a:extLst>
              <a:ext uri="{FF2B5EF4-FFF2-40B4-BE49-F238E27FC236}">
                <a16:creationId xmlns:a16="http://schemas.microsoft.com/office/drawing/2014/main" id="{5325C0F0-1B0C-4E64-BC25-B07BCFBC9810}"/>
              </a:ext>
            </a:extLst>
          </p:cNvPr>
          <p:cNvSpPr>
            <a:spLocks noGrp="1"/>
          </p:cNvSpPr>
          <p:nvPr>
            <p:ph type="body" sz="quarter" idx="21" hasCustomPrompt="1"/>
          </p:nvPr>
        </p:nvSpPr>
        <p:spPr>
          <a:xfrm>
            <a:off x="3334672" y="5186438"/>
            <a:ext cx="4309465" cy="234873"/>
          </a:xfrm>
        </p:spPr>
        <p:txBody>
          <a:bodyPr anchor="ctr"/>
          <a:lstStyle>
            <a:lvl1pPr marL="0" indent="0">
              <a:lnSpc>
                <a:spcPct val="100000"/>
              </a:lnSpc>
              <a:spcBef>
                <a:spcPts val="0"/>
              </a:spcBef>
              <a:buNone/>
              <a:defRPr b="0"/>
            </a:lvl1pPr>
          </a:lstStyle>
          <a:p>
            <a:pPr lvl="0"/>
            <a:r>
              <a:rPr lang="de-DE"/>
              <a:t>Weitere Kontaktangabe</a:t>
            </a:r>
            <a:endParaRPr lang="en-US"/>
          </a:p>
        </p:txBody>
      </p:sp>
      <p:sp>
        <p:nvSpPr>
          <p:cNvPr id="44" name="Textplatzhalter 38">
            <a:extLst>
              <a:ext uri="{FF2B5EF4-FFF2-40B4-BE49-F238E27FC236}">
                <a16:creationId xmlns:a16="http://schemas.microsoft.com/office/drawing/2014/main" id="{FC8043D3-066C-4977-8E23-969B6531975F}"/>
              </a:ext>
            </a:extLst>
          </p:cNvPr>
          <p:cNvSpPr>
            <a:spLocks noGrp="1"/>
          </p:cNvSpPr>
          <p:nvPr>
            <p:ph type="body" sz="quarter" idx="22" hasCustomPrompt="1"/>
          </p:nvPr>
        </p:nvSpPr>
        <p:spPr>
          <a:xfrm>
            <a:off x="558277" y="3225600"/>
            <a:ext cx="7086599" cy="288000"/>
          </a:xfrm>
        </p:spPr>
        <p:txBody>
          <a:bodyPr anchor="ctr"/>
          <a:lstStyle>
            <a:lvl1pPr marL="0" indent="0">
              <a:spcBef>
                <a:spcPts val="0"/>
              </a:spcBef>
              <a:buNone/>
              <a:defRPr sz="1800"/>
            </a:lvl1pPr>
            <a:lvl2pPr>
              <a:defRPr sz="1600"/>
            </a:lvl2pPr>
            <a:lvl3pPr>
              <a:defRPr sz="1400"/>
            </a:lvl3pPr>
            <a:lvl4pPr>
              <a:defRPr sz="1200"/>
            </a:lvl4pPr>
            <a:lvl5pPr>
              <a:defRPr sz="1200"/>
            </a:lvl5pPr>
          </a:lstStyle>
          <a:p>
            <a:pPr lvl="0"/>
            <a:r>
              <a:rPr lang="de-DE" err="1"/>
              <a:t>Lorem</a:t>
            </a:r>
            <a:r>
              <a:rPr lang="de-DE"/>
              <a:t> Ipsum Ihre Ansprechperson:</a:t>
            </a:r>
            <a:endParaRPr lang="en-US"/>
          </a:p>
        </p:txBody>
      </p:sp>
      <p:pic>
        <p:nvPicPr>
          <p:cNvPr id="25" name="Grafik 24">
            <a:extLst>
              <a:ext uri="{FF2B5EF4-FFF2-40B4-BE49-F238E27FC236}">
                <a16:creationId xmlns:a16="http://schemas.microsoft.com/office/drawing/2014/main" id="{2C71578A-B6F0-43FA-BA38-9D87408E864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69466" y="405277"/>
            <a:ext cx="1490668" cy="408233"/>
          </a:xfrm>
          <a:prstGeom prst="rect">
            <a:avLst/>
          </a:prstGeom>
        </p:spPr>
      </p:pic>
      <p:pic>
        <p:nvPicPr>
          <p:cNvPr id="26" name="Grafik 25">
            <a:extLst>
              <a:ext uri="{FF2B5EF4-FFF2-40B4-BE49-F238E27FC236}">
                <a16:creationId xmlns:a16="http://schemas.microsoft.com/office/drawing/2014/main" id="{4A088985-2665-4AE3-AA76-8C25C5653CF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0837" y="6416880"/>
            <a:ext cx="250152" cy="250152"/>
          </a:xfrm>
          <a:prstGeom prst="rect">
            <a:avLst/>
          </a:prstGeom>
        </p:spPr>
      </p:pic>
      <p:sp>
        <p:nvSpPr>
          <p:cNvPr id="27" name="Textfeld 26">
            <a:extLst>
              <a:ext uri="{FF2B5EF4-FFF2-40B4-BE49-F238E27FC236}">
                <a16:creationId xmlns:a16="http://schemas.microsoft.com/office/drawing/2014/main" id="{37097EB9-39CF-4278-9503-88ECB66E4649}"/>
              </a:ext>
            </a:extLst>
          </p:cNvPr>
          <p:cNvSpPr txBox="1"/>
          <p:nvPr userDrawn="1"/>
        </p:nvSpPr>
        <p:spPr>
          <a:xfrm>
            <a:off x="903068" y="6447332"/>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pic>
        <p:nvPicPr>
          <p:cNvPr id="30" name="Grafik 29">
            <a:extLst>
              <a:ext uri="{FF2B5EF4-FFF2-40B4-BE49-F238E27FC236}">
                <a16:creationId xmlns:a16="http://schemas.microsoft.com/office/drawing/2014/main" id="{BCE4030F-F398-4BD1-94E6-4CF250E9107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78911" y="4593745"/>
            <a:ext cx="180000" cy="180000"/>
          </a:xfrm>
          <a:prstGeom prst="rect">
            <a:avLst/>
          </a:prstGeom>
        </p:spPr>
      </p:pic>
      <p:pic>
        <p:nvPicPr>
          <p:cNvPr id="39" name="Grafik 38">
            <a:extLst>
              <a:ext uri="{FF2B5EF4-FFF2-40B4-BE49-F238E27FC236}">
                <a16:creationId xmlns:a16="http://schemas.microsoft.com/office/drawing/2014/main" id="{5405B0C0-0E52-4FF4-9DF2-BA5DD567450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78911" y="4899677"/>
            <a:ext cx="180000" cy="180000"/>
          </a:xfrm>
          <a:prstGeom prst="rect">
            <a:avLst/>
          </a:prstGeom>
        </p:spPr>
      </p:pic>
      <p:pic>
        <p:nvPicPr>
          <p:cNvPr id="43" name="Grafik 42">
            <a:extLst>
              <a:ext uri="{FF2B5EF4-FFF2-40B4-BE49-F238E27FC236}">
                <a16:creationId xmlns:a16="http://schemas.microsoft.com/office/drawing/2014/main" id="{45D18A16-683E-40D9-8D97-FF0CF2B5787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78911" y="4287813"/>
            <a:ext cx="180000" cy="180000"/>
          </a:xfrm>
          <a:prstGeom prst="rect">
            <a:avLst/>
          </a:prstGeom>
        </p:spPr>
      </p:pic>
      <p:pic>
        <p:nvPicPr>
          <p:cNvPr id="2" name="Grafik 1">
            <a:extLst>
              <a:ext uri="{FF2B5EF4-FFF2-40B4-BE49-F238E27FC236}">
                <a16:creationId xmlns:a16="http://schemas.microsoft.com/office/drawing/2014/main" id="{2D19D78A-3556-9DDC-E31A-B402D898B65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8277" y="404813"/>
            <a:ext cx="1335739" cy="585850"/>
          </a:xfrm>
          <a:prstGeom prst="rect">
            <a:avLst/>
          </a:prstGeom>
        </p:spPr>
      </p:pic>
    </p:spTree>
    <p:extLst>
      <p:ext uri="{BB962C8B-B14F-4D97-AF65-F5344CB8AC3E}">
        <p14:creationId xmlns:p14="http://schemas.microsoft.com/office/powerpoint/2010/main" val="22078629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chlussfolie">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A1B165D-2D9E-8D1E-D787-71A9A4E01700}"/>
              </a:ext>
            </a:extLst>
          </p:cNvPr>
          <p:cNvSpPr/>
          <p:nvPr userDrawn="1"/>
        </p:nvSpPr>
        <p:spPr>
          <a:xfrm>
            <a:off x="-1" y="34131"/>
            <a:ext cx="12168553"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550800" y="1403759"/>
            <a:ext cx="7086599" cy="776288"/>
          </a:xfrm>
        </p:spPr>
        <p:txBody>
          <a:bodyPr/>
          <a:lstStyle>
            <a:lvl1pPr>
              <a:defRPr sz="2800"/>
            </a:lvl1pPr>
          </a:lstStyle>
          <a:p>
            <a:r>
              <a:rPr lang="de-DE"/>
              <a:t>Schlussfolie </a:t>
            </a:r>
            <a:r>
              <a:rPr lang="de-DE" err="1"/>
              <a:t>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8077201" y="68262"/>
            <a:ext cx="4114800" cy="6789738"/>
          </a:xfrm>
          <a:solidFill>
            <a:srgbClr val="E7B2C2"/>
          </a:solidFill>
        </p:spPr>
        <p:txBody>
          <a:bodyPr/>
          <a:lstStyle>
            <a:lvl1pPr marL="0" indent="0">
              <a:buNone/>
              <a:defRPr/>
            </a:lvl1pPr>
          </a:lstStyle>
          <a:p>
            <a:r>
              <a:rPr lang="de-DE"/>
              <a:t> </a:t>
            </a:r>
            <a:endParaRPr lang="en-US"/>
          </a:p>
        </p:txBody>
      </p:sp>
      <p:cxnSp>
        <p:nvCxnSpPr>
          <p:cNvPr id="36" name="Gerader Verbinder 35">
            <a:extLst>
              <a:ext uri="{FF2B5EF4-FFF2-40B4-BE49-F238E27FC236}">
                <a16:creationId xmlns:a16="http://schemas.microsoft.com/office/drawing/2014/main" id="{0A6A1785-717B-4105-AEF1-3558EA09322A}"/>
              </a:ext>
            </a:extLst>
          </p:cNvPr>
          <p:cNvCxnSpPr>
            <a:cxnSpLocks/>
          </p:cNvCxnSpPr>
          <p:nvPr userDrawn="1"/>
        </p:nvCxnSpPr>
        <p:spPr>
          <a:xfrm>
            <a:off x="560837" y="1243648"/>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550800" y="2398210"/>
            <a:ext cx="7086599"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Subheadline </a:t>
            </a:r>
            <a:r>
              <a:rPr lang="de-DE" err="1"/>
              <a:t>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7" name="Gerader Verbinder 136">
            <a:extLst>
              <a:ext uri="{FF2B5EF4-FFF2-40B4-BE49-F238E27FC236}">
                <a16:creationId xmlns:a16="http://schemas.microsoft.com/office/drawing/2014/main" id="{9F27BDD9-D063-403B-A5F1-57C38EF89F35}"/>
              </a:ext>
            </a:extLst>
          </p:cNvPr>
          <p:cNvCxnSpPr>
            <a:cxnSpLocks/>
          </p:cNvCxnSpPr>
          <p:nvPr userDrawn="1"/>
        </p:nvCxnSpPr>
        <p:spPr>
          <a:xfrm>
            <a:off x="550800" y="1243648"/>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4" name="Grafik 13">
            <a:extLst>
              <a:ext uri="{FF2B5EF4-FFF2-40B4-BE49-F238E27FC236}">
                <a16:creationId xmlns:a16="http://schemas.microsoft.com/office/drawing/2014/main" id="{95A4B8F2-19D0-483B-8181-A90BF91331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0837" y="6416880"/>
            <a:ext cx="250152" cy="250152"/>
          </a:xfrm>
          <a:prstGeom prst="rect">
            <a:avLst/>
          </a:prstGeom>
        </p:spPr>
      </p:pic>
      <p:sp>
        <p:nvSpPr>
          <p:cNvPr id="16" name="Textfeld 15">
            <a:extLst>
              <a:ext uri="{FF2B5EF4-FFF2-40B4-BE49-F238E27FC236}">
                <a16:creationId xmlns:a16="http://schemas.microsoft.com/office/drawing/2014/main" id="{E2FEE256-694A-45E5-A81E-B437D0CB9011}"/>
              </a:ext>
            </a:extLst>
          </p:cNvPr>
          <p:cNvSpPr txBox="1"/>
          <p:nvPr userDrawn="1"/>
        </p:nvSpPr>
        <p:spPr>
          <a:xfrm>
            <a:off x="903068" y="6447332"/>
            <a:ext cx="5200016" cy="189249"/>
          </a:xfrm>
          <a:prstGeom prst="rect">
            <a:avLst/>
          </a:prstGeom>
          <a:ln>
            <a:noFill/>
          </a:ln>
        </p:spPr>
        <p:txBody>
          <a:bodyPr vert="horz" wrap="square" lIns="0" tIns="0" rIns="0" bIns="0" rtlCol="0" anchor="ctr">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de-DE" sz="1200" kern="1200" noProof="0" dirty="0">
                <a:solidFill>
                  <a:schemeClr val="accent2"/>
                </a:solidFill>
                <a:latin typeface="+mn-lt"/>
                <a:ea typeface="+mn-ea"/>
                <a:cs typeface="+mn-cs"/>
              </a:rPr>
              <a:t>Augsburg      Bayreuth      Frankfurt      München      Stuttgart</a:t>
            </a:r>
          </a:p>
        </p:txBody>
      </p:sp>
      <p:pic>
        <p:nvPicPr>
          <p:cNvPr id="19" name="Grafik 18">
            <a:extLst>
              <a:ext uri="{FF2B5EF4-FFF2-40B4-BE49-F238E27FC236}">
                <a16:creationId xmlns:a16="http://schemas.microsoft.com/office/drawing/2014/main" id="{E66C9D0D-CF42-42EC-AA95-FE064F3C62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69466" y="404813"/>
            <a:ext cx="1490668" cy="408233"/>
          </a:xfrm>
          <a:prstGeom prst="rect">
            <a:avLst/>
          </a:prstGeom>
        </p:spPr>
      </p:pic>
      <p:pic>
        <p:nvPicPr>
          <p:cNvPr id="3" name="Grafik 2">
            <a:extLst>
              <a:ext uri="{FF2B5EF4-FFF2-40B4-BE49-F238E27FC236}">
                <a16:creationId xmlns:a16="http://schemas.microsoft.com/office/drawing/2014/main" id="{5C8CD5A9-9C09-BD2E-25AC-022B8DA7CDC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277" y="404813"/>
            <a:ext cx="1335739" cy="585850"/>
          </a:xfrm>
          <a:prstGeom prst="rect">
            <a:avLst/>
          </a:prstGeom>
        </p:spPr>
      </p:pic>
    </p:spTree>
    <p:extLst>
      <p:ext uri="{BB962C8B-B14F-4D97-AF65-F5344CB8AC3E}">
        <p14:creationId xmlns:p14="http://schemas.microsoft.com/office/powerpoint/2010/main" val="21730263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elfolie_H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Professoren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5399" y="0"/>
            <a:ext cx="4114800" cy="6858000"/>
          </a:xfrm>
          <a:solidFill>
            <a:srgbClr val="B2C5D9"/>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solidFill>
                  <a:srgbClr val="4B4B4B"/>
                </a:solidFill>
              </a:defRPr>
            </a:lvl1pPr>
            <a:lvl2pPr>
              <a:defRPr sz="1600"/>
            </a:lvl2pPr>
            <a:lvl3pPr>
              <a:defRPr sz="1400"/>
            </a:lvl3pPr>
            <a:lvl4pPr>
              <a:defRPr sz="1200"/>
            </a:lvl4pPr>
            <a:lvl5pPr>
              <a:defRPr sz="1200"/>
            </a:lvl5pPr>
          </a:lstStyle>
          <a:p>
            <a:pPr lvl="0"/>
            <a:r>
              <a:rPr lang="de-DE"/>
              <a:t>Untertitel </a:t>
            </a:r>
            <a:r>
              <a:rPr lang="de-DE" err="1"/>
              <a:t>Lorem</a:t>
            </a:r>
            <a:br>
              <a:rPr lang="de-DE"/>
            </a:br>
            <a:r>
              <a:rPr lang="de-DE"/>
              <a:t>Zweite Zeile Ipsum</a:t>
            </a:r>
            <a:endParaRPr lang="en-US"/>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C381B08E-A7BD-5046-B487-5793AEEF43A9}"/>
              </a:ext>
            </a:extLst>
          </p:cNvPr>
          <p:cNvSpPr txBox="1"/>
          <p:nvPr userDrawn="1"/>
        </p:nvSpPr>
        <p:spPr>
          <a:xfrm>
            <a:off x="4548554" y="3047093"/>
            <a:ext cx="7086600" cy="3154187"/>
          </a:xfrm>
          <a:prstGeom prst="rect">
            <a:avLst/>
          </a:prstGeom>
        </p:spPr>
        <p:txBody>
          <a:bodyPr vert="horz" wrap="square" lIns="0" tIns="0" rIns="0" bIns="0" rtlCol="0">
            <a:noAutofit/>
          </a:bodyPr>
          <a:lstStyle/>
          <a:p>
            <a:pPr lvl="0"/>
            <a:r>
              <a:rPr lang="de-DE" sz="1200" b="1" dirty="0">
                <a:solidFill>
                  <a:srgbClr val="4B4B4B"/>
                </a:solidFill>
              </a:rPr>
              <a:t>Prof. Dr. Henner Gimpel</a:t>
            </a:r>
          </a:p>
          <a:p>
            <a:pPr lvl="0"/>
            <a:endParaRPr lang="de-DE" sz="1200" b="1" dirty="0">
              <a:solidFill>
                <a:srgbClr val="4B4B4B"/>
              </a:solidFill>
            </a:endParaRPr>
          </a:p>
          <a:p>
            <a:pPr lvl="0"/>
            <a:r>
              <a:rPr lang="de-DE" sz="1200" b="0" dirty="0">
                <a:solidFill>
                  <a:srgbClr val="4B4B4B"/>
                </a:solidFill>
              </a:rPr>
              <a:t>Universität Hohenheim, </a:t>
            </a:r>
          </a:p>
          <a:p>
            <a:pPr lvl="0"/>
            <a:r>
              <a:rPr lang="de-DE" sz="1200" b="0" dirty="0">
                <a:solidFill>
                  <a:srgbClr val="4B4B4B"/>
                </a:solidFill>
              </a:rPr>
              <a:t>Fakultät Wirtschafts- und Sozialwissenschaften,</a:t>
            </a:r>
          </a:p>
          <a:p>
            <a:pPr lvl="0"/>
            <a:r>
              <a:rPr lang="de-DE" sz="1200" b="0" dirty="0">
                <a:solidFill>
                  <a:srgbClr val="4B4B4B"/>
                </a:solidFill>
              </a:rPr>
              <a:t>Prodekan für Forschung und Wissenstransfer</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Studiengangsleiter Digital Business Management</a:t>
            </a:r>
          </a:p>
          <a:p>
            <a:pPr lvl="0"/>
            <a:r>
              <a:rPr lang="de-DE" sz="1200" b="0" dirty="0">
                <a:solidFill>
                  <a:srgbClr val="4B4B4B"/>
                </a:solidFill>
              </a:rPr>
              <a:t>Institut für Marketing und Management</a:t>
            </a:r>
          </a:p>
          <a:p>
            <a:pPr lvl="0"/>
            <a:r>
              <a:rPr lang="de-DE" sz="1200" b="0" dirty="0">
                <a:solidFill>
                  <a:srgbClr val="4B4B4B"/>
                </a:solidFill>
              </a:rPr>
              <a:t>Fachgebiet Digitales Management</a:t>
            </a:r>
          </a:p>
          <a:p>
            <a:pPr lvl="0"/>
            <a:endParaRPr lang="de-DE" sz="1200" b="0" dirty="0">
              <a:solidFill>
                <a:srgbClr val="4B4B4B"/>
              </a:solidFill>
            </a:endParaRPr>
          </a:p>
          <a:p>
            <a:pPr lvl="0"/>
            <a:r>
              <a:rPr lang="de-DE" sz="1200" b="0" kern="1200" dirty="0">
                <a:solidFill>
                  <a:srgbClr val="4B4B4B"/>
                </a:solidFill>
                <a:latin typeface="+mn-lt"/>
                <a:ea typeface="+mn-ea"/>
                <a:cs typeface="+mn-cs"/>
              </a:rPr>
              <a:t>FIM </a:t>
            </a:r>
            <a:r>
              <a:rPr lang="de-DE" sz="1200" b="0" dirty="0">
                <a:solidFill>
                  <a:srgbClr val="4B4B4B"/>
                </a:solidFill>
              </a:rPr>
              <a:t>Forschungsinstitut für Informationsmanagement</a:t>
            </a:r>
          </a:p>
          <a:p>
            <a:pPr lvl="0"/>
            <a:endParaRPr lang="de-DE" sz="1200" b="0" dirty="0">
              <a:solidFill>
                <a:srgbClr val="4B4B4B"/>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lvl="0"/>
            <a:endParaRPr lang="de-DE" sz="1200" b="1" dirty="0">
              <a:solidFill>
                <a:srgbClr val="4B4B4B"/>
              </a:solidFill>
            </a:endParaRPr>
          </a:p>
          <a:p>
            <a:pPr lvl="0"/>
            <a:endParaRPr lang="de-DE" sz="1200" b="1" dirty="0">
              <a:solidFill>
                <a:srgbClr val="4B4B4B"/>
              </a:solidFill>
            </a:endParaRPr>
          </a:p>
          <a:p>
            <a:pPr lvl="0"/>
            <a:endParaRPr lang="de-DE" sz="1200" b="1" dirty="0">
              <a:solidFill>
                <a:srgbClr val="4B4B4B"/>
              </a:solidFill>
            </a:endParaRPr>
          </a:p>
          <a:p>
            <a:pPr lvl="0"/>
            <a:endParaRPr lang="de-DE" sz="1200" b="1" dirty="0">
              <a:solidFill>
                <a:srgbClr val="4B4B4B"/>
              </a:solidFill>
            </a:endParaRPr>
          </a:p>
          <a:p>
            <a:pPr lvl="0"/>
            <a:endParaRPr lang="de-DE" sz="1200" b="1" dirty="0">
              <a:solidFill>
                <a:srgbClr val="4B4B4B"/>
              </a:solidFill>
            </a:endParaRPr>
          </a:p>
          <a:p>
            <a:pPr lvl="0"/>
            <a:endParaRPr lang="de-DE" sz="1200" b="1" dirty="0">
              <a:solidFill>
                <a:srgbClr val="4B4B4B"/>
              </a:solidFill>
            </a:endParaRPr>
          </a:p>
          <a:p>
            <a:pPr lvl="0"/>
            <a:endParaRPr lang="de-DE" sz="1200" b="1" dirty="0">
              <a:solidFill>
                <a:srgbClr val="4B4B4B"/>
              </a:solidFill>
            </a:endParaRPr>
          </a:p>
          <a:p>
            <a:pPr marL="0" indent="0" algn="l">
              <a:buNone/>
            </a:pPr>
            <a:endParaRPr lang="de-DE" sz="1200" dirty="0">
              <a:solidFill>
                <a:schemeClr val="accent3">
                  <a:lumMod val="75000"/>
                </a:schemeClr>
              </a:solidFill>
            </a:endParaRPr>
          </a:p>
        </p:txBody>
      </p:sp>
      <p:sp>
        <p:nvSpPr>
          <p:cNvPr id="15" name="Textfeld 14">
            <a:extLst>
              <a:ext uri="{FF2B5EF4-FFF2-40B4-BE49-F238E27FC236}">
                <a16:creationId xmlns:a16="http://schemas.microsoft.com/office/drawing/2014/main" id="{7701BC7E-F65D-4BA6-B108-7B355DE10CA0}"/>
              </a:ext>
            </a:extLst>
          </p:cNvPr>
          <p:cNvSpPr txBox="1"/>
          <p:nvPr userDrawn="1"/>
        </p:nvSpPr>
        <p:spPr>
          <a:xfrm>
            <a:off x="4548554" y="6083465"/>
            <a:ext cx="3364380" cy="365668"/>
          </a:xfrm>
          <a:prstGeom prst="rect">
            <a:avLst/>
          </a:prstGeom>
        </p:spPr>
        <p:txBody>
          <a:bodyPr vert="horz" wrap="square" lIns="0" tIns="0" rIns="0" bIns="0" rtlCol="0" anchor="b">
            <a:noAutofit/>
          </a:bodyPr>
          <a:lstStyle/>
          <a:p>
            <a:pPr lvl="0"/>
            <a:r>
              <a:rPr lang="de-DE" sz="1200">
                <a:solidFill>
                  <a:schemeClr val="tx2"/>
                </a:solidFill>
                <a:hlinkClick r:id="rId2">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3">
                  <a:extLst>
                    <a:ext uri="{A12FA001-AC4F-418D-AE19-62706E023703}">
                      <ahyp:hlinkClr xmlns:ahyp="http://schemas.microsoft.com/office/drawing/2018/hyperlinkcolor" val="tx"/>
                    </a:ext>
                  </a:extLst>
                </a:hlinkClick>
              </a:rPr>
              <a:t>www.wirtschaftsinformatik.fraunhofer.de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https://digital.uni-hohenheim.de/</a:t>
            </a:r>
            <a:endParaRPr lang="de-DE" sz="1400">
              <a:solidFill>
                <a:schemeClr val="tx2"/>
              </a:solidFill>
            </a:endParaRPr>
          </a:p>
        </p:txBody>
      </p:sp>
      <p:pic>
        <p:nvPicPr>
          <p:cNvPr id="22" name="Grafik 21" descr="Ein Bild, das Text enthält.&#10;&#10;Automatisch generierte Beschreibung">
            <a:extLst>
              <a:ext uri="{FF2B5EF4-FFF2-40B4-BE49-F238E27FC236}">
                <a16:creationId xmlns:a16="http://schemas.microsoft.com/office/drawing/2014/main" id="{F07934A4-5A10-4F1C-94B2-5FF3DFCE79C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552062" y="408867"/>
            <a:ext cx="1647997" cy="426122"/>
          </a:xfrm>
          <a:prstGeom prst="rect">
            <a:avLst/>
          </a:prstGeom>
        </p:spPr>
      </p:pic>
      <p:pic>
        <p:nvPicPr>
          <p:cNvPr id="23" name="Grafik 22">
            <a:extLst>
              <a:ext uri="{FF2B5EF4-FFF2-40B4-BE49-F238E27FC236}">
                <a16:creationId xmlns:a16="http://schemas.microsoft.com/office/drawing/2014/main" id="{C98D3E4A-5C72-4241-80B6-FDEF31B4B88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49954" y="408866"/>
            <a:ext cx="1285200" cy="351964"/>
          </a:xfrm>
          <a:prstGeom prst="rect">
            <a:avLst/>
          </a:prstGeom>
        </p:spPr>
      </p:pic>
      <p:pic>
        <p:nvPicPr>
          <p:cNvPr id="24" name="Grafik 23">
            <a:extLst>
              <a:ext uri="{FF2B5EF4-FFF2-40B4-BE49-F238E27FC236}">
                <a16:creationId xmlns:a16="http://schemas.microsoft.com/office/drawing/2014/main" id="{98CD75A9-1165-4C4A-B420-96205747313A}"/>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556554" y="408866"/>
            <a:ext cx="1526047" cy="426123"/>
          </a:xfrm>
          <a:prstGeom prst="rect">
            <a:avLst/>
          </a:prstGeom>
        </p:spPr>
      </p:pic>
      <p:pic>
        <p:nvPicPr>
          <p:cNvPr id="3" name="Grafik 2">
            <a:extLst>
              <a:ext uri="{FF2B5EF4-FFF2-40B4-BE49-F238E27FC236}">
                <a16:creationId xmlns:a16="http://schemas.microsoft.com/office/drawing/2014/main" id="{E2B5BD19-4749-4473-F32D-126D6363CDE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89336" y="408866"/>
            <a:ext cx="1335739" cy="585850"/>
          </a:xfrm>
          <a:prstGeom prst="rect">
            <a:avLst/>
          </a:prstGeom>
        </p:spPr>
      </p:pic>
    </p:spTree>
    <p:extLst>
      <p:ext uri="{BB962C8B-B14F-4D97-AF65-F5344CB8AC3E}">
        <p14:creationId xmlns:p14="http://schemas.microsoft.com/office/powerpoint/2010/main" val="13999131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elfolie beliebige*r Vortragende*r">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4548555" y="1397592"/>
            <a:ext cx="7092583" cy="776288"/>
          </a:xfrm>
        </p:spPr>
        <p:txBody>
          <a:bodyPr/>
          <a:lstStyle>
            <a:lvl1pPr>
              <a:defRPr sz="2800"/>
            </a:lvl1pPr>
          </a:lstStyle>
          <a:p>
            <a:r>
              <a:rPr lang="de-DE"/>
              <a:t>Beliebige*r Vortragende*r</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5399" y="0"/>
            <a:ext cx="4114800" cy="6858000"/>
          </a:xfrm>
          <a:solidFill>
            <a:srgbClr val="B2C5D9"/>
          </a:solidFill>
        </p:spPr>
        <p:txBody>
          <a:bodyPr/>
          <a:lstStyle>
            <a:lvl1pPr marL="0" indent="0">
              <a:buNone/>
              <a:defRPr/>
            </a:lvl1pPr>
          </a:lstStyle>
          <a:p>
            <a:r>
              <a:rPr lang="de-DE"/>
              <a:t> </a:t>
            </a:r>
            <a:endParaRPr lang="en-US"/>
          </a:p>
        </p:txBody>
      </p: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4548557" y="2385194"/>
            <a:ext cx="7092583" cy="494571"/>
          </a:xfrm>
        </p:spPr>
        <p:txBody>
          <a:bodyPr/>
          <a:lstStyle>
            <a:lvl1pPr marL="0" indent="0">
              <a:spcBef>
                <a:spcPts val="0"/>
              </a:spcBef>
              <a:buNone/>
              <a:defRPr sz="1600">
                <a:solidFill>
                  <a:srgbClr val="4B4B4B"/>
                </a:solidFill>
              </a:defRPr>
            </a:lvl1pPr>
            <a:lvl2pPr>
              <a:defRPr sz="1600"/>
            </a:lvl2pPr>
            <a:lvl3pPr>
              <a:defRPr sz="1400"/>
            </a:lvl3pPr>
            <a:lvl4pPr>
              <a:defRPr sz="1200"/>
            </a:lvl4pPr>
            <a:lvl5pPr>
              <a:defRPr sz="1200"/>
            </a:lvl5pPr>
          </a:lstStyle>
          <a:p>
            <a:pPr lvl="0"/>
            <a:r>
              <a:rPr lang="de-DE"/>
              <a:t>Untertitel </a:t>
            </a:r>
            <a:r>
              <a:rPr lang="de-DE" err="1"/>
              <a:t>Lorem</a:t>
            </a:r>
            <a:br>
              <a:rPr lang="de-DE"/>
            </a:br>
            <a:r>
              <a:rPr lang="de-DE"/>
              <a:t>Zweite Zeile Ipsum</a:t>
            </a:r>
            <a:endParaRPr lang="en-US"/>
          </a:p>
        </p:txBody>
      </p:sp>
      <p:cxnSp>
        <p:nvCxnSpPr>
          <p:cNvPr id="136" name="Gerader Verbinder 135">
            <a:extLst>
              <a:ext uri="{FF2B5EF4-FFF2-40B4-BE49-F238E27FC236}">
                <a16:creationId xmlns:a16="http://schemas.microsoft.com/office/drawing/2014/main" id="{19B33EA7-9CE8-493B-9082-0F747F82D6A2}"/>
              </a:ext>
            </a:extLst>
          </p:cNvPr>
          <p:cNvCxnSpPr>
            <a:cxnSpLocks/>
          </p:cNvCxnSpPr>
          <p:nvPr userDrawn="1"/>
        </p:nvCxnSpPr>
        <p:spPr>
          <a:xfrm>
            <a:off x="4548555" y="1238116"/>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8" name="Gerader Verbinder 137">
            <a:extLst>
              <a:ext uri="{FF2B5EF4-FFF2-40B4-BE49-F238E27FC236}">
                <a16:creationId xmlns:a16="http://schemas.microsoft.com/office/drawing/2014/main" id="{0A45966A-13AC-43DE-93A7-08E0DE51F97A}"/>
              </a:ext>
            </a:extLst>
          </p:cNvPr>
          <p:cNvCxnSpPr>
            <a:cxnSpLocks/>
          </p:cNvCxnSpPr>
          <p:nvPr userDrawn="1"/>
        </p:nvCxnSpPr>
        <p:spPr>
          <a:xfrm>
            <a:off x="4548554" y="1238116"/>
            <a:ext cx="70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platzhalter 38">
            <a:extLst>
              <a:ext uri="{FF2B5EF4-FFF2-40B4-BE49-F238E27FC236}">
                <a16:creationId xmlns:a16="http://schemas.microsoft.com/office/drawing/2014/main" id="{86DF2652-0633-451E-ACFC-CBD7DD3682CB}"/>
              </a:ext>
            </a:extLst>
          </p:cNvPr>
          <p:cNvSpPr>
            <a:spLocks noGrp="1"/>
          </p:cNvSpPr>
          <p:nvPr>
            <p:ph type="body" sz="quarter" idx="15" hasCustomPrompt="1"/>
          </p:nvPr>
        </p:nvSpPr>
        <p:spPr>
          <a:xfrm>
            <a:off x="4548555" y="3045600"/>
            <a:ext cx="7092583" cy="275358"/>
          </a:xfrm>
        </p:spPr>
        <p:txBody>
          <a:bodyPr/>
          <a:lstStyle>
            <a:lvl1pPr marL="0" indent="0">
              <a:spcBef>
                <a:spcPts val="0"/>
              </a:spcBef>
              <a:buNone/>
              <a:defRPr sz="1200" b="1">
                <a:solidFill>
                  <a:srgbClr val="4B4B4B"/>
                </a:solidFill>
              </a:defRPr>
            </a:lvl1pPr>
            <a:lvl2pPr>
              <a:defRPr sz="1600"/>
            </a:lvl2pPr>
            <a:lvl3pPr>
              <a:defRPr sz="1400"/>
            </a:lvl3pPr>
            <a:lvl4pPr>
              <a:defRPr sz="1200"/>
            </a:lvl4pPr>
            <a:lvl5pPr>
              <a:defRPr sz="1200"/>
            </a:lvl5pPr>
          </a:lstStyle>
          <a:p>
            <a:pPr lvl="0"/>
            <a:r>
              <a:rPr lang="en-US" dirty="0" err="1"/>
              <a:t>Titel</a:t>
            </a:r>
            <a:r>
              <a:rPr lang="en-US" dirty="0"/>
              <a:t> und Name der/des </a:t>
            </a:r>
            <a:r>
              <a:rPr lang="en-US" dirty="0" err="1"/>
              <a:t>Vortragenden</a:t>
            </a:r>
            <a:endParaRPr lang="en-US" dirty="0"/>
          </a:p>
          <a:p>
            <a:pPr lvl="0"/>
            <a:endParaRPr lang="en-US" dirty="0"/>
          </a:p>
          <a:p>
            <a:pPr marL="0" marR="0" lvl="0" indent="0" algn="l" defTabSz="74295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de-DE" sz="1200" b="0" dirty="0">
              <a:solidFill>
                <a:srgbClr val="4B4B4B"/>
              </a:solidFill>
            </a:endParaRPr>
          </a:p>
          <a:p>
            <a:pPr lvl="0"/>
            <a:endParaRPr lang="en-US" dirty="0"/>
          </a:p>
          <a:p>
            <a:pPr lvl="0"/>
            <a:endParaRPr lang="en-US" dirty="0"/>
          </a:p>
        </p:txBody>
      </p:sp>
      <p:sp>
        <p:nvSpPr>
          <p:cNvPr id="3" name="Textfeld 2">
            <a:extLst>
              <a:ext uri="{FF2B5EF4-FFF2-40B4-BE49-F238E27FC236}">
                <a16:creationId xmlns:a16="http://schemas.microsoft.com/office/drawing/2014/main" id="{68A2D0A4-929C-4059-BBE7-4297BFE74BDA}"/>
              </a:ext>
            </a:extLst>
          </p:cNvPr>
          <p:cNvSpPr txBox="1"/>
          <p:nvPr userDrawn="1"/>
        </p:nvSpPr>
        <p:spPr>
          <a:xfrm>
            <a:off x="4548554" y="3408288"/>
            <a:ext cx="7106424" cy="2360490"/>
          </a:xfrm>
          <a:prstGeom prst="rect">
            <a:avLst/>
          </a:prstGeom>
        </p:spPr>
        <p:txBody>
          <a:bodyPr vert="horz" wrap="square" lIns="0" tIns="0" rIns="0" bIns="0" rtlCol="0">
            <a:noAutofit/>
          </a:bodyPr>
          <a:lstStyle/>
          <a:p>
            <a:pPr marL="0" marR="0" lvl="0" indent="0" algn="l" defTabSz="74295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GB" sz="1200" b="0" dirty="0">
                <a:solidFill>
                  <a:srgbClr val="4B4B4B"/>
                </a:solidFill>
              </a:rPr>
              <a:t>Universität Hohenheim, </a:t>
            </a:r>
          </a:p>
          <a:p>
            <a:pPr marL="0" marR="0" lvl="0" indent="0" algn="l" defTabSz="74295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1200" b="0" dirty="0">
                <a:solidFill>
                  <a:srgbClr val="4B4B4B"/>
                </a:solidFill>
              </a:rPr>
              <a:t>Fakultät Wirtschafts- und Sozialwissenschaften</a:t>
            </a:r>
          </a:p>
          <a:p>
            <a:pPr lvl="0"/>
            <a:endParaRPr lang="de-DE" sz="1200" b="0" dirty="0">
              <a:solidFill>
                <a:srgbClr val="4B4B4B"/>
              </a:solidFill>
            </a:endParaRPr>
          </a:p>
          <a:p>
            <a:pPr lvl="0"/>
            <a:r>
              <a:rPr lang="de-DE" sz="1200" b="0" kern="1200" dirty="0">
                <a:solidFill>
                  <a:srgbClr val="4B4B4B"/>
                </a:solidFill>
                <a:latin typeface="+mn-lt"/>
                <a:ea typeface="+mn-ea"/>
                <a:cs typeface="+mn-cs"/>
              </a:rPr>
              <a:t>FIM </a:t>
            </a:r>
            <a:r>
              <a:rPr lang="de-DE" sz="1200" b="0" dirty="0">
                <a:solidFill>
                  <a:srgbClr val="4B4B4B"/>
                </a:solidFill>
              </a:rPr>
              <a:t>Forschungsinstitut für Informationsmanagement</a:t>
            </a:r>
          </a:p>
          <a:p>
            <a:pPr lvl="0"/>
            <a:endParaRPr lang="de-DE" sz="1200" b="0" dirty="0">
              <a:solidFill>
                <a:srgbClr val="4B4B4B"/>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solidFill>
                  <a:srgbClr val="4B4B4B"/>
                </a:solidFill>
              </a:rPr>
              <a:t>Fraunhofer-Institut für Angewandte Informationstechnik FIT,</a:t>
            </a:r>
          </a:p>
          <a:p>
            <a:pPr lvl="0"/>
            <a:r>
              <a:rPr lang="de-DE" sz="1200" b="0" dirty="0">
                <a:solidFill>
                  <a:srgbClr val="4B4B4B"/>
                </a:solidFill>
              </a:rPr>
              <a:t>Institutsteil Wirtschaftsinformatik </a:t>
            </a:r>
          </a:p>
          <a:p>
            <a:pPr marL="0" indent="0" algn="l">
              <a:buNone/>
            </a:pPr>
            <a:endParaRPr lang="de-DE" dirty="0"/>
          </a:p>
        </p:txBody>
      </p:sp>
      <p:sp>
        <p:nvSpPr>
          <p:cNvPr id="27" name="Textfeld 26">
            <a:extLst>
              <a:ext uri="{FF2B5EF4-FFF2-40B4-BE49-F238E27FC236}">
                <a16:creationId xmlns:a16="http://schemas.microsoft.com/office/drawing/2014/main" id="{EDB59ADC-D240-4941-9DD5-203A92C371F5}"/>
              </a:ext>
            </a:extLst>
          </p:cNvPr>
          <p:cNvSpPr txBox="1"/>
          <p:nvPr userDrawn="1"/>
        </p:nvSpPr>
        <p:spPr>
          <a:xfrm>
            <a:off x="4548554" y="6084000"/>
            <a:ext cx="3364380" cy="365668"/>
          </a:xfrm>
          <a:prstGeom prst="rect">
            <a:avLst/>
          </a:prstGeom>
        </p:spPr>
        <p:txBody>
          <a:bodyPr vert="horz" wrap="square" lIns="0" tIns="0" rIns="0" bIns="0" rtlCol="0" anchor="b">
            <a:noAutofit/>
          </a:bodyPr>
          <a:lstStyle/>
          <a:p>
            <a:pPr lvl="0"/>
            <a:r>
              <a:rPr lang="de-DE" sz="1200">
                <a:solidFill>
                  <a:schemeClr val="tx2"/>
                </a:solidFill>
                <a:hlinkClick r:id="rId2">
                  <a:extLst>
                    <a:ext uri="{A12FA001-AC4F-418D-AE19-62706E023703}">
                      <ahyp:hlinkClr xmlns:ahyp="http://schemas.microsoft.com/office/drawing/2018/hyperlinkcolor" val="tx"/>
                    </a:ext>
                  </a:extLst>
                </a:hlinkClick>
              </a:rPr>
              <a:t>www.fim-rc.de</a:t>
            </a:r>
            <a:endParaRPr lang="de-DE" sz="1200">
              <a:solidFill>
                <a:schemeClr val="tx2"/>
              </a:solidFill>
            </a:endParaRPr>
          </a:p>
          <a:p>
            <a:pPr lvl="0"/>
            <a:r>
              <a:rPr lang="de-DE" sz="1200">
                <a:solidFill>
                  <a:schemeClr val="tx2"/>
                </a:solidFill>
                <a:hlinkClick r:id="rId3">
                  <a:extLst>
                    <a:ext uri="{A12FA001-AC4F-418D-AE19-62706E023703}">
                      <ahyp:hlinkClr xmlns:ahyp="http://schemas.microsoft.com/office/drawing/2018/hyperlinkcolor" val="tx"/>
                    </a:ext>
                  </a:extLst>
                </a:hlinkClick>
              </a:rPr>
              <a:t>www.wirtschaftsinformatik.fraunhofer.de</a:t>
            </a:r>
            <a:endParaRPr lang="de-DE" sz="1200">
              <a:solidFill>
                <a:schemeClr val="tx2"/>
              </a:solidFill>
            </a:endParaRPr>
          </a:p>
          <a:p>
            <a:pPr lvl="0"/>
            <a:r>
              <a:rPr lang="de-DE" sz="1200">
                <a:solidFill>
                  <a:schemeClr val="tx2"/>
                </a:solidFill>
                <a:hlinkClick r:id="rId4">
                  <a:extLst>
                    <a:ext uri="{A12FA001-AC4F-418D-AE19-62706E023703}">
                      <ahyp:hlinkClr xmlns:ahyp="http://schemas.microsoft.com/office/drawing/2018/hyperlinkcolor" val="tx"/>
                    </a:ext>
                  </a:extLst>
                </a:hlinkClick>
              </a:rPr>
              <a:t>https://digital.uni-hohenheim.de/</a:t>
            </a:r>
            <a:endParaRPr lang="de-DE" sz="1400">
              <a:solidFill>
                <a:schemeClr val="tx2"/>
              </a:solidFill>
            </a:endParaRPr>
          </a:p>
        </p:txBody>
      </p:sp>
      <p:pic>
        <p:nvPicPr>
          <p:cNvPr id="17" name="Grafik 16" descr="Ein Bild, das Text enthält.&#10;&#10;Automatisch generierte Beschreibung">
            <a:extLst>
              <a:ext uri="{FF2B5EF4-FFF2-40B4-BE49-F238E27FC236}">
                <a16:creationId xmlns:a16="http://schemas.microsoft.com/office/drawing/2014/main" id="{135AC3AF-C598-4E89-B1A0-CD285E5E124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552062" y="408867"/>
            <a:ext cx="1647997" cy="426122"/>
          </a:xfrm>
          <a:prstGeom prst="rect">
            <a:avLst/>
          </a:prstGeom>
        </p:spPr>
      </p:pic>
      <p:pic>
        <p:nvPicPr>
          <p:cNvPr id="18" name="Grafik 17">
            <a:extLst>
              <a:ext uri="{FF2B5EF4-FFF2-40B4-BE49-F238E27FC236}">
                <a16:creationId xmlns:a16="http://schemas.microsoft.com/office/drawing/2014/main" id="{FC4CF857-4AAD-4EE5-BE52-495C5F8DCE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49954" y="408866"/>
            <a:ext cx="1285200" cy="351964"/>
          </a:xfrm>
          <a:prstGeom prst="rect">
            <a:avLst/>
          </a:prstGeom>
        </p:spPr>
      </p:pic>
      <p:pic>
        <p:nvPicPr>
          <p:cNvPr id="19" name="Grafik 18">
            <a:extLst>
              <a:ext uri="{FF2B5EF4-FFF2-40B4-BE49-F238E27FC236}">
                <a16:creationId xmlns:a16="http://schemas.microsoft.com/office/drawing/2014/main" id="{5A0E2311-8E87-40F4-A894-DB6DF773E266}"/>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556554" y="408866"/>
            <a:ext cx="1526047" cy="426123"/>
          </a:xfrm>
          <a:prstGeom prst="rect">
            <a:avLst/>
          </a:prstGeom>
        </p:spPr>
      </p:pic>
      <p:pic>
        <p:nvPicPr>
          <p:cNvPr id="4" name="Grafik 3">
            <a:extLst>
              <a:ext uri="{FF2B5EF4-FFF2-40B4-BE49-F238E27FC236}">
                <a16:creationId xmlns:a16="http://schemas.microsoft.com/office/drawing/2014/main" id="{7A01170F-9E4B-6967-6E61-06E3E567075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89336" y="408866"/>
            <a:ext cx="1335739" cy="585850"/>
          </a:xfrm>
          <a:prstGeom prst="rect">
            <a:avLst/>
          </a:prstGeom>
        </p:spPr>
      </p:pic>
    </p:spTree>
    <p:extLst>
      <p:ext uri="{BB962C8B-B14F-4D97-AF65-F5344CB8AC3E}">
        <p14:creationId xmlns:p14="http://schemas.microsoft.com/office/powerpoint/2010/main" val="19100467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_Deckblatt_H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D3C83F6-AD8B-4C81-880A-7C6FF8D63F47}"/>
              </a:ext>
            </a:extLst>
          </p:cNvPr>
          <p:cNvSpPr/>
          <p:nvPr userDrawn="1"/>
        </p:nvSpPr>
        <p:spPr>
          <a:xfrm>
            <a:off x="0" y="-1"/>
            <a:ext cx="12192000" cy="62007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 name="Titel 1">
            <a:extLst>
              <a:ext uri="{FF2B5EF4-FFF2-40B4-BE49-F238E27FC236}">
                <a16:creationId xmlns:a16="http://schemas.microsoft.com/office/drawing/2014/main" id="{9F0F8827-7DAE-427E-829A-1C7812127345}"/>
              </a:ext>
            </a:extLst>
          </p:cNvPr>
          <p:cNvSpPr>
            <a:spLocks noGrp="1"/>
          </p:cNvSpPr>
          <p:nvPr>
            <p:ph type="title" hasCustomPrompt="1"/>
          </p:nvPr>
        </p:nvSpPr>
        <p:spPr>
          <a:xfrm>
            <a:off x="4435479" y="3523322"/>
            <a:ext cx="6875585" cy="789560"/>
          </a:xfrm>
        </p:spPr>
        <p:txBody>
          <a:bodyPr/>
          <a:lstStyle>
            <a:lvl1pPr>
              <a:defRPr sz="2800">
                <a:solidFill>
                  <a:schemeClr val="bg1"/>
                </a:solidFill>
              </a:defRPr>
            </a:lvl1pPr>
          </a:lstStyle>
          <a:p>
            <a:r>
              <a:rPr lang="de-DE"/>
              <a:t>Titel</a:t>
            </a:r>
            <a:endParaRPr lang="en-US"/>
          </a:p>
        </p:txBody>
      </p:sp>
      <p:cxnSp>
        <p:nvCxnSpPr>
          <p:cNvPr id="8" name="Gerader Verbinder 7">
            <a:extLst>
              <a:ext uri="{FF2B5EF4-FFF2-40B4-BE49-F238E27FC236}">
                <a16:creationId xmlns:a16="http://schemas.microsoft.com/office/drawing/2014/main" id="{8CA1F0A7-CC4C-48B8-BA2B-81A4E8632408}"/>
              </a:ext>
            </a:extLst>
          </p:cNvPr>
          <p:cNvCxnSpPr>
            <a:cxnSpLocks/>
          </p:cNvCxnSpPr>
          <p:nvPr userDrawn="1"/>
        </p:nvCxnSpPr>
        <p:spPr>
          <a:xfrm>
            <a:off x="4437965" y="4489031"/>
            <a:ext cx="687558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fik 12" descr="Ein Bild, das Mann, Person, Wand, drinnen enthält.&#10;&#10;Automatisch generierte Beschreibung">
            <a:extLst>
              <a:ext uri="{FF2B5EF4-FFF2-40B4-BE49-F238E27FC236}">
                <a16:creationId xmlns:a16="http://schemas.microsoft.com/office/drawing/2014/main" id="{E245B010-6BD4-4051-AA57-21156C705D5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1"/>
            <a:ext cx="4110128" cy="6200612"/>
          </a:xfrm>
          <a:prstGeom prst="rect">
            <a:avLst/>
          </a:prstGeom>
        </p:spPr>
      </p:pic>
      <p:sp>
        <p:nvSpPr>
          <p:cNvPr id="22" name="Textfeld 21">
            <a:extLst>
              <a:ext uri="{FF2B5EF4-FFF2-40B4-BE49-F238E27FC236}">
                <a16:creationId xmlns:a16="http://schemas.microsoft.com/office/drawing/2014/main" id="{0D663783-0164-4405-BC60-668BBCBB0C99}"/>
              </a:ext>
            </a:extLst>
          </p:cNvPr>
          <p:cNvSpPr txBox="1"/>
          <p:nvPr userDrawn="1"/>
        </p:nvSpPr>
        <p:spPr>
          <a:xfrm>
            <a:off x="4433071" y="4705820"/>
            <a:ext cx="6875586" cy="684000"/>
          </a:xfrm>
          <a:prstGeom prst="rect">
            <a:avLst/>
          </a:prstGeom>
        </p:spPr>
        <p:txBody>
          <a:bodyPr vert="horz" wrap="square" lIns="0" tIns="0" rIns="0" bIns="0" rtlCol="0">
            <a:noAutofit/>
          </a:bodyPr>
          <a:lstStyle/>
          <a:p>
            <a:pPr marL="0" marR="0" lvl="0" indent="0" algn="l" defTabSz="74295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0" lang="de-DE" sz="1400" b="0" i="0" u="none" strike="noStrike" kern="1200" cap="none" spc="0" normalizeH="0" baseline="0" noProof="0">
                <a:ln>
                  <a:noFill/>
                </a:ln>
                <a:solidFill>
                  <a:schemeClr val="bg1"/>
                </a:solidFill>
                <a:effectLst/>
                <a:uLnTx/>
                <a:uFillTx/>
                <a:latin typeface="Trebuchet MS"/>
                <a:ea typeface="+mn-ea"/>
                <a:cs typeface="+mn-cs"/>
                <a:hlinkClick r:id="rId3">
                  <a:extLst>
                    <a:ext uri="{A12FA001-AC4F-418D-AE19-62706E023703}">
                      <ahyp:hlinkClr xmlns:ahyp="http://schemas.microsoft.com/office/drawing/2018/hyperlinkcolor" val="tx"/>
                    </a:ext>
                  </a:extLst>
                </a:hlinkClick>
              </a:rPr>
              <a:t>https://digital.uni-hohenheim.de/</a:t>
            </a:r>
            <a:br>
              <a:rPr kumimoji="0" lang="de-DE" sz="1400" b="0" i="0" u="none" strike="noStrike" kern="1200" cap="none" spc="0" normalizeH="0" baseline="0" noProof="0">
                <a:ln>
                  <a:noFill/>
                </a:ln>
                <a:solidFill>
                  <a:schemeClr val="bg1"/>
                </a:solidFill>
                <a:effectLst/>
                <a:uLnTx/>
                <a:uFillTx/>
                <a:latin typeface="Trebuchet MS"/>
                <a:ea typeface="+mn-ea"/>
                <a:cs typeface="+mn-cs"/>
              </a:rPr>
            </a:br>
            <a:r>
              <a:rPr kumimoji="0" lang="de-DE" sz="1400" b="0" i="0" u="none" strike="noStrike" kern="1200" cap="none" spc="0" normalizeH="0" baseline="0" noProof="0">
                <a:ln>
                  <a:noFill/>
                </a:ln>
                <a:solidFill>
                  <a:schemeClr val="bg1"/>
                </a:solidFill>
                <a:effectLst/>
                <a:uLnTx/>
                <a:uFillTx/>
                <a:latin typeface="Trebuchet MS"/>
                <a:ea typeface="+mn-ea"/>
                <a:cs typeface="+mn-cs"/>
              </a:rPr>
              <a:t>Prof. Dr. H. Gimpel</a:t>
            </a:r>
          </a:p>
        </p:txBody>
      </p:sp>
      <p:pic>
        <p:nvPicPr>
          <p:cNvPr id="3" name="Grafik 2">
            <a:extLst>
              <a:ext uri="{FF2B5EF4-FFF2-40B4-BE49-F238E27FC236}">
                <a16:creationId xmlns:a16="http://schemas.microsoft.com/office/drawing/2014/main" id="{21A59E2D-C504-BB8F-FDC1-BEC40D6C6F2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16491" y="6371787"/>
            <a:ext cx="1183091" cy="324000"/>
          </a:xfrm>
          <a:prstGeom prst="rect">
            <a:avLst/>
          </a:prstGeom>
        </p:spPr>
      </p:pic>
      <p:pic>
        <p:nvPicPr>
          <p:cNvPr id="4" name="Grafik 3">
            <a:extLst>
              <a:ext uri="{FF2B5EF4-FFF2-40B4-BE49-F238E27FC236}">
                <a16:creationId xmlns:a16="http://schemas.microsoft.com/office/drawing/2014/main" id="{E5E95D9A-6462-6511-D64B-002CA04817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62166" y="6371787"/>
            <a:ext cx="505605" cy="324000"/>
          </a:xfrm>
          <a:prstGeom prst="rect">
            <a:avLst/>
          </a:prstGeom>
        </p:spPr>
      </p:pic>
      <p:pic>
        <p:nvPicPr>
          <p:cNvPr id="5" name="Grafik 4">
            <a:extLst>
              <a:ext uri="{FF2B5EF4-FFF2-40B4-BE49-F238E27FC236}">
                <a16:creationId xmlns:a16="http://schemas.microsoft.com/office/drawing/2014/main" id="{085153C4-ABE5-3977-5347-CD0C94035EE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2000" y="6371787"/>
            <a:ext cx="1256123" cy="324000"/>
          </a:xfrm>
          <a:prstGeom prst="rect">
            <a:avLst/>
          </a:prstGeom>
        </p:spPr>
      </p:pic>
      <p:pic>
        <p:nvPicPr>
          <p:cNvPr id="7" name="Grafik 6">
            <a:extLst>
              <a:ext uri="{FF2B5EF4-FFF2-40B4-BE49-F238E27FC236}">
                <a16:creationId xmlns:a16="http://schemas.microsoft.com/office/drawing/2014/main" id="{0E50EBB9-389D-6B9F-C4AB-2FCBD8C022B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56842" y="6371787"/>
            <a:ext cx="1156605" cy="324000"/>
          </a:xfrm>
          <a:prstGeom prst="rect">
            <a:avLst/>
          </a:prstGeom>
        </p:spPr>
      </p:pic>
    </p:spTree>
    <p:extLst>
      <p:ext uri="{BB962C8B-B14F-4D97-AF65-F5344CB8AC3E}">
        <p14:creationId xmlns:p14="http://schemas.microsoft.com/office/powerpoint/2010/main" val="37392406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5F4C9-598F-4E78-848E-9BB6ADD0DA4E}"/>
              </a:ext>
            </a:extLst>
          </p:cNvPr>
          <p:cNvSpPr>
            <a:spLocks noGrp="1"/>
          </p:cNvSpPr>
          <p:nvPr>
            <p:ph type="title" hasCustomPrompt="1"/>
          </p:nvPr>
        </p:nvSpPr>
        <p:spPr/>
        <p:txBody>
          <a:bodyPr/>
          <a:lstStyle>
            <a:lvl1pPr>
              <a:defRPr/>
            </a:lvl1pPr>
          </a:lstStyle>
          <a:p>
            <a:r>
              <a:rPr lang="de-DE"/>
              <a:t>Agenda</a:t>
            </a:r>
            <a:endParaRPr lang="en-US"/>
          </a:p>
        </p:txBody>
      </p:sp>
      <p:sp>
        <p:nvSpPr>
          <p:cNvPr id="3" name="Datumsplatzhalter 2">
            <a:extLst>
              <a:ext uri="{FF2B5EF4-FFF2-40B4-BE49-F238E27FC236}">
                <a16:creationId xmlns:a16="http://schemas.microsoft.com/office/drawing/2014/main" id="{C9C3FEB9-7D39-44AE-91BC-8FAEC3D7E4D4}"/>
              </a:ext>
            </a:extLst>
          </p:cNvPr>
          <p:cNvSpPr>
            <a:spLocks noGrp="1"/>
          </p:cNvSpPr>
          <p:nvPr>
            <p:ph type="dt" sz="half" idx="10"/>
          </p:nvPr>
        </p:nvSpPr>
        <p:spPr/>
        <p:txBody>
          <a:bodyPr/>
          <a:lstStyle>
            <a:lvl1pPr>
              <a:defRPr>
                <a:solidFill>
                  <a:schemeClr val="accent2"/>
                </a:solidFill>
              </a:defRPr>
            </a:lvl1pPr>
          </a:lstStyle>
          <a:p>
            <a:pPr>
              <a:defRPr/>
            </a:pPr>
            <a:fld id="{1F53DA25-B547-4009-96FD-6971321929BC}" type="datetime1">
              <a:rPr lang="de-DE" smtClean="0"/>
              <a:pPr>
                <a:defRPr/>
              </a:pPr>
              <a:t>19.10.26</a:t>
            </a:fld>
            <a:endParaRPr lang="en-US"/>
          </a:p>
        </p:txBody>
      </p:sp>
      <p:sp>
        <p:nvSpPr>
          <p:cNvPr id="5" name="Foliennummernplatzhalter 4">
            <a:extLst>
              <a:ext uri="{FF2B5EF4-FFF2-40B4-BE49-F238E27FC236}">
                <a16:creationId xmlns:a16="http://schemas.microsoft.com/office/drawing/2014/main" id="{360E1C69-351D-4576-85E4-3C7A7054E4E3}"/>
              </a:ext>
            </a:extLst>
          </p:cNvPr>
          <p:cNvSpPr>
            <a:spLocks noGrp="1"/>
          </p:cNvSpPr>
          <p:nvPr>
            <p:ph type="sldNum" sz="quarter" idx="12"/>
          </p:nvPr>
        </p:nvSpPr>
        <p:spPr/>
        <p:txBody>
          <a:bodyPr/>
          <a:lstStyle>
            <a:lvl1pPr>
              <a:defRPr>
                <a:solidFill>
                  <a:schemeClr val="accent2"/>
                </a:solidFill>
              </a:defRPr>
            </a:lvl1pPr>
          </a:lstStyle>
          <a:p>
            <a:pPr>
              <a:defRPr/>
            </a:pPr>
            <a:fld id="{64647E8F-5052-4581-98D0-7C32D5A45346}" type="slidenum">
              <a:rPr lang="en-US" smtClean="0"/>
              <a:pPr>
                <a:defRPr/>
              </a:pPr>
              <a:t>‹#›</a:t>
            </a:fld>
            <a:endParaRPr lang="en-US" dirty="0"/>
          </a:p>
        </p:txBody>
      </p:sp>
      <p:sp>
        <p:nvSpPr>
          <p:cNvPr id="7" name="Rechteck 6">
            <a:extLst>
              <a:ext uri="{FF2B5EF4-FFF2-40B4-BE49-F238E27FC236}">
                <a16:creationId xmlns:a16="http://schemas.microsoft.com/office/drawing/2014/main" id="{A48B7B5D-4086-4670-B51A-7FEB605EF0BB}"/>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3" name="Textplatzhalter 32">
            <a:extLst>
              <a:ext uri="{FF2B5EF4-FFF2-40B4-BE49-F238E27FC236}">
                <a16:creationId xmlns:a16="http://schemas.microsoft.com/office/drawing/2014/main" id="{B9967132-7FB3-44D9-B340-D5C95C1152BF}"/>
              </a:ext>
            </a:extLst>
          </p:cNvPr>
          <p:cNvSpPr>
            <a:spLocks noGrp="1"/>
          </p:cNvSpPr>
          <p:nvPr>
            <p:ph type="body" sz="quarter" idx="15" hasCustomPrompt="1"/>
          </p:nvPr>
        </p:nvSpPr>
        <p:spPr>
          <a:xfrm>
            <a:off x="550800" y="1453077"/>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45" name="Textplatzhalter 44">
            <a:extLst>
              <a:ext uri="{FF2B5EF4-FFF2-40B4-BE49-F238E27FC236}">
                <a16:creationId xmlns:a16="http://schemas.microsoft.com/office/drawing/2014/main" id="{EC3DBA1C-553F-47F9-8206-18BF8A76B59F}"/>
              </a:ext>
            </a:extLst>
          </p:cNvPr>
          <p:cNvSpPr>
            <a:spLocks noGrp="1"/>
          </p:cNvSpPr>
          <p:nvPr>
            <p:ph type="body" sz="quarter" idx="16" hasCustomPrompt="1"/>
          </p:nvPr>
        </p:nvSpPr>
        <p:spPr>
          <a:xfrm>
            <a:off x="550800" y="2729023"/>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62" name="Textplatzhalter 61">
            <a:extLst>
              <a:ext uri="{FF2B5EF4-FFF2-40B4-BE49-F238E27FC236}">
                <a16:creationId xmlns:a16="http://schemas.microsoft.com/office/drawing/2014/main" id="{D76EF870-C0D1-4E65-ACDA-AC0C4DCD67D4}"/>
              </a:ext>
            </a:extLst>
          </p:cNvPr>
          <p:cNvSpPr>
            <a:spLocks noGrp="1"/>
          </p:cNvSpPr>
          <p:nvPr>
            <p:ph type="body" sz="quarter" idx="17" hasCustomPrompt="1"/>
          </p:nvPr>
        </p:nvSpPr>
        <p:spPr>
          <a:xfrm>
            <a:off x="550800" y="4004966"/>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61" name="Textplatzhalter 60">
            <a:extLst>
              <a:ext uri="{FF2B5EF4-FFF2-40B4-BE49-F238E27FC236}">
                <a16:creationId xmlns:a16="http://schemas.microsoft.com/office/drawing/2014/main" id="{48E6316B-2069-4750-BF15-CC3D33F8A2F5}"/>
              </a:ext>
            </a:extLst>
          </p:cNvPr>
          <p:cNvSpPr>
            <a:spLocks noGrp="1"/>
          </p:cNvSpPr>
          <p:nvPr>
            <p:ph type="body" sz="quarter" idx="18" hasCustomPrompt="1"/>
          </p:nvPr>
        </p:nvSpPr>
        <p:spPr>
          <a:xfrm>
            <a:off x="550800" y="5280910"/>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73" name="Textplatzhalter 72">
            <a:extLst>
              <a:ext uri="{FF2B5EF4-FFF2-40B4-BE49-F238E27FC236}">
                <a16:creationId xmlns:a16="http://schemas.microsoft.com/office/drawing/2014/main" id="{E9AA332B-9DF1-4240-9A4C-9FDC17CE1459}"/>
              </a:ext>
            </a:extLst>
          </p:cNvPr>
          <p:cNvSpPr>
            <a:spLocks noGrp="1"/>
          </p:cNvSpPr>
          <p:nvPr>
            <p:ph type="body" sz="quarter" idx="19" hasCustomPrompt="1"/>
          </p:nvPr>
        </p:nvSpPr>
        <p:spPr>
          <a:xfrm>
            <a:off x="6437259" y="1453077"/>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72" name="Textplatzhalter 71">
            <a:extLst>
              <a:ext uri="{FF2B5EF4-FFF2-40B4-BE49-F238E27FC236}">
                <a16:creationId xmlns:a16="http://schemas.microsoft.com/office/drawing/2014/main" id="{E172CBCD-D32E-4101-91DA-372D4E6741A8}"/>
              </a:ext>
            </a:extLst>
          </p:cNvPr>
          <p:cNvSpPr>
            <a:spLocks noGrp="1"/>
          </p:cNvSpPr>
          <p:nvPr>
            <p:ph type="body" sz="quarter" idx="20" hasCustomPrompt="1"/>
          </p:nvPr>
        </p:nvSpPr>
        <p:spPr>
          <a:xfrm>
            <a:off x="6437259" y="2729023"/>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63" name="Textplatzhalter 62">
            <a:extLst>
              <a:ext uri="{FF2B5EF4-FFF2-40B4-BE49-F238E27FC236}">
                <a16:creationId xmlns:a16="http://schemas.microsoft.com/office/drawing/2014/main" id="{EE8D2679-F21D-4AEE-BACE-016F73C14CB5}"/>
              </a:ext>
            </a:extLst>
          </p:cNvPr>
          <p:cNvSpPr>
            <a:spLocks noGrp="1"/>
          </p:cNvSpPr>
          <p:nvPr>
            <p:ph type="body" sz="quarter" idx="21" hasCustomPrompt="1"/>
          </p:nvPr>
        </p:nvSpPr>
        <p:spPr>
          <a:xfrm>
            <a:off x="6437259" y="4004966"/>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74" name="Textplatzhalter 73">
            <a:extLst>
              <a:ext uri="{FF2B5EF4-FFF2-40B4-BE49-F238E27FC236}">
                <a16:creationId xmlns:a16="http://schemas.microsoft.com/office/drawing/2014/main" id="{C5F561E1-F8AF-40EB-A833-95BC6D6C8F32}"/>
              </a:ext>
            </a:extLst>
          </p:cNvPr>
          <p:cNvSpPr>
            <a:spLocks noGrp="1"/>
          </p:cNvSpPr>
          <p:nvPr>
            <p:ph type="body" sz="quarter" idx="22" hasCustomPrompt="1"/>
          </p:nvPr>
        </p:nvSpPr>
        <p:spPr>
          <a:xfrm>
            <a:off x="6437259" y="5280910"/>
            <a:ext cx="5203943" cy="920067"/>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35" name="Textplatzhalter 34">
            <a:extLst>
              <a:ext uri="{FF2B5EF4-FFF2-40B4-BE49-F238E27FC236}">
                <a16:creationId xmlns:a16="http://schemas.microsoft.com/office/drawing/2014/main" id="{63408404-C5AA-4DCA-8A39-B52DB299C35C}"/>
              </a:ext>
            </a:extLst>
          </p:cNvPr>
          <p:cNvSpPr>
            <a:spLocks noGrp="1"/>
          </p:cNvSpPr>
          <p:nvPr>
            <p:ph type="body" sz="quarter" idx="23" hasCustomPrompt="1"/>
          </p:nvPr>
        </p:nvSpPr>
        <p:spPr>
          <a:xfrm>
            <a:off x="1721076" y="1661317"/>
            <a:ext cx="3853062" cy="488345"/>
          </a:xfrm>
        </p:spPr>
        <p:txBody>
          <a:bodyPr anchor="ctr"/>
          <a:lstStyle>
            <a:lvl1pPr marL="0" indent="0">
              <a:spcBef>
                <a:spcPts val="0"/>
              </a:spcBef>
              <a:buNone/>
              <a:defRPr sz="1800" b="1">
                <a:solidFill>
                  <a:srgbClr val="4B4B4B"/>
                </a:solidFill>
              </a:defRPr>
            </a:lvl1pPr>
          </a:lstStyle>
          <a:p>
            <a:pPr lvl="0"/>
            <a:r>
              <a:rPr lang="de-DE"/>
              <a:t>Kapitel</a:t>
            </a:r>
            <a:br>
              <a:rPr lang="de-DE"/>
            </a:br>
            <a:r>
              <a:rPr lang="de-DE"/>
              <a:t>Zweite Zeile</a:t>
            </a:r>
            <a:endParaRPr lang="en-US"/>
          </a:p>
        </p:txBody>
      </p:sp>
      <p:sp>
        <p:nvSpPr>
          <p:cNvPr id="36" name="Textplatzhalter 34">
            <a:extLst>
              <a:ext uri="{FF2B5EF4-FFF2-40B4-BE49-F238E27FC236}">
                <a16:creationId xmlns:a16="http://schemas.microsoft.com/office/drawing/2014/main" id="{DF78CF7E-ECE5-4B2D-A483-3267534656C1}"/>
              </a:ext>
            </a:extLst>
          </p:cNvPr>
          <p:cNvSpPr>
            <a:spLocks noGrp="1"/>
          </p:cNvSpPr>
          <p:nvPr>
            <p:ph type="body" sz="quarter" idx="24" hasCustomPrompt="1"/>
          </p:nvPr>
        </p:nvSpPr>
        <p:spPr>
          <a:xfrm>
            <a:off x="7657791" y="1661317"/>
            <a:ext cx="3853062" cy="488345"/>
          </a:xfrm>
        </p:spPr>
        <p:txBody>
          <a:bodyPr anchor="ctr"/>
          <a:lstStyle>
            <a:lvl1pPr marL="0" indent="0">
              <a:spcBef>
                <a:spcPts val="0"/>
              </a:spcBef>
              <a:buNone/>
              <a:defRPr sz="1800" b="1">
                <a:solidFill>
                  <a:srgbClr val="4B4B4B"/>
                </a:solidFill>
              </a:defRPr>
            </a:lvl1pPr>
          </a:lstStyle>
          <a:p>
            <a:pPr lvl="0"/>
            <a:r>
              <a:rPr lang="de-DE"/>
              <a:t>Kapitel</a:t>
            </a:r>
            <a:br>
              <a:rPr lang="de-DE"/>
            </a:br>
            <a:r>
              <a:rPr lang="de-DE"/>
              <a:t>Zweite Zeile</a:t>
            </a:r>
            <a:endParaRPr lang="en-US"/>
          </a:p>
        </p:txBody>
      </p:sp>
      <p:sp>
        <p:nvSpPr>
          <p:cNvPr id="37" name="Textplatzhalter 34">
            <a:extLst>
              <a:ext uri="{FF2B5EF4-FFF2-40B4-BE49-F238E27FC236}">
                <a16:creationId xmlns:a16="http://schemas.microsoft.com/office/drawing/2014/main" id="{E3161E5D-F239-4697-B41B-8EA5EA589B47}"/>
              </a:ext>
            </a:extLst>
          </p:cNvPr>
          <p:cNvSpPr>
            <a:spLocks noGrp="1"/>
          </p:cNvSpPr>
          <p:nvPr>
            <p:ph type="body" sz="quarter" idx="25" hasCustomPrompt="1"/>
          </p:nvPr>
        </p:nvSpPr>
        <p:spPr>
          <a:xfrm>
            <a:off x="1721076" y="2939215"/>
            <a:ext cx="3853062" cy="488345"/>
          </a:xfrm>
        </p:spPr>
        <p:txBody>
          <a:bodyPr anchor="ctr"/>
          <a:lstStyle>
            <a:lvl1pPr marL="0" indent="0">
              <a:spcBef>
                <a:spcPts val="0"/>
              </a:spcBef>
              <a:buNone/>
              <a:defRPr sz="1800" b="1">
                <a:solidFill>
                  <a:srgbClr val="4B4B4B"/>
                </a:solidFill>
              </a:defRPr>
            </a:lvl1pPr>
          </a:lstStyle>
          <a:p>
            <a:pPr lvl="0"/>
            <a:r>
              <a:rPr lang="de-DE"/>
              <a:t>Kapitel</a:t>
            </a:r>
            <a:br>
              <a:rPr lang="de-DE"/>
            </a:br>
            <a:r>
              <a:rPr lang="de-DE"/>
              <a:t>Zweite Zeile</a:t>
            </a:r>
            <a:endParaRPr lang="en-US"/>
          </a:p>
        </p:txBody>
      </p:sp>
      <p:sp>
        <p:nvSpPr>
          <p:cNvPr id="38" name="Textplatzhalter 34">
            <a:extLst>
              <a:ext uri="{FF2B5EF4-FFF2-40B4-BE49-F238E27FC236}">
                <a16:creationId xmlns:a16="http://schemas.microsoft.com/office/drawing/2014/main" id="{92B7B467-A632-4523-BEC0-4C986340B0B7}"/>
              </a:ext>
            </a:extLst>
          </p:cNvPr>
          <p:cNvSpPr>
            <a:spLocks noGrp="1"/>
          </p:cNvSpPr>
          <p:nvPr>
            <p:ph type="body" sz="quarter" idx="26" hasCustomPrompt="1"/>
          </p:nvPr>
        </p:nvSpPr>
        <p:spPr>
          <a:xfrm>
            <a:off x="7657791" y="2939215"/>
            <a:ext cx="3853062" cy="488345"/>
          </a:xfrm>
        </p:spPr>
        <p:txBody>
          <a:bodyPr anchor="ctr"/>
          <a:lstStyle>
            <a:lvl1pPr marL="0" indent="0">
              <a:spcBef>
                <a:spcPts val="0"/>
              </a:spcBef>
              <a:buNone/>
              <a:defRPr sz="1800" b="1">
                <a:solidFill>
                  <a:srgbClr val="4B4B4B"/>
                </a:solidFill>
              </a:defRPr>
            </a:lvl1pPr>
          </a:lstStyle>
          <a:p>
            <a:pPr lvl="0"/>
            <a:r>
              <a:rPr lang="de-DE"/>
              <a:t>Kapitel</a:t>
            </a:r>
            <a:br>
              <a:rPr lang="de-DE"/>
            </a:br>
            <a:r>
              <a:rPr lang="de-DE"/>
              <a:t>Zweite Zeile</a:t>
            </a:r>
            <a:endParaRPr lang="en-US"/>
          </a:p>
        </p:txBody>
      </p:sp>
      <p:sp>
        <p:nvSpPr>
          <p:cNvPr id="39" name="Textplatzhalter 34">
            <a:extLst>
              <a:ext uri="{FF2B5EF4-FFF2-40B4-BE49-F238E27FC236}">
                <a16:creationId xmlns:a16="http://schemas.microsoft.com/office/drawing/2014/main" id="{D0B42C69-ACA8-4476-9DC5-005181EF4C71}"/>
              </a:ext>
            </a:extLst>
          </p:cNvPr>
          <p:cNvSpPr>
            <a:spLocks noGrp="1"/>
          </p:cNvSpPr>
          <p:nvPr>
            <p:ph type="body" sz="quarter" idx="27" hasCustomPrompt="1"/>
          </p:nvPr>
        </p:nvSpPr>
        <p:spPr>
          <a:xfrm>
            <a:off x="1721076" y="4217111"/>
            <a:ext cx="3853062" cy="488345"/>
          </a:xfrm>
        </p:spPr>
        <p:txBody>
          <a:bodyPr anchor="ctr"/>
          <a:lstStyle>
            <a:lvl1pPr marL="0" indent="0">
              <a:spcBef>
                <a:spcPts val="0"/>
              </a:spcBef>
              <a:buNone/>
              <a:defRPr sz="1800" b="1">
                <a:solidFill>
                  <a:srgbClr val="4B4B4B"/>
                </a:solidFill>
              </a:defRPr>
            </a:lvl1pPr>
          </a:lstStyle>
          <a:p>
            <a:pPr lvl="0"/>
            <a:r>
              <a:rPr lang="de-DE"/>
              <a:t>Kapitel</a:t>
            </a:r>
            <a:br>
              <a:rPr lang="de-DE"/>
            </a:br>
            <a:r>
              <a:rPr lang="de-DE"/>
              <a:t>Zweite Zeile</a:t>
            </a:r>
            <a:endParaRPr lang="en-US"/>
          </a:p>
        </p:txBody>
      </p:sp>
      <p:sp>
        <p:nvSpPr>
          <p:cNvPr id="40" name="Textplatzhalter 34">
            <a:extLst>
              <a:ext uri="{FF2B5EF4-FFF2-40B4-BE49-F238E27FC236}">
                <a16:creationId xmlns:a16="http://schemas.microsoft.com/office/drawing/2014/main" id="{C04219E5-7AE1-4571-882B-172196EFDF90}"/>
              </a:ext>
            </a:extLst>
          </p:cNvPr>
          <p:cNvSpPr>
            <a:spLocks noGrp="1"/>
          </p:cNvSpPr>
          <p:nvPr>
            <p:ph type="body" sz="quarter" idx="28" hasCustomPrompt="1"/>
          </p:nvPr>
        </p:nvSpPr>
        <p:spPr>
          <a:xfrm>
            <a:off x="7657791" y="4217111"/>
            <a:ext cx="3853062" cy="488345"/>
          </a:xfrm>
        </p:spPr>
        <p:txBody>
          <a:bodyPr anchor="ctr"/>
          <a:lstStyle>
            <a:lvl1pPr marL="0" indent="0">
              <a:spcBef>
                <a:spcPts val="0"/>
              </a:spcBef>
              <a:buNone/>
              <a:defRPr sz="1800" b="1">
                <a:solidFill>
                  <a:srgbClr val="4B4B4B"/>
                </a:solidFill>
              </a:defRPr>
            </a:lvl1pPr>
          </a:lstStyle>
          <a:p>
            <a:pPr lvl="0"/>
            <a:r>
              <a:rPr lang="de-DE"/>
              <a:t>Kapitel</a:t>
            </a:r>
            <a:br>
              <a:rPr lang="de-DE"/>
            </a:br>
            <a:r>
              <a:rPr lang="de-DE"/>
              <a:t>Zweite Zeile</a:t>
            </a:r>
            <a:endParaRPr lang="en-US"/>
          </a:p>
        </p:txBody>
      </p:sp>
      <p:sp>
        <p:nvSpPr>
          <p:cNvPr id="41" name="Textplatzhalter 34">
            <a:extLst>
              <a:ext uri="{FF2B5EF4-FFF2-40B4-BE49-F238E27FC236}">
                <a16:creationId xmlns:a16="http://schemas.microsoft.com/office/drawing/2014/main" id="{E124A814-FF1D-44B1-9CCF-59D06311606D}"/>
              </a:ext>
            </a:extLst>
          </p:cNvPr>
          <p:cNvSpPr>
            <a:spLocks noGrp="1"/>
          </p:cNvSpPr>
          <p:nvPr>
            <p:ph type="body" sz="quarter" idx="29" hasCustomPrompt="1"/>
          </p:nvPr>
        </p:nvSpPr>
        <p:spPr>
          <a:xfrm>
            <a:off x="1721076" y="5495007"/>
            <a:ext cx="3853062" cy="488345"/>
          </a:xfrm>
        </p:spPr>
        <p:txBody>
          <a:bodyPr anchor="ctr"/>
          <a:lstStyle>
            <a:lvl1pPr marL="0" indent="0">
              <a:spcBef>
                <a:spcPts val="0"/>
              </a:spcBef>
              <a:buNone/>
              <a:defRPr sz="1800" b="1">
                <a:solidFill>
                  <a:srgbClr val="4B4B4B"/>
                </a:solidFill>
              </a:defRPr>
            </a:lvl1pPr>
          </a:lstStyle>
          <a:p>
            <a:pPr lvl="0"/>
            <a:r>
              <a:rPr lang="de-DE"/>
              <a:t>Kapitel</a:t>
            </a:r>
            <a:br>
              <a:rPr lang="de-DE"/>
            </a:br>
            <a:r>
              <a:rPr lang="de-DE"/>
              <a:t>Zweite Zeile</a:t>
            </a:r>
            <a:endParaRPr lang="en-US"/>
          </a:p>
        </p:txBody>
      </p:sp>
      <p:sp>
        <p:nvSpPr>
          <p:cNvPr id="42" name="Textplatzhalter 34">
            <a:extLst>
              <a:ext uri="{FF2B5EF4-FFF2-40B4-BE49-F238E27FC236}">
                <a16:creationId xmlns:a16="http://schemas.microsoft.com/office/drawing/2014/main" id="{3B7C896C-7C0D-4D29-A70A-A8A93AB19C36}"/>
              </a:ext>
            </a:extLst>
          </p:cNvPr>
          <p:cNvSpPr>
            <a:spLocks noGrp="1"/>
          </p:cNvSpPr>
          <p:nvPr>
            <p:ph type="body" sz="quarter" idx="30" hasCustomPrompt="1"/>
          </p:nvPr>
        </p:nvSpPr>
        <p:spPr>
          <a:xfrm>
            <a:off x="7657791" y="5495007"/>
            <a:ext cx="3853062" cy="488345"/>
          </a:xfrm>
        </p:spPr>
        <p:txBody>
          <a:bodyPr anchor="ctr"/>
          <a:lstStyle>
            <a:lvl1pPr marL="0" indent="0">
              <a:spcBef>
                <a:spcPts val="0"/>
              </a:spcBef>
              <a:buNone/>
              <a:defRPr sz="1800" b="1">
                <a:solidFill>
                  <a:srgbClr val="4B4B4B"/>
                </a:solidFill>
              </a:defRPr>
            </a:lvl1pPr>
          </a:lstStyle>
          <a:p>
            <a:pPr lvl="0"/>
            <a:r>
              <a:rPr lang="de-DE"/>
              <a:t>Kapitel</a:t>
            </a:r>
            <a:br>
              <a:rPr lang="de-DE"/>
            </a:br>
            <a:r>
              <a:rPr lang="de-DE"/>
              <a:t>Zweite Zeile</a:t>
            </a:r>
            <a:endParaRPr lang="en-US"/>
          </a:p>
        </p:txBody>
      </p:sp>
      <p:sp>
        <p:nvSpPr>
          <p:cNvPr id="52" name="Textplatzhalter 51">
            <a:extLst>
              <a:ext uri="{FF2B5EF4-FFF2-40B4-BE49-F238E27FC236}">
                <a16:creationId xmlns:a16="http://schemas.microsoft.com/office/drawing/2014/main" id="{99E88F6D-A221-4CE2-A357-0E8A5300C5FB}"/>
              </a:ext>
            </a:extLst>
          </p:cNvPr>
          <p:cNvSpPr>
            <a:spLocks noGrp="1"/>
          </p:cNvSpPr>
          <p:nvPr>
            <p:ph type="body" sz="quarter" idx="39" hasCustomPrompt="1"/>
          </p:nvPr>
        </p:nvSpPr>
        <p:spPr>
          <a:xfrm>
            <a:off x="623092" y="1616864"/>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3" name="Textplatzhalter 51">
            <a:extLst>
              <a:ext uri="{FF2B5EF4-FFF2-40B4-BE49-F238E27FC236}">
                <a16:creationId xmlns:a16="http://schemas.microsoft.com/office/drawing/2014/main" id="{662C58B3-C6CB-40C4-9846-6885043CEAEF}"/>
              </a:ext>
            </a:extLst>
          </p:cNvPr>
          <p:cNvSpPr>
            <a:spLocks noGrp="1"/>
          </p:cNvSpPr>
          <p:nvPr>
            <p:ph type="body" sz="quarter" idx="40" hasCustomPrompt="1"/>
          </p:nvPr>
        </p:nvSpPr>
        <p:spPr>
          <a:xfrm>
            <a:off x="6517664" y="1616864"/>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4" name="Textplatzhalter 51">
            <a:extLst>
              <a:ext uri="{FF2B5EF4-FFF2-40B4-BE49-F238E27FC236}">
                <a16:creationId xmlns:a16="http://schemas.microsoft.com/office/drawing/2014/main" id="{BBC47D04-2291-4541-ABDF-3BDD7D89033F}"/>
              </a:ext>
            </a:extLst>
          </p:cNvPr>
          <p:cNvSpPr>
            <a:spLocks noGrp="1"/>
          </p:cNvSpPr>
          <p:nvPr>
            <p:ph type="body" sz="quarter" idx="41" hasCustomPrompt="1"/>
          </p:nvPr>
        </p:nvSpPr>
        <p:spPr>
          <a:xfrm>
            <a:off x="623092" y="2899151"/>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5" name="Textplatzhalter 51">
            <a:extLst>
              <a:ext uri="{FF2B5EF4-FFF2-40B4-BE49-F238E27FC236}">
                <a16:creationId xmlns:a16="http://schemas.microsoft.com/office/drawing/2014/main" id="{9226F664-073C-478A-8241-1E5CABD99A8E}"/>
              </a:ext>
            </a:extLst>
          </p:cNvPr>
          <p:cNvSpPr>
            <a:spLocks noGrp="1"/>
          </p:cNvSpPr>
          <p:nvPr>
            <p:ph type="body" sz="quarter" idx="42" hasCustomPrompt="1"/>
          </p:nvPr>
        </p:nvSpPr>
        <p:spPr>
          <a:xfrm>
            <a:off x="6517664" y="2899151"/>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6" name="Textplatzhalter 51">
            <a:extLst>
              <a:ext uri="{FF2B5EF4-FFF2-40B4-BE49-F238E27FC236}">
                <a16:creationId xmlns:a16="http://schemas.microsoft.com/office/drawing/2014/main" id="{1A3A934F-49BD-4AD8-99B7-4931CC4FE563}"/>
              </a:ext>
            </a:extLst>
          </p:cNvPr>
          <p:cNvSpPr>
            <a:spLocks noGrp="1"/>
          </p:cNvSpPr>
          <p:nvPr>
            <p:ph type="body" sz="quarter" idx="43" hasCustomPrompt="1"/>
          </p:nvPr>
        </p:nvSpPr>
        <p:spPr>
          <a:xfrm>
            <a:off x="623092" y="4181438"/>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7" name="Textplatzhalter 51">
            <a:extLst>
              <a:ext uri="{FF2B5EF4-FFF2-40B4-BE49-F238E27FC236}">
                <a16:creationId xmlns:a16="http://schemas.microsoft.com/office/drawing/2014/main" id="{9EEA1254-1634-410B-B7D5-F19740479B1A}"/>
              </a:ext>
            </a:extLst>
          </p:cNvPr>
          <p:cNvSpPr>
            <a:spLocks noGrp="1"/>
          </p:cNvSpPr>
          <p:nvPr>
            <p:ph type="body" sz="quarter" idx="44" hasCustomPrompt="1"/>
          </p:nvPr>
        </p:nvSpPr>
        <p:spPr>
          <a:xfrm>
            <a:off x="6517664" y="4181438"/>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8" name="Textplatzhalter 51">
            <a:extLst>
              <a:ext uri="{FF2B5EF4-FFF2-40B4-BE49-F238E27FC236}">
                <a16:creationId xmlns:a16="http://schemas.microsoft.com/office/drawing/2014/main" id="{847DD741-14CE-4133-B69A-0617633EF17A}"/>
              </a:ext>
            </a:extLst>
          </p:cNvPr>
          <p:cNvSpPr>
            <a:spLocks noGrp="1"/>
          </p:cNvSpPr>
          <p:nvPr>
            <p:ph type="body" sz="quarter" idx="45" hasCustomPrompt="1"/>
          </p:nvPr>
        </p:nvSpPr>
        <p:spPr>
          <a:xfrm>
            <a:off x="623092" y="5463725"/>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59" name="Textplatzhalter 51">
            <a:extLst>
              <a:ext uri="{FF2B5EF4-FFF2-40B4-BE49-F238E27FC236}">
                <a16:creationId xmlns:a16="http://schemas.microsoft.com/office/drawing/2014/main" id="{F4FC7902-AE67-46D0-AF05-BAD44F5D755B}"/>
              </a:ext>
            </a:extLst>
          </p:cNvPr>
          <p:cNvSpPr>
            <a:spLocks noGrp="1"/>
          </p:cNvSpPr>
          <p:nvPr>
            <p:ph type="body" sz="quarter" idx="46" hasCustomPrompt="1"/>
          </p:nvPr>
        </p:nvSpPr>
        <p:spPr>
          <a:xfrm>
            <a:off x="6517664" y="5463725"/>
            <a:ext cx="792940" cy="566808"/>
          </a:xfrm>
        </p:spPr>
        <p:txBody>
          <a:bodyPr vert="horz" wrap="square" lIns="0" tIns="0" rIns="0" bIns="0" rtlCol="0" anchor="ctr">
            <a:noAutofit/>
          </a:bodyPr>
          <a:lstStyle>
            <a:lvl1pPr marL="0" indent="0" algn="ctr">
              <a:buNone/>
              <a:defRPr lang="en-US" sz="4400" b="0" dirty="0">
                <a:solidFill>
                  <a:schemeClr val="tx2"/>
                </a:solidFill>
              </a:defRPr>
            </a:lvl1pPr>
          </a:lstStyle>
          <a:p>
            <a:pPr marL="185738" lvl="0" indent="-185738" algn="r" defTabSz="914400"/>
            <a:r>
              <a:rPr lang="de-DE"/>
              <a:t>00</a:t>
            </a:r>
            <a:endParaRPr lang="en-US"/>
          </a:p>
        </p:txBody>
      </p:sp>
      <p:sp>
        <p:nvSpPr>
          <p:cNvPr id="75" name="Inhaltsplatzhalter 9">
            <a:extLst>
              <a:ext uri="{FF2B5EF4-FFF2-40B4-BE49-F238E27FC236}">
                <a16:creationId xmlns:a16="http://schemas.microsoft.com/office/drawing/2014/main" id="{F0946075-0AC7-48A3-8D0F-123C98FFD6E5}"/>
              </a:ext>
            </a:extLst>
          </p:cNvPr>
          <p:cNvSpPr>
            <a:spLocks noGrp="1"/>
          </p:cNvSpPr>
          <p:nvPr>
            <p:ph sz="quarter" idx="47" hasCustomPrompt="1"/>
          </p:nvPr>
        </p:nvSpPr>
        <p:spPr>
          <a:xfrm>
            <a:off x="1546285" y="2916779"/>
            <a:ext cx="26585" cy="547688"/>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76" name="Inhaltsplatzhalter 9">
            <a:extLst>
              <a:ext uri="{FF2B5EF4-FFF2-40B4-BE49-F238E27FC236}">
                <a16:creationId xmlns:a16="http://schemas.microsoft.com/office/drawing/2014/main" id="{B58AB14C-CDD4-4AAB-904A-52D84FAE9367}"/>
              </a:ext>
            </a:extLst>
          </p:cNvPr>
          <p:cNvSpPr>
            <a:spLocks noGrp="1"/>
          </p:cNvSpPr>
          <p:nvPr>
            <p:ph sz="quarter" idx="48" hasCustomPrompt="1"/>
          </p:nvPr>
        </p:nvSpPr>
        <p:spPr>
          <a:xfrm>
            <a:off x="7470904" y="2916779"/>
            <a:ext cx="26585" cy="547688"/>
          </a:xfrm>
          <a:solidFill>
            <a:srgbClr val="4B4B4B"/>
          </a:solidFill>
        </p:spPr>
        <p:txBody>
          <a:bodyPr/>
          <a:lstStyle>
            <a:lvl1pPr marL="0" indent="0">
              <a:buNone/>
              <a:defRPr/>
            </a:lvl1pPr>
          </a:lstStyle>
          <a:p>
            <a:pPr lvl="0"/>
            <a:r>
              <a:rPr lang="de-DE"/>
              <a:t> </a:t>
            </a:r>
            <a:endParaRPr lang="en-US"/>
          </a:p>
        </p:txBody>
      </p:sp>
      <p:sp>
        <p:nvSpPr>
          <p:cNvPr id="77" name="Inhaltsplatzhalter 9">
            <a:extLst>
              <a:ext uri="{FF2B5EF4-FFF2-40B4-BE49-F238E27FC236}">
                <a16:creationId xmlns:a16="http://schemas.microsoft.com/office/drawing/2014/main" id="{229D505F-0EB3-46B1-BD92-CDF8A11C324E}"/>
              </a:ext>
            </a:extLst>
          </p:cNvPr>
          <p:cNvSpPr>
            <a:spLocks noGrp="1"/>
          </p:cNvSpPr>
          <p:nvPr>
            <p:ph sz="quarter" idx="49" hasCustomPrompt="1"/>
          </p:nvPr>
        </p:nvSpPr>
        <p:spPr>
          <a:xfrm>
            <a:off x="1546285" y="1640159"/>
            <a:ext cx="26585" cy="547688"/>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78" name="Inhaltsplatzhalter 9">
            <a:extLst>
              <a:ext uri="{FF2B5EF4-FFF2-40B4-BE49-F238E27FC236}">
                <a16:creationId xmlns:a16="http://schemas.microsoft.com/office/drawing/2014/main" id="{321D1B94-2D21-41E1-A777-3DC603FBD847}"/>
              </a:ext>
            </a:extLst>
          </p:cNvPr>
          <p:cNvSpPr>
            <a:spLocks noGrp="1"/>
          </p:cNvSpPr>
          <p:nvPr>
            <p:ph sz="quarter" idx="50" hasCustomPrompt="1"/>
          </p:nvPr>
        </p:nvSpPr>
        <p:spPr>
          <a:xfrm>
            <a:off x="7470904" y="1640159"/>
            <a:ext cx="26585" cy="547688"/>
          </a:xfrm>
          <a:solidFill>
            <a:srgbClr val="4B4B4B"/>
          </a:solidFill>
        </p:spPr>
        <p:txBody>
          <a:bodyPr/>
          <a:lstStyle>
            <a:lvl1pPr marL="0" indent="0">
              <a:buNone/>
              <a:defRPr/>
            </a:lvl1pPr>
          </a:lstStyle>
          <a:p>
            <a:pPr lvl="0"/>
            <a:r>
              <a:rPr lang="de-DE"/>
              <a:t> </a:t>
            </a:r>
            <a:endParaRPr lang="en-US"/>
          </a:p>
        </p:txBody>
      </p:sp>
      <p:sp>
        <p:nvSpPr>
          <p:cNvPr id="79" name="Inhaltsplatzhalter 9">
            <a:extLst>
              <a:ext uri="{FF2B5EF4-FFF2-40B4-BE49-F238E27FC236}">
                <a16:creationId xmlns:a16="http://schemas.microsoft.com/office/drawing/2014/main" id="{C7600883-7FF9-4E2D-AD32-649383774589}"/>
              </a:ext>
            </a:extLst>
          </p:cNvPr>
          <p:cNvSpPr>
            <a:spLocks noGrp="1"/>
          </p:cNvSpPr>
          <p:nvPr>
            <p:ph sz="quarter" idx="51" hasCustomPrompt="1"/>
          </p:nvPr>
        </p:nvSpPr>
        <p:spPr>
          <a:xfrm>
            <a:off x="1546285" y="4193399"/>
            <a:ext cx="26585" cy="547688"/>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80" name="Inhaltsplatzhalter 9">
            <a:extLst>
              <a:ext uri="{FF2B5EF4-FFF2-40B4-BE49-F238E27FC236}">
                <a16:creationId xmlns:a16="http://schemas.microsoft.com/office/drawing/2014/main" id="{C15AA9A2-7395-47A8-A1A0-37D3FEFF7A48}"/>
              </a:ext>
            </a:extLst>
          </p:cNvPr>
          <p:cNvSpPr>
            <a:spLocks noGrp="1"/>
          </p:cNvSpPr>
          <p:nvPr>
            <p:ph sz="quarter" idx="52" hasCustomPrompt="1"/>
          </p:nvPr>
        </p:nvSpPr>
        <p:spPr>
          <a:xfrm>
            <a:off x="7470904" y="4193399"/>
            <a:ext cx="26585" cy="547688"/>
          </a:xfrm>
          <a:solidFill>
            <a:srgbClr val="4B4B4B"/>
          </a:solidFill>
        </p:spPr>
        <p:txBody>
          <a:bodyPr/>
          <a:lstStyle>
            <a:lvl1pPr marL="0" indent="0">
              <a:buNone/>
              <a:defRPr/>
            </a:lvl1pPr>
          </a:lstStyle>
          <a:p>
            <a:pPr lvl="0"/>
            <a:r>
              <a:rPr lang="de-DE"/>
              <a:t> </a:t>
            </a:r>
            <a:endParaRPr lang="en-US"/>
          </a:p>
        </p:txBody>
      </p:sp>
      <p:sp>
        <p:nvSpPr>
          <p:cNvPr id="81" name="Inhaltsplatzhalter 9">
            <a:extLst>
              <a:ext uri="{FF2B5EF4-FFF2-40B4-BE49-F238E27FC236}">
                <a16:creationId xmlns:a16="http://schemas.microsoft.com/office/drawing/2014/main" id="{AE55F5E1-5331-469D-88FF-C70B9DE6E480}"/>
              </a:ext>
            </a:extLst>
          </p:cNvPr>
          <p:cNvSpPr>
            <a:spLocks noGrp="1"/>
          </p:cNvSpPr>
          <p:nvPr>
            <p:ph sz="quarter" idx="53" hasCustomPrompt="1"/>
          </p:nvPr>
        </p:nvSpPr>
        <p:spPr>
          <a:xfrm>
            <a:off x="1546285" y="5470019"/>
            <a:ext cx="26585" cy="547688"/>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82" name="Inhaltsplatzhalter 9">
            <a:extLst>
              <a:ext uri="{FF2B5EF4-FFF2-40B4-BE49-F238E27FC236}">
                <a16:creationId xmlns:a16="http://schemas.microsoft.com/office/drawing/2014/main" id="{99528CFB-C5EA-4EC6-8C5D-7EA239BE48D9}"/>
              </a:ext>
            </a:extLst>
          </p:cNvPr>
          <p:cNvSpPr>
            <a:spLocks noGrp="1"/>
          </p:cNvSpPr>
          <p:nvPr>
            <p:ph sz="quarter" idx="54" hasCustomPrompt="1"/>
          </p:nvPr>
        </p:nvSpPr>
        <p:spPr>
          <a:xfrm>
            <a:off x="7470904" y="5470019"/>
            <a:ext cx="26585" cy="547688"/>
          </a:xfrm>
          <a:solidFill>
            <a:srgbClr val="4B4B4B"/>
          </a:solidFill>
        </p:spPr>
        <p:txBody>
          <a:bodyPr/>
          <a:lstStyle>
            <a:lvl1pPr marL="0" indent="0">
              <a:buNone/>
              <a:defRPr/>
            </a:lvl1pPr>
          </a:lstStyle>
          <a:p>
            <a:pPr lvl="0"/>
            <a:r>
              <a:rPr lang="de-DE"/>
              <a:t> </a:t>
            </a:r>
            <a:endParaRPr lang="en-US"/>
          </a:p>
        </p:txBody>
      </p:sp>
      <p:sp>
        <p:nvSpPr>
          <p:cNvPr id="6" name="Fußzeilenplatzhalter 12">
            <a:extLst>
              <a:ext uri="{FF2B5EF4-FFF2-40B4-BE49-F238E27FC236}">
                <a16:creationId xmlns:a16="http://schemas.microsoft.com/office/drawing/2014/main" id="{6964DA26-B6DD-4F4F-45DA-F491F446E16E}"/>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14244842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_Ze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5F4C9-598F-4E78-848E-9BB6ADD0DA4E}"/>
              </a:ext>
            </a:extLst>
          </p:cNvPr>
          <p:cNvSpPr>
            <a:spLocks noGrp="1"/>
          </p:cNvSpPr>
          <p:nvPr>
            <p:ph type="title" hasCustomPrompt="1"/>
          </p:nvPr>
        </p:nvSpPr>
        <p:spPr/>
        <p:txBody>
          <a:bodyPr/>
          <a:lstStyle>
            <a:lvl1pPr>
              <a:defRPr/>
            </a:lvl1pPr>
          </a:lstStyle>
          <a:p>
            <a:r>
              <a:rPr lang="de-DE"/>
              <a:t>Agenda mit Zeitbezug</a:t>
            </a:r>
            <a:endParaRPr lang="en-US"/>
          </a:p>
        </p:txBody>
      </p:sp>
      <p:sp>
        <p:nvSpPr>
          <p:cNvPr id="3" name="Datumsplatzhalter 2">
            <a:extLst>
              <a:ext uri="{FF2B5EF4-FFF2-40B4-BE49-F238E27FC236}">
                <a16:creationId xmlns:a16="http://schemas.microsoft.com/office/drawing/2014/main" id="{C9C3FEB9-7D39-44AE-91BC-8FAEC3D7E4D4}"/>
              </a:ext>
            </a:extLst>
          </p:cNvPr>
          <p:cNvSpPr>
            <a:spLocks noGrp="1"/>
          </p:cNvSpPr>
          <p:nvPr>
            <p:ph type="dt" sz="half" idx="10"/>
          </p:nvPr>
        </p:nvSpPr>
        <p:spPr/>
        <p:txBody>
          <a:bodyPr/>
          <a:lstStyle/>
          <a:p>
            <a:fld id="{145BA2AA-6759-4E95-AE1F-BAF402A92896}" type="datetime1">
              <a:rPr lang="de-DE" smtClean="0"/>
              <a:t>19.10.26</a:t>
            </a:fld>
            <a:endParaRPr lang="en-US"/>
          </a:p>
        </p:txBody>
      </p:sp>
      <p:sp>
        <p:nvSpPr>
          <p:cNvPr id="5" name="Foliennummernplatzhalter 4">
            <a:extLst>
              <a:ext uri="{FF2B5EF4-FFF2-40B4-BE49-F238E27FC236}">
                <a16:creationId xmlns:a16="http://schemas.microsoft.com/office/drawing/2014/main" id="{360E1C69-351D-4576-85E4-3C7A7054E4E3}"/>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7" name="Rechteck 6">
            <a:extLst>
              <a:ext uri="{FF2B5EF4-FFF2-40B4-BE49-F238E27FC236}">
                <a16:creationId xmlns:a16="http://schemas.microsoft.com/office/drawing/2014/main" id="{A48B7B5D-4086-4670-B51A-7FEB605EF0BB}"/>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Textplatzhalter 32">
            <a:extLst>
              <a:ext uri="{FF2B5EF4-FFF2-40B4-BE49-F238E27FC236}">
                <a16:creationId xmlns:a16="http://schemas.microsoft.com/office/drawing/2014/main" id="{B9967132-7FB3-44D9-B340-D5C95C1152BF}"/>
              </a:ext>
            </a:extLst>
          </p:cNvPr>
          <p:cNvSpPr>
            <a:spLocks noGrp="1"/>
          </p:cNvSpPr>
          <p:nvPr>
            <p:ph type="body" sz="quarter" idx="15" hasCustomPrompt="1"/>
          </p:nvPr>
        </p:nvSpPr>
        <p:spPr>
          <a:xfrm>
            <a:off x="556847" y="1449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35" name="Textplatzhalter 34">
            <a:extLst>
              <a:ext uri="{FF2B5EF4-FFF2-40B4-BE49-F238E27FC236}">
                <a16:creationId xmlns:a16="http://schemas.microsoft.com/office/drawing/2014/main" id="{63408404-C5AA-4DCA-8A39-B52DB299C35C}"/>
              </a:ext>
            </a:extLst>
          </p:cNvPr>
          <p:cNvSpPr>
            <a:spLocks noGrp="1"/>
          </p:cNvSpPr>
          <p:nvPr>
            <p:ph type="body" sz="quarter" idx="23" hasCustomPrompt="1"/>
          </p:nvPr>
        </p:nvSpPr>
        <p:spPr>
          <a:xfrm>
            <a:off x="1727123" y="1553400"/>
            <a:ext cx="3853062" cy="244800"/>
          </a:xfrm>
        </p:spPr>
        <p:txBody>
          <a:bodyPr anchor="ctr"/>
          <a:lstStyle>
            <a:lvl1pPr marL="0" indent="0">
              <a:spcBef>
                <a:spcPts val="0"/>
              </a:spcBef>
              <a:buNone/>
              <a:defRPr sz="1800" b="1">
                <a:solidFill>
                  <a:srgbClr val="4B4B4B"/>
                </a:solidFill>
              </a:defRPr>
            </a:lvl1pPr>
          </a:lstStyle>
          <a:p>
            <a:pPr lvl="0"/>
            <a:r>
              <a:rPr lang="de-DE"/>
              <a:t>Kapitel</a:t>
            </a:r>
            <a:endParaRPr lang="en-US"/>
          </a:p>
        </p:txBody>
      </p:sp>
      <p:sp>
        <p:nvSpPr>
          <p:cNvPr id="52" name="Textplatzhalter 51">
            <a:extLst>
              <a:ext uri="{FF2B5EF4-FFF2-40B4-BE49-F238E27FC236}">
                <a16:creationId xmlns:a16="http://schemas.microsoft.com/office/drawing/2014/main" id="{99E88F6D-A221-4CE2-A357-0E8A5300C5FB}"/>
              </a:ext>
            </a:extLst>
          </p:cNvPr>
          <p:cNvSpPr>
            <a:spLocks noGrp="1"/>
          </p:cNvSpPr>
          <p:nvPr>
            <p:ph type="body" sz="quarter" idx="39" hasCustomPrompt="1"/>
          </p:nvPr>
        </p:nvSpPr>
        <p:spPr>
          <a:xfrm>
            <a:off x="629139" y="15336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77" name="Inhaltsplatzhalter 9">
            <a:extLst>
              <a:ext uri="{FF2B5EF4-FFF2-40B4-BE49-F238E27FC236}">
                <a16:creationId xmlns:a16="http://schemas.microsoft.com/office/drawing/2014/main" id="{229D505F-0EB3-46B1-BD92-CDF8A11C324E}"/>
              </a:ext>
            </a:extLst>
          </p:cNvPr>
          <p:cNvSpPr>
            <a:spLocks noGrp="1"/>
          </p:cNvSpPr>
          <p:nvPr>
            <p:ph sz="quarter" idx="49" hasCustomPrompt="1"/>
          </p:nvPr>
        </p:nvSpPr>
        <p:spPr>
          <a:xfrm>
            <a:off x="1552331" y="15390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43" name="Inhaltsplatzhalter 9">
            <a:extLst>
              <a:ext uri="{FF2B5EF4-FFF2-40B4-BE49-F238E27FC236}">
                <a16:creationId xmlns:a16="http://schemas.microsoft.com/office/drawing/2014/main" id="{17AE42E5-158A-478C-9789-64472AF09C90}"/>
              </a:ext>
            </a:extLst>
          </p:cNvPr>
          <p:cNvSpPr>
            <a:spLocks noGrp="1"/>
          </p:cNvSpPr>
          <p:nvPr>
            <p:ph sz="quarter" idx="54" hasCustomPrompt="1"/>
          </p:nvPr>
        </p:nvSpPr>
        <p:spPr>
          <a:xfrm>
            <a:off x="5760000" y="15390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44" name="Textplatzhalter 34">
            <a:extLst>
              <a:ext uri="{FF2B5EF4-FFF2-40B4-BE49-F238E27FC236}">
                <a16:creationId xmlns:a16="http://schemas.microsoft.com/office/drawing/2014/main" id="{5890096B-CE06-4B93-A46A-51EBAB485CCA}"/>
              </a:ext>
            </a:extLst>
          </p:cNvPr>
          <p:cNvSpPr>
            <a:spLocks noGrp="1"/>
          </p:cNvSpPr>
          <p:nvPr>
            <p:ph type="body" sz="quarter" idx="55" hasCustomPrompt="1"/>
          </p:nvPr>
        </p:nvSpPr>
        <p:spPr>
          <a:xfrm>
            <a:off x="5937231" y="1553400"/>
            <a:ext cx="2569846" cy="244800"/>
          </a:xfrm>
        </p:spPr>
        <p:txBody>
          <a:bodyPr anchor="ctr"/>
          <a:lstStyle>
            <a:lvl1pPr marL="0" indent="0">
              <a:spcBef>
                <a:spcPts val="0"/>
              </a:spcBef>
              <a:buNone/>
              <a:defRPr sz="1600" b="0">
                <a:solidFill>
                  <a:srgbClr val="4B4B4B"/>
                </a:solidFill>
              </a:defRPr>
            </a:lvl1pPr>
          </a:lstStyle>
          <a:p>
            <a:pPr lvl="0"/>
            <a:r>
              <a:rPr lang="de-DE"/>
              <a:t>00:00 Uhr – 00:00 Uhr</a:t>
            </a:r>
            <a:endParaRPr lang="en-US"/>
          </a:p>
        </p:txBody>
      </p:sp>
      <p:sp>
        <p:nvSpPr>
          <p:cNvPr id="46" name="Inhaltsplatzhalter 9">
            <a:extLst>
              <a:ext uri="{FF2B5EF4-FFF2-40B4-BE49-F238E27FC236}">
                <a16:creationId xmlns:a16="http://schemas.microsoft.com/office/drawing/2014/main" id="{36C4410E-166F-4B7F-9C6D-41BC42DC603D}"/>
              </a:ext>
            </a:extLst>
          </p:cNvPr>
          <p:cNvSpPr>
            <a:spLocks noGrp="1"/>
          </p:cNvSpPr>
          <p:nvPr>
            <p:ph sz="quarter" idx="56" hasCustomPrompt="1"/>
          </p:nvPr>
        </p:nvSpPr>
        <p:spPr>
          <a:xfrm>
            <a:off x="8684308" y="15390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47" name="Textplatzhalter 34">
            <a:extLst>
              <a:ext uri="{FF2B5EF4-FFF2-40B4-BE49-F238E27FC236}">
                <a16:creationId xmlns:a16="http://schemas.microsoft.com/office/drawing/2014/main" id="{3521441E-F90E-4D97-A0BF-F6931EB7093F}"/>
              </a:ext>
            </a:extLst>
          </p:cNvPr>
          <p:cNvSpPr>
            <a:spLocks noGrp="1"/>
          </p:cNvSpPr>
          <p:nvPr>
            <p:ph type="body" sz="quarter" idx="57" hasCustomPrompt="1"/>
          </p:nvPr>
        </p:nvSpPr>
        <p:spPr>
          <a:xfrm>
            <a:off x="8905846" y="1553400"/>
            <a:ext cx="2569846" cy="244800"/>
          </a:xfrm>
        </p:spPr>
        <p:txBody>
          <a:bodyPr anchor="ctr"/>
          <a:lstStyle>
            <a:lvl1pPr marL="0" indent="0">
              <a:spcBef>
                <a:spcPts val="0"/>
              </a:spcBef>
              <a:buNone/>
              <a:defRPr sz="1600" b="0">
                <a:solidFill>
                  <a:srgbClr val="4B4B4B"/>
                </a:solidFill>
              </a:defRPr>
            </a:lvl1pPr>
          </a:lstStyle>
          <a:p>
            <a:pPr lvl="0"/>
            <a:r>
              <a:rPr lang="de-DE"/>
              <a:t>Vortragende*r</a:t>
            </a:r>
            <a:endParaRPr lang="en-US"/>
          </a:p>
        </p:txBody>
      </p:sp>
      <p:sp>
        <p:nvSpPr>
          <p:cNvPr id="48" name="Textplatzhalter 32">
            <a:extLst>
              <a:ext uri="{FF2B5EF4-FFF2-40B4-BE49-F238E27FC236}">
                <a16:creationId xmlns:a16="http://schemas.microsoft.com/office/drawing/2014/main" id="{710FD8FB-44A5-4E60-BFA5-CC6B0551A7F4}"/>
              </a:ext>
            </a:extLst>
          </p:cNvPr>
          <p:cNvSpPr>
            <a:spLocks noGrp="1"/>
          </p:cNvSpPr>
          <p:nvPr>
            <p:ph type="body" sz="quarter" idx="58" hasCustomPrompt="1"/>
          </p:nvPr>
        </p:nvSpPr>
        <p:spPr>
          <a:xfrm>
            <a:off x="555509" y="20664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49" name="Textplatzhalter 34">
            <a:extLst>
              <a:ext uri="{FF2B5EF4-FFF2-40B4-BE49-F238E27FC236}">
                <a16:creationId xmlns:a16="http://schemas.microsoft.com/office/drawing/2014/main" id="{FACF348C-FB52-450C-96D5-D761EE938904}"/>
              </a:ext>
            </a:extLst>
          </p:cNvPr>
          <p:cNvSpPr>
            <a:spLocks noGrp="1"/>
          </p:cNvSpPr>
          <p:nvPr>
            <p:ph type="body" sz="quarter" idx="59" hasCustomPrompt="1"/>
          </p:nvPr>
        </p:nvSpPr>
        <p:spPr>
          <a:xfrm>
            <a:off x="1725785" y="2170800"/>
            <a:ext cx="3853062" cy="244800"/>
          </a:xfrm>
        </p:spPr>
        <p:txBody>
          <a:bodyPr anchor="ctr"/>
          <a:lstStyle>
            <a:lvl1pPr marL="0" indent="0">
              <a:spcBef>
                <a:spcPts val="0"/>
              </a:spcBef>
              <a:buNone/>
              <a:defRPr sz="1800" b="1">
                <a:solidFill>
                  <a:srgbClr val="4B4B4B"/>
                </a:solidFill>
              </a:defRPr>
            </a:lvl1pPr>
          </a:lstStyle>
          <a:p>
            <a:pPr lvl="0"/>
            <a:r>
              <a:rPr lang="de-DE"/>
              <a:t>Kapitel</a:t>
            </a:r>
            <a:endParaRPr lang="en-US"/>
          </a:p>
        </p:txBody>
      </p:sp>
      <p:sp>
        <p:nvSpPr>
          <p:cNvPr id="50" name="Textplatzhalter 51">
            <a:extLst>
              <a:ext uri="{FF2B5EF4-FFF2-40B4-BE49-F238E27FC236}">
                <a16:creationId xmlns:a16="http://schemas.microsoft.com/office/drawing/2014/main" id="{396278A5-AEC5-49D0-BAD3-07EA10DB1044}"/>
              </a:ext>
            </a:extLst>
          </p:cNvPr>
          <p:cNvSpPr>
            <a:spLocks noGrp="1"/>
          </p:cNvSpPr>
          <p:nvPr>
            <p:ph type="body" sz="quarter" idx="60" hasCustomPrompt="1"/>
          </p:nvPr>
        </p:nvSpPr>
        <p:spPr>
          <a:xfrm>
            <a:off x="627801" y="21510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51" name="Inhaltsplatzhalter 9">
            <a:extLst>
              <a:ext uri="{FF2B5EF4-FFF2-40B4-BE49-F238E27FC236}">
                <a16:creationId xmlns:a16="http://schemas.microsoft.com/office/drawing/2014/main" id="{84DD963F-1914-487D-AB8F-3D3384818A3F}"/>
              </a:ext>
            </a:extLst>
          </p:cNvPr>
          <p:cNvSpPr>
            <a:spLocks noGrp="1"/>
          </p:cNvSpPr>
          <p:nvPr>
            <p:ph sz="quarter" idx="61" hasCustomPrompt="1"/>
          </p:nvPr>
        </p:nvSpPr>
        <p:spPr>
          <a:xfrm>
            <a:off x="1550993" y="21564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60" name="Inhaltsplatzhalter 9">
            <a:extLst>
              <a:ext uri="{FF2B5EF4-FFF2-40B4-BE49-F238E27FC236}">
                <a16:creationId xmlns:a16="http://schemas.microsoft.com/office/drawing/2014/main" id="{314DD3BE-369B-46E6-9686-0434D228AC0D}"/>
              </a:ext>
            </a:extLst>
          </p:cNvPr>
          <p:cNvSpPr>
            <a:spLocks noGrp="1"/>
          </p:cNvSpPr>
          <p:nvPr>
            <p:ph sz="quarter" idx="62" hasCustomPrompt="1"/>
          </p:nvPr>
        </p:nvSpPr>
        <p:spPr>
          <a:xfrm>
            <a:off x="5758662" y="21564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64" name="Textplatzhalter 34">
            <a:extLst>
              <a:ext uri="{FF2B5EF4-FFF2-40B4-BE49-F238E27FC236}">
                <a16:creationId xmlns:a16="http://schemas.microsoft.com/office/drawing/2014/main" id="{825B2A1F-E37B-4E4E-9C9F-377CA4DFA999}"/>
              </a:ext>
            </a:extLst>
          </p:cNvPr>
          <p:cNvSpPr>
            <a:spLocks noGrp="1"/>
          </p:cNvSpPr>
          <p:nvPr>
            <p:ph type="body" sz="quarter" idx="63" hasCustomPrompt="1"/>
          </p:nvPr>
        </p:nvSpPr>
        <p:spPr>
          <a:xfrm>
            <a:off x="5935893" y="2170800"/>
            <a:ext cx="2569846" cy="244800"/>
          </a:xfrm>
        </p:spPr>
        <p:txBody>
          <a:bodyPr anchor="ctr"/>
          <a:lstStyle>
            <a:lvl1pPr marL="0" indent="0">
              <a:spcBef>
                <a:spcPts val="0"/>
              </a:spcBef>
              <a:buNone/>
              <a:defRPr sz="1600" b="0">
                <a:solidFill>
                  <a:srgbClr val="4B4B4B"/>
                </a:solidFill>
              </a:defRPr>
            </a:lvl1pPr>
          </a:lstStyle>
          <a:p>
            <a:pPr lvl="0"/>
            <a:r>
              <a:rPr lang="de-DE"/>
              <a:t>00:00 Uhr – 00:00 Uhr</a:t>
            </a:r>
            <a:endParaRPr lang="en-US"/>
          </a:p>
        </p:txBody>
      </p:sp>
      <p:sp>
        <p:nvSpPr>
          <p:cNvPr id="65" name="Inhaltsplatzhalter 9">
            <a:extLst>
              <a:ext uri="{FF2B5EF4-FFF2-40B4-BE49-F238E27FC236}">
                <a16:creationId xmlns:a16="http://schemas.microsoft.com/office/drawing/2014/main" id="{C084EE12-62C6-4961-AD51-F63CBE5A4CDA}"/>
              </a:ext>
            </a:extLst>
          </p:cNvPr>
          <p:cNvSpPr>
            <a:spLocks noGrp="1"/>
          </p:cNvSpPr>
          <p:nvPr>
            <p:ph sz="quarter" idx="64" hasCustomPrompt="1"/>
          </p:nvPr>
        </p:nvSpPr>
        <p:spPr>
          <a:xfrm>
            <a:off x="8682970" y="21564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66" name="Textplatzhalter 34">
            <a:extLst>
              <a:ext uri="{FF2B5EF4-FFF2-40B4-BE49-F238E27FC236}">
                <a16:creationId xmlns:a16="http://schemas.microsoft.com/office/drawing/2014/main" id="{DFC088F1-D484-4855-9CA4-24B851808FD8}"/>
              </a:ext>
            </a:extLst>
          </p:cNvPr>
          <p:cNvSpPr>
            <a:spLocks noGrp="1"/>
          </p:cNvSpPr>
          <p:nvPr>
            <p:ph type="body" sz="quarter" idx="65" hasCustomPrompt="1"/>
          </p:nvPr>
        </p:nvSpPr>
        <p:spPr>
          <a:xfrm>
            <a:off x="8904508" y="2170800"/>
            <a:ext cx="2569846" cy="244800"/>
          </a:xfrm>
        </p:spPr>
        <p:txBody>
          <a:bodyPr anchor="ctr"/>
          <a:lstStyle>
            <a:lvl1pPr marL="0" indent="0">
              <a:spcBef>
                <a:spcPts val="0"/>
              </a:spcBef>
              <a:buNone/>
              <a:defRPr sz="1600" b="0">
                <a:solidFill>
                  <a:srgbClr val="4B4B4B"/>
                </a:solidFill>
              </a:defRPr>
            </a:lvl1pPr>
          </a:lstStyle>
          <a:p>
            <a:pPr lvl="0"/>
            <a:r>
              <a:rPr lang="de-DE"/>
              <a:t>Vortragende*r</a:t>
            </a:r>
            <a:endParaRPr lang="en-US"/>
          </a:p>
        </p:txBody>
      </p:sp>
      <p:sp>
        <p:nvSpPr>
          <p:cNvPr id="67" name="Textplatzhalter 32">
            <a:extLst>
              <a:ext uri="{FF2B5EF4-FFF2-40B4-BE49-F238E27FC236}">
                <a16:creationId xmlns:a16="http://schemas.microsoft.com/office/drawing/2014/main" id="{C4FD40E8-C6A7-4BDB-B195-68E0670DAC49}"/>
              </a:ext>
            </a:extLst>
          </p:cNvPr>
          <p:cNvSpPr>
            <a:spLocks noGrp="1"/>
          </p:cNvSpPr>
          <p:nvPr>
            <p:ph type="body" sz="quarter" idx="66" hasCustomPrompt="1"/>
          </p:nvPr>
        </p:nvSpPr>
        <p:spPr>
          <a:xfrm>
            <a:off x="555509" y="2682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68" name="Textplatzhalter 32">
            <a:extLst>
              <a:ext uri="{FF2B5EF4-FFF2-40B4-BE49-F238E27FC236}">
                <a16:creationId xmlns:a16="http://schemas.microsoft.com/office/drawing/2014/main" id="{4D6DA363-BD58-4B50-9EFC-AFCC81C3CD44}"/>
              </a:ext>
            </a:extLst>
          </p:cNvPr>
          <p:cNvSpPr>
            <a:spLocks noGrp="1"/>
          </p:cNvSpPr>
          <p:nvPr>
            <p:ph type="body" sz="quarter" idx="67" hasCustomPrompt="1"/>
          </p:nvPr>
        </p:nvSpPr>
        <p:spPr>
          <a:xfrm>
            <a:off x="555509" y="32976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69" name="Textplatzhalter 32">
            <a:extLst>
              <a:ext uri="{FF2B5EF4-FFF2-40B4-BE49-F238E27FC236}">
                <a16:creationId xmlns:a16="http://schemas.microsoft.com/office/drawing/2014/main" id="{735CA0CC-8781-4D64-9B38-164657802215}"/>
              </a:ext>
            </a:extLst>
          </p:cNvPr>
          <p:cNvSpPr>
            <a:spLocks noGrp="1"/>
          </p:cNvSpPr>
          <p:nvPr>
            <p:ph type="body" sz="quarter" idx="68" hasCustomPrompt="1"/>
          </p:nvPr>
        </p:nvSpPr>
        <p:spPr>
          <a:xfrm>
            <a:off x="555509" y="39132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70" name="Textplatzhalter 32">
            <a:extLst>
              <a:ext uri="{FF2B5EF4-FFF2-40B4-BE49-F238E27FC236}">
                <a16:creationId xmlns:a16="http://schemas.microsoft.com/office/drawing/2014/main" id="{9E526531-BD00-4913-A003-1CFDDA2B9002}"/>
              </a:ext>
            </a:extLst>
          </p:cNvPr>
          <p:cNvSpPr>
            <a:spLocks noGrp="1"/>
          </p:cNvSpPr>
          <p:nvPr>
            <p:ph type="body" sz="quarter" idx="69" hasCustomPrompt="1"/>
          </p:nvPr>
        </p:nvSpPr>
        <p:spPr>
          <a:xfrm>
            <a:off x="555509" y="45288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71" name="Textplatzhalter 32">
            <a:extLst>
              <a:ext uri="{FF2B5EF4-FFF2-40B4-BE49-F238E27FC236}">
                <a16:creationId xmlns:a16="http://schemas.microsoft.com/office/drawing/2014/main" id="{2A7538D1-CB34-4E76-ADC0-CBE0BF1D0829}"/>
              </a:ext>
            </a:extLst>
          </p:cNvPr>
          <p:cNvSpPr>
            <a:spLocks noGrp="1"/>
          </p:cNvSpPr>
          <p:nvPr>
            <p:ph type="body" sz="quarter" idx="70" hasCustomPrompt="1"/>
          </p:nvPr>
        </p:nvSpPr>
        <p:spPr>
          <a:xfrm>
            <a:off x="555509" y="51444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83" name="Textplatzhalter 32">
            <a:extLst>
              <a:ext uri="{FF2B5EF4-FFF2-40B4-BE49-F238E27FC236}">
                <a16:creationId xmlns:a16="http://schemas.microsoft.com/office/drawing/2014/main" id="{23EDE4BB-056F-48DA-9ED7-F4BB9881B577}"/>
              </a:ext>
            </a:extLst>
          </p:cNvPr>
          <p:cNvSpPr>
            <a:spLocks noGrp="1"/>
          </p:cNvSpPr>
          <p:nvPr>
            <p:ph type="body" sz="quarter" idx="71" hasCustomPrompt="1"/>
          </p:nvPr>
        </p:nvSpPr>
        <p:spPr>
          <a:xfrm>
            <a:off x="555509" y="5760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bg2"/>
          </a:solidFill>
        </p:spPr>
        <p:txBody>
          <a:bodyPr wrap="square">
            <a:noAutofit/>
          </a:bodyPr>
          <a:lstStyle>
            <a:lvl1pPr marL="0" indent="0">
              <a:buNone/>
              <a:defRPr/>
            </a:lvl1pPr>
          </a:lstStyle>
          <a:p>
            <a:pPr lvl="0"/>
            <a:r>
              <a:rPr lang="de-DE"/>
              <a:t> </a:t>
            </a:r>
            <a:endParaRPr lang="en-US"/>
          </a:p>
        </p:txBody>
      </p:sp>
      <p:sp>
        <p:nvSpPr>
          <p:cNvPr id="84" name="Textplatzhalter 34">
            <a:extLst>
              <a:ext uri="{FF2B5EF4-FFF2-40B4-BE49-F238E27FC236}">
                <a16:creationId xmlns:a16="http://schemas.microsoft.com/office/drawing/2014/main" id="{218CFB87-C4D6-4412-9CC1-F0ACCCD43483}"/>
              </a:ext>
            </a:extLst>
          </p:cNvPr>
          <p:cNvSpPr>
            <a:spLocks noGrp="1"/>
          </p:cNvSpPr>
          <p:nvPr>
            <p:ph type="body" sz="quarter" idx="72" hasCustomPrompt="1"/>
          </p:nvPr>
        </p:nvSpPr>
        <p:spPr>
          <a:xfrm>
            <a:off x="1725785" y="2786400"/>
            <a:ext cx="3853062" cy="244800"/>
          </a:xfrm>
        </p:spPr>
        <p:txBody>
          <a:bodyPr anchor="ctr"/>
          <a:lstStyle>
            <a:lvl1pPr marL="0" indent="0">
              <a:spcBef>
                <a:spcPts val="0"/>
              </a:spcBef>
              <a:buNone/>
              <a:defRPr sz="1800" b="1">
                <a:solidFill>
                  <a:srgbClr val="4B4B4B"/>
                </a:solidFill>
              </a:defRPr>
            </a:lvl1pPr>
          </a:lstStyle>
          <a:p>
            <a:pPr lvl="0"/>
            <a:r>
              <a:rPr lang="de-DE"/>
              <a:t>Kapitel</a:t>
            </a:r>
            <a:endParaRPr lang="en-US"/>
          </a:p>
        </p:txBody>
      </p:sp>
      <p:sp>
        <p:nvSpPr>
          <p:cNvPr id="85" name="Textplatzhalter 51">
            <a:extLst>
              <a:ext uri="{FF2B5EF4-FFF2-40B4-BE49-F238E27FC236}">
                <a16:creationId xmlns:a16="http://schemas.microsoft.com/office/drawing/2014/main" id="{11D606FC-E925-4633-9212-D580DA4DDA1F}"/>
              </a:ext>
            </a:extLst>
          </p:cNvPr>
          <p:cNvSpPr>
            <a:spLocks noGrp="1"/>
          </p:cNvSpPr>
          <p:nvPr>
            <p:ph type="body" sz="quarter" idx="73" hasCustomPrompt="1"/>
          </p:nvPr>
        </p:nvSpPr>
        <p:spPr>
          <a:xfrm>
            <a:off x="627801" y="27666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86" name="Inhaltsplatzhalter 9">
            <a:extLst>
              <a:ext uri="{FF2B5EF4-FFF2-40B4-BE49-F238E27FC236}">
                <a16:creationId xmlns:a16="http://schemas.microsoft.com/office/drawing/2014/main" id="{2F1BD2CF-2D37-4E1B-A917-7246A44EA679}"/>
              </a:ext>
            </a:extLst>
          </p:cNvPr>
          <p:cNvSpPr>
            <a:spLocks noGrp="1"/>
          </p:cNvSpPr>
          <p:nvPr>
            <p:ph sz="quarter" idx="74" hasCustomPrompt="1"/>
          </p:nvPr>
        </p:nvSpPr>
        <p:spPr>
          <a:xfrm>
            <a:off x="1550993" y="27720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87" name="Inhaltsplatzhalter 9">
            <a:extLst>
              <a:ext uri="{FF2B5EF4-FFF2-40B4-BE49-F238E27FC236}">
                <a16:creationId xmlns:a16="http://schemas.microsoft.com/office/drawing/2014/main" id="{8A6B9C23-A1C5-4587-987B-28EF09DA7CE5}"/>
              </a:ext>
            </a:extLst>
          </p:cNvPr>
          <p:cNvSpPr>
            <a:spLocks noGrp="1"/>
          </p:cNvSpPr>
          <p:nvPr>
            <p:ph sz="quarter" idx="75" hasCustomPrompt="1"/>
          </p:nvPr>
        </p:nvSpPr>
        <p:spPr>
          <a:xfrm>
            <a:off x="5758662" y="27720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88" name="Textplatzhalter 34">
            <a:extLst>
              <a:ext uri="{FF2B5EF4-FFF2-40B4-BE49-F238E27FC236}">
                <a16:creationId xmlns:a16="http://schemas.microsoft.com/office/drawing/2014/main" id="{2EA21878-2CEA-4860-8B09-6592A648268B}"/>
              </a:ext>
            </a:extLst>
          </p:cNvPr>
          <p:cNvSpPr>
            <a:spLocks noGrp="1"/>
          </p:cNvSpPr>
          <p:nvPr>
            <p:ph type="body" sz="quarter" idx="76" hasCustomPrompt="1"/>
          </p:nvPr>
        </p:nvSpPr>
        <p:spPr>
          <a:xfrm>
            <a:off x="5935893" y="2786400"/>
            <a:ext cx="2569846" cy="244800"/>
          </a:xfrm>
        </p:spPr>
        <p:txBody>
          <a:bodyPr anchor="ctr"/>
          <a:lstStyle>
            <a:lvl1pPr marL="0" indent="0">
              <a:spcBef>
                <a:spcPts val="0"/>
              </a:spcBef>
              <a:buNone/>
              <a:defRPr sz="1600" b="0">
                <a:solidFill>
                  <a:srgbClr val="4B4B4B"/>
                </a:solidFill>
              </a:defRPr>
            </a:lvl1pPr>
          </a:lstStyle>
          <a:p>
            <a:pPr lvl="0"/>
            <a:r>
              <a:rPr lang="de-DE"/>
              <a:t>00:00 Uhr – 00:00 Uhr</a:t>
            </a:r>
            <a:endParaRPr lang="en-US"/>
          </a:p>
        </p:txBody>
      </p:sp>
      <p:sp>
        <p:nvSpPr>
          <p:cNvPr id="89" name="Inhaltsplatzhalter 9">
            <a:extLst>
              <a:ext uri="{FF2B5EF4-FFF2-40B4-BE49-F238E27FC236}">
                <a16:creationId xmlns:a16="http://schemas.microsoft.com/office/drawing/2014/main" id="{41B03C3C-26E5-4AC1-A453-A96C67324A98}"/>
              </a:ext>
            </a:extLst>
          </p:cNvPr>
          <p:cNvSpPr>
            <a:spLocks noGrp="1"/>
          </p:cNvSpPr>
          <p:nvPr>
            <p:ph sz="quarter" idx="77" hasCustomPrompt="1"/>
          </p:nvPr>
        </p:nvSpPr>
        <p:spPr>
          <a:xfrm>
            <a:off x="8682970" y="27720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90" name="Textplatzhalter 34">
            <a:extLst>
              <a:ext uri="{FF2B5EF4-FFF2-40B4-BE49-F238E27FC236}">
                <a16:creationId xmlns:a16="http://schemas.microsoft.com/office/drawing/2014/main" id="{A3F55094-C7B5-45EE-8CC6-BA8048DD50CC}"/>
              </a:ext>
            </a:extLst>
          </p:cNvPr>
          <p:cNvSpPr>
            <a:spLocks noGrp="1"/>
          </p:cNvSpPr>
          <p:nvPr>
            <p:ph type="body" sz="quarter" idx="78" hasCustomPrompt="1"/>
          </p:nvPr>
        </p:nvSpPr>
        <p:spPr>
          <a:xfrm>
            <a:off x="8904508" y="2786400"/>
            <a:ext cx="2569846" cy="244800"/>
          </a:xfrm>
        </p:spPr>
        <p:txBody>
          <a:bodyPr anchor="ctr"/>
          <a:lstStyle>
            <a:lvl1pPr marL="0" indent="0">
              <a:spcBef>
                <a:spcPts val="0"/>
              </a:spcBef>
              <a:buNone/>
              <a:defRPr sz="1600" b="0">
                <a:solidFill>
                  <a:srgbClr val="4B4B4B"/>
                </a:solidFill>
              </a:defRPr>
            </a:lvl1pPr>
          </a:lstStyle>
          <a:p>
            <a:pPr lvl="0"/>
            <a:r>
              <a:rPr lang="de-DE"/>
              <a:t>Vortragende*r</a:t>
            </a:r>
            <a:endParaRPr lang="en-US"/>
          </a:p>
        </p:txBody>
      </p:sp>
      <p:sp>
        <p:nvSpPr>
          <p:cNvPr id="91" name="Textplatzhalter 34">
            <a:extLst>
              <a:ext uri="{FF2B5EF4-FFF2-40B4-BE49-F238E27FC236}">
                <a16:creationId xmlns:a16="http://schemas.microsoft.com/office/drawing/2014/main" id="{747D23DA-6B95-4FE5-97A9-0024CF41F142}"/>
              </a:ext>
            </a:extLst>
          </p:cNvPr>
          <p:cNvSpPr>
            <a:spLocks noGrp="1"/>
          </p:cNvSpPr>
          <p:nvPr>
            <p:ph type="body" sz="quarter" idx="79" hasCustomPrompt="1"/>
          </p:nvPr>
        </p:nvSpPr>
        <p:spPr>
          <a:xfrm>
            <a:off x="1725785" y="3402000"/>
            <a:ext cx="3853062" cy="244800"/>
          </a:xfrm>
        </p:spPr>
        <p:txBody>
          <a:bodyPr anchor="ctr"/>
          <a:lstStyle>
            <a:lvl1pPr marL="0" indent="0">
              <a:spcBef>
                <a:spcPts val="0"/>
              </a:spcBef>
              <a:buNone/>
              <a:defRPr sz="1800" b="1">
                <a:solidFill>
                  <a:srgbClr val="4B4B4B"/>
                </a:solidFill>
              </a:defRPr>
            </a:lvl1pPr>
          </a:lstStyle>
          <a:p>
            <a:pPr lvl="0"/>
            <a:r>
              <a:rPr lang="de-DE"/>
              <a:t>Kapitel</a:t>
            </a:r>
            <a:endParaRPr lang="en-US"/>
          </a:p>
        </p:txBody>
      </p:sp>
      <p:sp>
        <p:nvSpPr>
          <p:cNvPr id="92" name="Textplatzhalter 51">
            <a:extLst>
              <a:ext uri="{FF2B5EF4-FFF2-40B4-BE49-F238E27FC236}">
                <a16:creationId xmlns:a16="http://schemas.microsoft.com/office/drawing/2014/main" id="{26182251-C70E-487E-A3EE-7B77717696F6}"/>
              </a:ext>
            </a:extLst>
          </p:cNvPr>
          <p:cNvSpPr>
            <a:spLocks noGrp="1"/>
          </p:cNvSpPr>
          <p:nvPr>
            <p:ph type="body" sz="quarter" idx="80" hasCustomPrompt="1"/>
          </p:nvPr>
        </p:nvSpPr>
        <p:spPr>
          <a:xfrm>
            <a:off x="627801" y="33822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93" name="Inhaltsplatzhalter 9">
            <a:extLst>
              <a:ext uri="{FF2B5EF4-FFF2-40B4-BE49-F238E27FC236}">
                <a16:creationId xmlns:a16="http://schemas.microsoft.com/office/drawing/2014/main" id="{A44EFC04-7E0B-4C61-AAD1-E6A8B0C02ED9}"/>
              </a:ext>
            </a:extLst>
          </p:cNvPr>
          <p:cNvSpPr>
            <a:spLocks noGrp="1"/>
          </p:cNvSpPr>
          <p:nvPr>
            <p:ph sz="quarter" idx="81" hasCustomPrompt="1"/>
          </p:nvPr>
        </p:nvSpPr>
        <p:spPr>
          <a:xfrm>
            <a:off x="1550993" y="33876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94" name="Inhaltsplatzhalter 9">
            <a:extLst>
              <a:ext uri="{FF2B5EF4-FFF2-40B4-BE49-F238E27FC236}">
                <a16:creationId xmlns:a16="http://schemas.microsoft.com/office/drawing/2014/main" id="{6B2BC7F3-D9B0-4413-881B-297A030C2E37}"/>
              </a:ext>
            </a:extLst>
          </p:cNvPr>
          <p:cNvSpPr>
            <a:spLocks noGrp="1"/>
          </p:cNvSpPr>
          <p:nvPr>
            <p:ph sz="quarter" idx="82" hasCustomPrompt="1"/>
          </p:nvPr>
        </p:nvSpPr>
        <p:spPr>
          <a:xfrm>
            <a:off x="5758662" y="33876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95" name="Textplatzhalter 34">
            <a:extLst>
              <a:ext uri="{FF2B5EF4-FFF2-40B4-BE49-F238E27FC236}">
                <a16:creationId xmlns:a16="http://schemas.microsoft.com/office/drawing/2014/main" id="{75C77310-22B1-4803-A446-877791B5F506}"/>
              </a:ext>
            </a:extLst>
          </p:cNvPr>
          <p:cNvSpPr>
            <a:spLocks noGrp="1"/>
          </p:cNvSpPr>
          <p:nvPr>
            <p:ph type="body" sz="quarter" idx="83" hasCustomPrompt="1"/>
          </p:nvPr>
        </p:nvSpPr>
        <p:spPr>
          <a:xfrm>
            <a:off x="5935893" y="3402000"/>
            <a:ext cx="2569846" cy="244800"/>
          </a:xfrm>
        </p:spPr>
        <p:txBody>
          <a:bodyPr anchor="ctr"/>
          <a:lstStyle>
            <a:lvl1pPr marL="0" indent="0">
              <a:spcBef>
                <a:spcPts val="0"/>
              </a:spcBef>
              <a:buNone/>
              <a:defRPr sz="1600" b="0">
                <a:solidFill>
                  <a:srgbClr val="4B4B4B"/>
                </a:solidFill>
              </a:defRPr>
            </a:lvl1pPr>
          </a:lstStyle>
          <a:p>
            <a:pPr lvl="0"/>
            <a:r>
              <a:rPr lang="de-DE"/>
              <a:t>00:00 Uhr – 00:00 Uhr</a:t>
            </a:r>
            <a:endParaRPr lang="en-US"/>
          </a:p>
        </p:txBody>
      </p:sp>
      <p:sp>
        <p:nvSpPr>
          <p:cNvPr id="96" name="Inhaltsplatzhalter 9">
            <a:extLst>
              <a:ext uri="{FF2B5EF4-FFF2-40B4-BE49-F238E27FC236}">
                <a16:creationId xmlns:a16="http://schemas.microsoft.com/office/drawing/2014/main" id="{0E76A311-CDB1-4A34-A184-52802DFEB4CF}"/>
              </a:ext>
            </a:extLst>
          </p:cNvPr>
          <p:cNvSpPr>
            <a:spLocks noGrp="1"/>
          </p:cNvSpPr>
          <p:nvPr>
            <p:ph sz="quarter" idx="84" hasCustomPrompt="1"/>
          </p:nvPr>
        </p:nvSpPr>
        <p:spPr>
          <a:xfrm>
            <a:off x="8682970" y="33876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97" name="Textplatzhalter 34">
            <a:extLst>
              <a:ext uri="{FF2B5EF4-FFF2-40B4-BE49-F238E27FC236}">
                <a16:creationId xmlns:a16="http://schemas.microsoft.com/office/drawing/2014/main" id="{AA4ADE18-E6AE-40A5-9A46-7C9AE604936B}"/>
              </a:ext>
            </a:extLst>
          </p:cNvPr>
          <p:cNvSpPr>
            <a:spLocks noGrp="1"/>
          </p:cNvSpPr>
          <p:nvPr>
            <p:ph type="body" sz="quarter" idx="85" hasCustomPrompt="1"/>
          </p:nvPr>
        </p:nvSpPr>
        <p:spPr>
          <a:xfrm>
            <a:off x="8904508" y="3402000"/>
            <a:ext cx="2569846" cy="244800"/>
          </a:xfrm>
        </p:spPr>
        <p:txBody>
          <a:bodyPr anchor="ctr"/>
          <a:lstStyle>
            <a:lvl1pPr marL="0" indent="0">
              <a:spcBef>
                <a:spcPts val="0"/>
              </a:spcBef>
              <a:buNone/>
              <a:defRPr sz="1600" b="0">
                <a:solidFill>
                  <a:srgbClr val="4B4B4B"/>
                </a:solidFill>
              </a:defRPr>
            </a:lvl1pPr>
          </a:lstStyle>
          <a:p>
            <a:pPr lvl="0"/>
            <a:r>
              <a:rPr lang="de-DE"/>
              <a:t>Vortragende*r</a:t>
            </a:r>
            <a:endParaRPr lang="en-US"/>
          </a:p>
        </p:txBody>
      </p:sp>
      <p:sp>
        <p:nvSpPr>
          <p:cNvPr id="98" name="Textplatzhalter 34">
            <a:extLst>
              <a:ext uri="{FF2B5EF4-FFF2-40B4-BE49-F238E27FC236}">
                <a16:creationId xmlns:a16="http://schemas.microsoft.com/office/drawing/2014/main" id="{393B03C4-338A-4DAD-912F-3DEBEA3C9B62}"/>
              </a:ext>
            </a:extLst>
          </p:cNvPr>
          <p:cNvSpPr>
            <a:spLocks noGrp="1"/>
          </p:cNvSpPr>
          <p:nvPr>
            <p:ph type="body" sz="quarter" idx="86" hasCustomPrompt="1"/>
          </p:nvPr>
        </p:nvSpPr>
        <p:spPr>
          <a:xfrm>
            <a:off x="1725785" y="4017600"/>
            <a:ext cx="3853062" cy="244800"/>
          </a:xfrm>
        </p:spPr>
        <p:txBody>
          <a:bodyPr anchor="ctr"/>
          <a:lstStyle>
            <a:lvl1pPr marL="0" indent="0">
              <a:spcBef>
                <a:spcPts val="0"/>
              </a:spcBef>
              <a:buNone/>
              <a:defRPr sz="1800" b="1">
                <a:solidFill>
                  <a:srgbClr val="4B4B4B"/>
                </a:solidFill>
              </a:defRPr>
            </a:lvl1pPr>
          </a:lstStyle>
          <a:p>
            <a:pPr lvl="0"/>
            <a:r>
              <a:rPr lang="de-DE"/>
              <a:t>Kapitel</a:t>
            </a:r>
            <a:endParaRPr lang="en-US"/>
          </a:p>
        </p:txBody>
      </p:sp>
      <p:sp>
        <p:nvSpPr>
          <p:cNvPr id="99" name="Textplatzhalter 51">
            <a:extLst>
              <a:ext uri="{FF2B5EF4-FFF2-40B4-BE49-F238E27FC236}">
                <a16:creationId xmlns:a16="http://schemas.microsoft.com/office/drawing/2014/main" id="{EB0B5C89-328D-4B85-82AB-9BF7A0D14BD8}"/>
              </a:ext>
            </a:extLst>
          </p:cNvPr>
          <p:cNvSpPr>
            <a:spLocks noGrp="1"/>
          </p:cNvSpPr>
          <p:nvPr>
            <p:ph type="body" sz="quarter" idx="87" hasCustomPrompt="1"/>
          </p:nvPr>
        </p:nvSpPr>
        <p:spPr>
          <a:xfrm>
            <a:off x="627801" y="39978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100" name="Inhaltsplatzhalter 9">
            <a:extLst>
              <a:ext uri="{FF2B5EF4-FFF2-40B4-BE49-F238E27FC236}">
                <a16:creationId xmlns:a16="http://schemas.microsoft.com/office/drawing/2014/main" id="{B5B36F74-E228-4115-814F-E92B66DDDB59}"/>
              </a:ext>
            </a:extLst>
          </p:cNvPr>
          <p:cNvSpPr>
            <a:spLocks noGrp="1"/>
          </p:cNvSpPr>
          <p:nvPr>
            <p:ph sz="quarter" idx="88" hasCustomPrompt="1"/>
          </p:nvPr>
        </p:nvSpPr>
        <p:spPr>
          <a:xfrm>
            <a:off x="1550993" y="40032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1" name="Inhaltsplatzhalter 9">
            <a:extLst>
              <a:ext uri="{FF2B5EF4-FFF2-40B4-BE49-F238E27FC236}">
                <a16:creationId xmlns:a16="http://schemas.microsoft.com/office/drawing/2014/main" id="{5F8885E2-87F6-4A52-A89C-7806DA8B5400}"/>
              </a:ext>
            </a:extLst>
          </p:cNvPr>
          <p:cNvSpPr>
            <a:spLocks noGrp="1"/>
          </p:cNvSpPr>
          <p:nvPr>
            <p:ph sz="quarter" idx="89" hasCustomPrompt="1"/>
          </p:nvPr>
        </p:nvSpPr>
        <p:spPr>
          <a:xfrm>
            <a:off x="5758662" y="40032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2" name="Textplatzhalter 34">
            <a:extLst>
              <a:ext uri="{FF2B5EF4-FFF2-40B4-BE49-F238E27FC236}">
                <a16:creationId xmlns:a16="http://schemas.microsoft.com/office/drawing/2014/main" id="{20937498-592B-4E68-9E53-88D9C1B5AF93}"/>
              </a:ext>
            </a:extLst>
          </p:cNvPr>
          <p:cNvSpPr>
            <a:spLocks noGrp="1"/>
          </p:cNvSpPr>
          <p:nvPr>
            <p:ph type="body" sz="quarter" idx="90" hasCustomPrompt="1"/>
          </p:nvPr>
        </p:nvSpPr>
        <p:spPr>
          <a:xfrm>
            <a:off x="5935893" y="4017600"/>
            <a:ext cx="2569846" cy="244800"/>
          </a:xfrm>
        </p:spPr>
        <p:txBody>
          <a:bodyPr anchor="ctr"/>
          <a:lstStyle>
            <a:lvl1pPr marL="0" indent="0">
              <a:spcBef>
                <a:spcPts val="0"/>
              </a:spcBef>
              <a:buNone/>
              <a:defRPr sz="1600" b="0">
                <a:solidFill>
                  <a:srgbClr val="4B4B4B"/>
                </a:solidFill>
              </a:defRPr>
            </a:lvl1pPr>
          </a:lstStyle>
          <a:p>
            <a:pPr lvl="0"/>
            <a:r>
              <a:rPr lang="de-DE"/>
              <a:t>00:00 Uhr – 00:00 Uhr</a:t>
            </a:r>
            <a:endParaRPr lang="en-US"/>
          </a:p>
        </p:txBody>
      </p:sp>
      <p:sp>
        <p:nvSpPr>
          <p:cNvPr id="103" name="Inhaltsplatzhalter 9">
            <a:extLst>
              <a:ext uri="{FF2B5EF4-FFF2-40B4-BE49-F238E27FC236}">
                <a16:creationId xmlns:a16="http://schemas.microsoft.com/office/drawing/2014/main" id="{4DFD59D8-DC66-4BF5-A3F3-23BB2055E9D2}"/>
              </a:ext>
            </a:extLst>
          </p:cNvPr>
          <p:cNvSpPr>
            <a:spLocks noGrp="1"/>
          </p:cNvSpPr>
          <p:nvPr>
            <p:ph sz="quarter" idx="91" hasCustomPrompt="1"/>
          </p:nvPr>
        </p:nvSpPr>
        <p:spPr>
          <a:xfrm>
            <a:off x="8682970" y="40032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4" name="Textplatzhalter 34">
            <a:extLst>
              <a:ext uri="{FF2B5EF4-FFF2-40B4-BE49-F238E27FC236}">
                <a16:creationId xmlns:a16="http://schemas.microsoft.com/office/drawing/2014/main" id="{8473ADE6-F742-471C-B4DD-635C060B55C7}"/>
              </a:ext>
            </a:extLst>
          </p:cNvPr>
          <p:cNvSpPr>
            <a:spLocks noGrp="1"/>
          </p:cNvSpPr>
          <p:nvPr>
            <p:ph type="body" sz="quarter" idx="92" hasCustomPrompt="1"/>
          </p:nvPr>
        </p:nvSpPr>
        <p:spPr>
          <a:xfrm>
            <a:off x="8904508" y="4017600"/>
            <a:ext cx="2569846" cy="244800"/>
          </a:xfrm>
        </p:spPr>
        <p:txBody>
          <a:bodyPr anchor="ctr"/>
          <a:lstStyle>
            <a:lvl1pPr marL="0" indent="0">
              <a:spcBef>
                <a:spcPts val="0"/>
              </a:spcBef>
              <a:buNone/>
              <a:defRPr sz="1600" b="0">
                <a:solidFill>
                  <a:srgbClr val="4B4B4B"/>
                </a:solidFill>
              </a:defRPr>
            </a:lvl1pPr>
          </a:lstStyle>
          <a:p>
            <a:pPr lvl="0"/>
            <a:r>
              <a:rPr lang="de-DE"/>
              <a:t>Vortragende*r</a:t>
            </a:r>
            <a:endParaRPr lang="en-US"/>
          </a:p>
        </p:txBody>
      </p:sp>
      <p:sp>
        <p:nvSpPr>
          <p:cNvPr id="105" name="Textplatzhalter 34">
            <a:extLst>
              <a:ext uri="{FF2B5EF4-FFF2-40B4-BE49-F238E27FC236}">
                <a16:creationId xmlns:a16="http://schemas.microsoft.com/office/drawing/2014/main" id="{0A3DD65E-FCB5-4E1B-BCD8-219419551805}"/>
              </a:ext>
            </a:extLst>
          </p:cNvPr>
          <p:cNvSpPr>
            <a:spLocks noGrp="1"/>
          </p:cNvSpPr>
          <p:nvPr>
            <p:ph type="body" sz="quarter" idx="93" hasCustomPrompt="1"/>
          </p:nvPr>
        </p:nvSpPr>
        <p:spPr>
          <a:xfrm>
            <a:off x="1725785" y="4633200"/>
            <a:ext cx="3853062" cy="244800"/>
          </a:xfrm>
        </p:spPr>
        <p:txBody>
          <a:bodyPr anchor="ctr"/>
          <a:lstStyle>
            <a:lvl1pPr marL="0" indent="0">
              <a:spcBef>
                <a:spcPts val="0"/>
              </a:spcBef>
              <a:buNone/>
              <a:defRPr sz="1800" b="1">
                <a:solidFill>
                  <a:srgbClr val="4B4B4B"/>
                </a:solidFill>
              </a:defRPr>
            </a:lvl1pPr>
          </a:lstStyle>
          <a:p>
            <a:pPr lvl="0"/>
            <a:r>
              <a:rPr lang="de-DE"/>
              <a:t>Kapitel</a:t>
            </a:r>
            <a:endParaRPr lang="en-US"/>
          </a:p>
        </p:txBody>
      </p:sp>
      <p:sp>
        <p:nvSpPr>
          <p:cNvPr id="106" name="Textplatzhalter 51">
            <a:extLst>
              <a:ext uri="{FF2B5EF4-FFF2-40B4-BE49-F238E27FC236}">
                <a16:creationId xmlns:a16="http://schemas.microsoft.com/office/drawing/2014/main" id="{96CFB615-1E30-4863-91D4-96A1402468AB}"/>
              </a:ext>
            </a:extLst>
          </p:cNvPr>
          <p:cNvSpPr>
            <a:spLocks noGrp="1"/>
          </p:cNvSpPr>
          <p:nvPr>
            <p:ph type="body" sz="quarter" idx="94" hasCustomPrompt="1"/>
          </p:nvPr>
        </p:nvSpPr>
        <p:spPr>
          <a:xfrm>
            <a:off x="627801" y="46134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107" name="Inhaltsplatzhalter 9">
            <a:extLst>
              <a:ext uri="{FF2B5EF4-FFF2-40B4-BE49-F238E27FC236}">
                <a16:creationId xmlns:a16="http://schemas.microsoft.com/office/drawing/2014/main" id="{578020C3-2AAD-432D-89F3-11B3A7902B8F}"/>
              </a:ext>
            </a:extLst>
          </p:cNvPr>
          <p:cNvSpPr>
            <a:spLocks noGrp="1"/>
          </p:cNvSpPr>
          <p:nvPr>
            <p:ph sz="quarter" idx="95" hasCustomPrompt="1"/>
          </p:nvPr>
        </p:nvSpPr>
        <p:spPr>
          <a:xfrm>
            <a:off x="1550993" y="46188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8" name="Inhaltsplatzhalter 9">
            <a:extLst>
              <a:ext uri="{FF2B5EF4-FFF2-40B4-BE49-F238E27FC236}">
                <a16:creationId xmlns:a16="http://schemas.microsoft.com/office/drawing/2014/main" id="{707AABF3-9623-4ABC-B87D-9FACC1E091E2}"/>
              </a:ext>
            </a:extLst>
          </p:cNvPr>
          <p:cNvSpPr>
            <a:spLocks noGrp="1"/>
          </p:cNvSpPr>
          <p:nvPr>
            <p:ph sz="quarter" idx="96" hasCustomPrompt="1"/>
          </p:nvPr>
        </p:nvSpPr>
        <p:spPr>
          <a:xfrm>
            <a:off x="5758662" y="46188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9" name="Textplatzhalter 34">
            <a:extLst>
              <a:ext uri="{FF2B5EF4-FFF2-40B4-BE49-F238E27FC236}">
                <a16:creationId xmlns:a16="http://schemas.microsoft.com/office/drawing/2014/main" id="{14F30F9F-3754-4AF7-95BF-2FAE7A9923C2}"/>
              </a:ext>
            </a:extLst>
          </p:cNvPr>
          <p:cNvSpPr>
            <a:spLocks noGrp="1"/>
          </p:cNvSpPr>
          <p:nvPr>
            <p:ph type="body" sz="quarter" idx="97" hasCustomPrompt="1"/>
          </p:nvPr>
        </p:nvSpPr>
        <p:spPr>
          <a:xfrm>
            <a:off x="5935893" y="4633200"/>
            <a:ext cx="2569846" cy="244800"/>
          </a:xfrm>
        </p:spPr>
        <p:txBody>
          <a:bodyPr anchor="ctr"/>
          <a:lstStyle>
            <a:lvl1pPr marL="0" indent="0">
              <a:spcBef>
                <a:spcPts val="0"/>
              </a:spcBef>
              <a:buNone/>
              <a:defRPr sz="1600" b="0">
                <a:solidFill>
                  <a:srgbClr val="4B4B4B"/>
                </a:solidFill>
              </a:defRPr>
            </a:lvl1pPr>
          </a:lstStyle>
          <a:p>
            <a:pPr lvl="0"/>
            <a:r>
              <a:rPr lang="de-DE"/>
              <a:t>00:00 Uhr – 00:00 Uhr</a:t>
            </a:r>
            <a:endParaRPr lang="en-US"/>
          </a:p>
        </p:txBody>
      </p:sp>
      <p:sp>
        <p:nvSpPr>
          <p:cNvPr id="110" name="Inhaltsplatzhalter 9">
            <a:extLst>
              <a:ext uri="{FF2B5EF4-FFF2-40B4-BE49-F238E27FC236}">
                <a16:creationId xmlns:a16="http://schemas.microsoft.com/office/drawing/2014/main" id="{8B341007-1860-4BA9-BF84-4AD2512EBEFA}"/>
              </a:ext>
            </a:extLst>
          </p:cNvPr>
          <p:cNvSpPr>
            <a:spLocks noGrp="1"/>
          </p:cNvSpPr>
          <p:nvPr>
            <p:ph sz="quarter" idx="98" hasCustomPrompt="1"/>
          </p:nvPr>
        </p:nvSpPr>
        <p:spPr>
          <a:xfrm>
            <a:off x="8682970" y="46188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1" name="Textplatzhalter 34">
            <a:extLst>
              <a:ext uri="{FF2B5EF4-FFF2-40B4-BE49-F238E27FC236}">
                <a16:creationId xmlns:a16="http://schemas.microsoft.com/office/drawing/2014/main" id="{D447C4A6-7D26-4540-9E9D-6700F36BC66C}"/>
              </a:ext>
            </a:extLst>
          </p:cNvPr>
          <p:cNvSpPr>
            <a:spLocks noGrp="1"/>
          </p:cNvSpPr>
          <p:nvPr>
            <p:ph type="body" sz="quarter" idx="99" hasCustomPrompt="1"/>
          </p:nvPr>
        </p:nvSpPr>
        <p:spPr>
          <a:xfrm>
            <a:off x="8904508" y="4633200"/>
            <a:ext cx="2569846" cy="244800"/>
          </a:xfrm>
        </p:spPr>
        <p:txBody>
          <a:bodyPr anchor="ctr"/>
          <a:lstStyle>
            <a:lvl1pPr marL="0" indent="0">
              <a:spcBef>
                <a:spcPts val="0"/>
              </a:spcBef>
              <a:buNone/>
              <a:defRPr sz="1600" b="0">
                <a:solidFill>
                  <a:srgbClr val="4B4B4B"/>
                </a:solidFill>
              </a:defRPr>
            </a:lvl1pPr>
          </a:lstStyle>
          <a:p>
            <a:pPr lvl="0"/>
            <a:r>
              <a:rPr lang="de-DE"/>
              <a:t>Vortragende*r</a:t>
            </a:r>
            <a:endParaRPr lang="en-US"/>
          </a:p>
        </p:txBody>
      </p:sp>
      <p:sp>
        <p:nvSpPr>
          <p:cNvPr id="112" name="Textplatzhalter 34">
            <a:extLst>
              <a:ext uri="{FF2B5EF4-FFF2-40B4-BE49-F238E27FC236}">
                <a16:creationId xmlns:a16="http://schemas.microsoft.com/office/drawing/2014/main" id="{510DDB89-F752-4905-867B-3364FEF79C9C}"/>
              </a:ext>
            </a:extLst>
          </p:cNvPr>
          <p:cNvSpPr>
            <a:spLocks noGrp="1"/>
          </p:cNvSpPr>
          <p:nvPr>
            <p:ph type="body" sz="quarter" idx="100" hasCustomPrompt="1"/>
          </p:nvPr>
        </p:nvSpPr>
        <p:spPr>
          <a:xfrm>
            <a:off x="1725785" y="5248800"/>
            <a:ext cx="3853062" cy="244800"/>
          </a:xfrm>
        </p:spPr>
        <p:txBody>
          <a:bodyPr anchor="ctr"/>
          <a:lstStyle>
            <a:lvl1pPr marL="0" indent="0">
              <a:spcBef>
                <a:spcPts val="0"/>
              </a:spcBef>
              <a:buNone/>
              <a:defRPr sz="1800" b="1">
                <a:solidFill>
                  <a:srgbClr val="4B4B4B"/>
                </a:solidFill>
              </a:defRPr>
            </a:lvl1pPr>
          </a:lstStyle>
          <a:p>
            <a:pPr lvl="0"/>
            <a:r>
              <a:rPr lang="de-DE"/>
              <a:t>Kapitel</a:t>
            </a:r>
            <a:endParaRPr lang="en-US"/>
          </a:p>
        </p:txBody>
      </p:sp>
      <p:sp>
        <p:nvSpPr>
          <p:cNvPr id="113" name="Textplatzhalter 51">
            <a:extLst>
              <a:ext uri="{FF2B5EF4-FFF2-40B4-BE49-F238E27FC236}">
                <a16:creationId xmlns:a16="http://schemas.microsoft.com/office/drawing/2014/main" id="{33D7A0AE-7003-46BF-8DA2-649AEE49F655}"/>
              </a:ext>
            </a:extLst>
          </p:cNvPr>
          <p:cNvSpPr>
            <a:spLocks noGrp="1"/>
          </p:cNvSpPr>
          <p:nvPr>
            <p:ph type="body" sz="quarter" idx="101" hasCustomPrompt="1"/>
          </p:nvPr>
        </p:nvSpPr>
        <p:spPr>
          <a:xfrm>
            <a:off x="627801" y="52290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114" name="Inhaltsplatzhalter 9">
            <a:extLst>
              <a:ext uri="{FF2B5EF4-FFF2-40B4-BE49-F238E27FC236}">
                <a16:creationId xmlns:a16="http://schemas.microsoft.com/office/drawing/2014/main" id="{D97AC346-D6D8-4AFB-900F-36C382D9DF9A}"/>
              </a:ext>
            </a:extLst>
          </p:cNvPr>
          <p:cNvSpPr>
            <a:spLocks noGrp="1"/>
          </p:cNvSpPr>
          <p:nvPr>
            <p:ph sz="quarter" idx="102" hasCustomPrompt="1"/>
          </p:nvPr>
        </p:nvSpPr>
        <p:spPr>
          <a:xfrm>
            <a:off x="1550993" y="52344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5" name="Inhaltsplatzhalter 9">
            <a:extLst>
              <a:ext uri="{FF2B5EF4-FFF2-40B4-BE49-F238E27FC236}">
                <a16:creationId xmlns:a16="http://schemas.microsoft.com/office/drawing/2014/main" id="{30C4EEDE-0D9A-4C9D-84C7-EA59D72259AC}"/>
              </a:ext>
            </a:extLst>
          </p:cNvPr>
          <p:cNvSpPr>
            <a:spLocks noGrp="1"/>
          </p:cNvSpPr>
          <p:nvPr>
            <p:ph sz="quarter" idx="103" hasCustomPrompt="1"/>
          </p:nvPr>
        </p:nvSpPr>
        <p:spPr>
          <a:xfrm>
            <a:off x="5758662" y="52344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6" name="Textplatzhalter 34">
            <a:extLst>
              <a:ext uri="{FF2B5EF4-FFF2-40B4-BE49-F238E27FC236}">
                <a16:creationId xmlns:a16="http://schemas.microsoft.com/office/drawing/2014/main" id="{655423AB-6705-45AD-9BB3-0A2641B1B000}"/>
              </a:ext>
            </a:extLst>
          </p:cNvPr>
          <p:cNvSpPr>
            <a:spLocks noGrp="1"/>
          </p:cNvSpPr>
          <p:nvPr>
            <p:ph type="body" sz="quarter" idx="104" hasCustomPrompt="1"/>
          </p:nvPr>
        </p:nvSpPr>
        <p:spPr>
          <a:xfrm>
            <a:off x="5935893" y="5248800"/>
            <a:ext cx="2569846" cy="244800"/>
          </a:xfrm>
        </p:spPr>
        <p:txBody>
          <a:bodyPr anchor="ctr"/>
          <a:lstStyle>
            <a:lvl1pPr marL="0" indent="0">
              <a:spcBef>
                <a:spcPts val="0"/>
              </a:spcBef>
              <a:buNone/>
              <a:defRPr sz="1600" b="0">
                <a:solidFill>
                  <a:srgbClr val="4B4B4B"/>
                </a:solidFill>
              </a:defRPr>
            </a:lvl1pPr>
          </a:lstStyle>
          <a:p>
            <a:pPr lvl="0"/>
            <a:r>
              <a:rPr lang="de-DE"/>
              <a:t>00:00 Uhr – 00:00 Uhr</a:t>
            </a:r>
            <a:endParaRPr lang="en-US"/>
          </a:p>
        </p:txBody>
      </p:sp>
      <p:sp>
        <p:nvSpPr>
          <p:cNvPr id="117" name="Inhaltsplatzhalter 9">
            <a:extLst>
              <a:ext uri="{FF2B5EF4-FFF2-40B4-BE49-F238E27FC236}">
                <a16:creationId xmlns:a16="http://schemas.microsoft.com/office/drawing/2014/main" id="{8ABC8845-28E0-45E2-B9F6-E82F25F5BB05}"/>
              </a:ext>
            </a:extLst>
          </p:cNvPr>
          <p:cNvSpPr>
            <a:spLocks noGrp="1"/>
          </p:cNvSpPr>
          <p:nvPr>
            <p:ph sz="quarter" idx="105" hasCustomPrompt="1"/>
          </p:nvPr>
        </p:nvSpPr>
        <p:spPr>
          <a:xfrm>
            <a:off x="8682970" y="52344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8" name="Textplatzhalter 34">
            <a:extLst>
              <a:ext uri="{FF2B5EF4-FFF2-40B4-BE49-F238E27FC236}">
                <a16:creationId xmlns:a16="http://schemas.microsoft.com/office/drawing/2014/main" id="{36D3DD99-9940-4DA7-8508-CC6E8C32F262}"/>
              </a:ext>
            </a:extLst>
          </p:cNvPr>
          <p:cNvSpPr>
            <a:spLocks noGrp="1"/>
          </p:cNvSpPr>
          <p:nvPr>
            <p:ph type="body" sz="quarter" idx="106" hasCustomPrompt="1"/>
          </p:nvPr>
        </p:nvSpPr>
        <p:spPr>
          <a:xfrm>
            <a:off x="8904508" y="5248800"/>
            <a:ext cx="2569846" cy="244800"/>
          </a:xfrm>
        </p:spPr>
        <p:txBody>
          <a:bodyPr anchor="ctr"/>
          <a:lstStyle>
            <a:lvl1pPr marL="0" indent="0">
              <a:spcBef>
                <a:spcPts val="0"/>
              </a:spcBef>
              <a:buNone/>
              <a:defRPr sz="1600" b="0">
                <a:solidFill>
                  <a:srgbClr val="4B4B4B"/>
                </a:solidFill>
              </a:defRPr>
            </a:lvl1pPr>
          </a:lstStyle>
          <a:p>
            <a:pPr lvl="0"/>
            <a:r>
              <a:rPr lang="de-DE"/>
              <a:t>Vortragende*r</a:t>
            </a:r>
            <a:endParaRPr lang="en-US"/>
          </a:p>
        </p:txBody>
      </p:sp>
      <p:sp>
        <p:nvSpPr>
          <p:cNvPr id="119" name="Textplatzhalter 34">
            <a:extLst>
              <a:ext uri="{FF2B5EF4-FFF2-40B4-BE49-F238E27FC236}">
                <a16:creationId xmlns:a16="http://schemas.microsoft.com/office/drawing/2014/main" id="{D076B3B1-5EF5-4271-B17F-9E7D52AE5E56}"/>
              </a:ext>
            </a:extLst>
          </p:cNvPr>
          <p:cNvSpPr>
            <a:spLocks noGrp="1"/>
          </p:cNvSpPr>
          <p:nvPr>
            <p:ph type="body" sz="quarter" idx="107" hasCustomPrompt="1"/>
          </p:nvPr>
        </p:nvSpPr>
        <p:spPr>
          <a:xfrm>
            <a:off x="1725785" y="5864400"/>
            <a:ext cx="3853062" cy="244800"/>
          </a:xfrm>
        </p:spPr>
        <p:txBody>
          <a:bodyPr anchor="ctr"/>
          <a:lstStyle>
            <a:lvl1pPr marL="0" indent="0">
              <a:spcBef>
                <a:spcPts val="0"/>
              </a:spcBef>
              <a:buNone/>
              <a:defRPr sz="1800" b="1">
                <a:solidFill>
                  <a:srgbClr val="4B4B4B"/>
                </a:solidFill>
              </a:defRPr>
            </a:lvl1pPr>
          </a:lstStyle>
          <a:p>
            <a:pPr lvl="0"/>
            <a:r>
              <a:rPr lang="de-DE"/>
              <a:t>Kapitel</a:t>
            </a:r>
            <a:endParaRPr lang="en-US"/>
          </a:p>
        </p:txBody>
      </p:sp>
      <p:sp>
        <p:nvSpPr>
          <p:cNvPr id="120" name="Textplatzhalter 51">
            <a:extLst>
              <a:ext uri="{FF2B5EF4-FFF2-40B4-BE49-F238E27FC236}">
                <a16:creationId xmlns:a16="http://schemas.microsoft.com/office/drawing/2014/main" id="{7ECB719E-0B86-4AA6-9EDF-C60419182D9E}"/>
              </a:ext>
            </a:extLst>
          </p:cNvPr>
          <p:cNvSpPr>
            <a:spLocks noGrp="1"/>
          </p:cNvSpPr>
          <p:nvPr>
            <p:ph type="body" sz="quarter" idx="108" hasCustomPrompt="1"/>
          </p:nvPr>
        </p:nvSpPr>
        <p:spPr>
          <a:xfrm>
            <a:off x="627801" y="5844600"/>
            <a:ext cx="792940" cy="284400"/>
          </a:xfrm>
        </p:spPr>
        <p:txBody>
          <a:bodyPr vert="horz" wrap="square" lIns="0" tIns="0" rIns="0" bIns="0" rtlCol="0" anchor="ctr">
            <a:noAutofit/>
          </a:bodyPr>
          <a:lstStyle>
            <a:lvl1pPr marL="0" indent="0" algn="ctr">
              <a:buNone/>
              <a:defRPr lang="en-US" sz="2800" b="0" dirty="0">
                <a:solidFill>
                  <a:schemeClr val="tx2"/>
                </a:solidFill>
              </a:defRPr>
            </a:lvl1pPr>
          </a:lstStyle>
          <a:p>
            <a:pPr marL="185738" lvl="0" indent="-185738" algn="r" defTabSz="914400"/>
            <a:r>
              <a:rPr lang="de-DE"/>
              <a:t>00</a:t>
            </a:r>
            <a:endParaRPr lang="en-US"/>
          </a:p>
        </p:txBody>
      </p:sp>
      <p:sp>
        <p:nvSpPr>
          <p:cNvPr id="121" name="Inhaltsplatzhalter 9">
            <a:extLst>
              <a:ext uri="{FF2B5EF4-FFF2-40B4-BE49-F238E27FC236}">
                <a16:creationId xmlns:a16="http://schemas.microsoft.com/office/drawing/2014/main" id="{0F005E89-9A6D-4F29-97C0-099D1D18D41D}"/>
              </a:ext>
            </a:extLst>
          </p:cNvPr>
          <p:cNvSpPr>
            <a:spLocks noGrp="1"/>
          </p:cNvSpPr>
          <p:nvPr>
            <p:ph sz="quarter" idx="109" hasCustomPrompt="1"/>
          </p:nvPr>
        </p:nvSpPr>
        <p:spPr>
          <a:xfrm>
            <a:off x="1550993" y="58500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2" name="Inhaltsplatzhalter 9">
            <a:extLst>
              <a:ext uri="{FF2B5EF4-FFF2-40B4-BE49-F238E27FC236}">
                <a16:creationId xmlns:a16="http://schemas.microsoft.com/office/drawing/2014/main" id="{D18C5A24-39D4-4223-826E-1449C874926A}"/>
              </a:ext>
            </a:extLst>
          </p:cNvPr>
          <p:cNvSpPr>
            <a:spLocks noGrp="1"/>
          </p:cNvSpPr>
          <p:nvPr>
            <p:ph sz="quarter" idx="110" hasCustomPrompt="1"/>
          </p:nvPr>
        </p:nvSpPr>
        <p:spPr>
          <a:xfrm>
            <a:off x="5758662" y="58500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3" name="Textplatzhalter 34">
            <a:extLst>
              <a:ext uri="{FF2B5EF4-FFF2-40B4-BE49-F238E27FC236}">
                <a16:creationId xmlns:a16="http://schemas.microsoft.com/office/drawing/2014/main" id="{BCEE31BF-48D2-4214-9D85-9E0FAF14A558}"/>
              </a:ext>
            </a:extLst>
          </p:cNvPr>
          <p:cNvSpPr>
            <a:spLocks noGrp="1"/>
          </p:cNvSpPr>
          <p:nvPr>
            <p:ph type="body" sz="quarter" idx="111" hasCustomPrompt="1"/>
          </p:nvPr>
        </p:nvSpPr>
        <p:spPr>
          <a:xfrm>
            <a:off x="5935893" y="5864400"/>
            <a:ext cx="2569846" cy="244800"/>
          </a:xfrm>
        </p:spPr>
        <p:txBody>
          <a:bodyPr anchor="ctr"/>
          <a:lstStyle>
            <a:lvl1pPr marL="0" indent="0">
              <a:spcBef>
                <a:spcPts val="0"/>
              </a:spcBef>
              <a:buNone/>
              <a:defRPr sz="1600" b="0">
                <a:solidFill>
                  <a:srgbClr val="4B4B4B"/>
                </a:solidFill>
              </a:defRPr>
            </a:lvl1pPr>
          </a:lstStyle>
          <a:p>
            <a:pPr lvl="0"/>
            <a:r>
              <a:rPr lang="de-DE"/>
              <a:t>00:00 Uhr – 00:00 Uhr</a:t>
            </a:r>
            <a:endParaRPr lang="en-US"/>
          </a:p>
        </p:txBody>
      </p:sp>
      <p:sp>
        <p:nvSpPr>
          <p:cNvPr id="124" name="Inhaltsplatzhalter 9">
            <a:extLst>
              <a:ext uri="{FF2B5EF4-FFF2-40B4-BE49-F238E27FC236}">
                <a16:creationId xmlns:a16="http://schemas.microsoft.com/office/drawing/2014/main" id="{0B52864E-1CC5-4D80-8FEE-A99ABD126139}"/>
              </a:ext>
            </a:extLst>
          </p:cNvPr>
          <p:cNvSpPr>
            <a:spLocks noGrp="1"/>
          </p:cNvSpPr>
          <p:nvPr>
            <p:ph sz="quarter" idx="112" hasCustomPrompt="1"/>
          </p:nvPr>
        </p:nvSpPr>
        <p:spPr>
          <a:xfrm>
            <a:off x="8682970" y="5850000"/>
            <a:ext cx="26585" cy="273600"/>
          </a:xfrm>
          <a:solidFill>
            <a:srgbClr val="4B4B4B"/>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5" name="Textplatzhalter 34">
            <a:extLst>
              <a:ext uri="{FF2B5EF4-FFF2-40B4-BE49-F238E27FC236}">
                <a16:creationId xmlns:a16="http://schemas.microsoft.com/office/drawing/2014/main" id="{0691A1D7-EF77-4AD3-93E0-E59A81BB4470}"/>
              </a:ext>
            </a:extLst>
          </p:cNvPr>
          <p:cNvSpPr>
            <a:spLocks noGrp="1"/>
          </p:cNvSpPr>
          <p:nvPr>
            <p:ph type="body" sz="quarter" idx="113" hasCustomPrompt="1"/>
          </p:nvPr>
        </p:nvSpPr>
        <p:spPr>
          <a:xfrm>
            <a:off x="8904508" y="5864400"/>
            <a:ext cx="2569846" cy="244800"/>
          </a:xfrm>
        </p:spPr>
        <p:txBody>
          <a:bodyPr anchor="ctr"/>
          <a:lstStyle>
            <a:lvl1pPr marL="0" indent="0">
              <a:spcBef>
                <a:spcPts val="0"/>
              </a:spcBef>
              <a:buNone/>
              <a:defRPr sz="1600" b="0">
                <a:solidFill>
                  <a:srgbClr val="4B4B4B"/>
                </a:solidFill>
              </a:defRPr>
            </a:lvl1pPr>
          </a:lstStyle>
          <a:p>
            <a:pPr lvl="0"/>
            <a:r>
              <a:rPr lang="de-DE"/>
              <a:t>Vortragende*r</a:t>
            </a:r>
            <a:endParaRPr lang="en-US"/>
          </a:p>
        </p:txBody>
      </p:sp>
      <p:sp>
        <p:nvSpPr>
          <p:cNvPr id="4" name="Fußzeilenplatzhalter 12">
            <a:extLst>
              <a:ext uri="{FF2B5EF4-FFF2-40B4-BE49-F238E27FC236}">
                <a16:creationId xmlns:a16="http://schemas.microsoft.com/office/drawing/2014/main" id="{11748877-1BD5-3E05-EA34-620BD06A1549}"/>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5232020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genda_Alternativ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5F4C9-598F-4E78-848E-9BB6ADD0DA4E}"/>
              </a:ext>
            </a:extLst>
          </p:cNvPr>
          <p:cNvSpPr>
            <a:spLocks noGrp="1"/>
          </p:cNvSpPr>
          <p:nvPr>
            <p:ph type="title" hasCustomPrompt="1"/>
          </p:nvPr>
        </p:nvSpPr>
        <p:spPr/>
        <p:txBody>
          <a:bodyPr/>
          <a:lstStyle>
            <a:lvl1pPr>
              <a:defRPr/>
            </a:lvl1pPr>
          </a:lstStyle>
          <a:p>
            <a:r>
              <a:rPr lang="de-DE"/>
              <a:t>Agenda</a:t>
            </a:r>
            <a:endParaRPr lang="en-US"/>
          </a:p>
        </p:txBody>
      </p:sp>
      <p:sp>
        <p:nvSpPr>
          <p:cNvPr id="3" name="Datumsplatzhalter 2">
            <a:extLst>
              <a:ext uri="{FF2B5EF4-FFF2-40B4-BE49-F238E27FC236}">
                <a16:creationId xmlns:a16="http://schemas.microsoft.com/office/drawing/2014/main" id="{C9C3FEB9-7D39-44AE-91BC-8FAEC3D7E4D4}"/>
              </a:ext>
            </a:extLst>
          </p:cNvPr>
          <p:cNvSpPr>
            <a:spLocks noGrp="1"/>
          </p:cNvSpPr>
          <p:nvPr>
            <p:ph type="dt" sz="half" idx="10"/>
          </p:nvPr>
        </p:nvSpPr>
        <p:spPr/>
        <p:txBody>
          <a:bodyPr/>
          <a:lstStyle>
            <a:lvl1pPr>
              <a:defRPr>
                <a:solidFill>
                  <a:schemeClr val="accent2"/>
                </a:solidFill>
              </a:defRPr>
            </a:lvl1pPr>
          </a:lstStyle>
          <a:p>
            <a:pPr>
              <a:defRPr/>
            </a:pPr>
            <a:fld id="{FC11D0D5-6E8F-4042-B869-AD33DA5F9E0B}" type="datetime1">
              <a:rPr lang="de-DE" smtClean="0"/>
              <a:pPr>
                <a:defRPr/>
              </a:pPr>
              <a:t>19.10.26</a:t>
            </a:fld>
            <a:endParaRPr lang="en-US"/>
          </a:p>
        </p:txBody>
      </p:sp>
      <p:sp>
        <p:nvSpPr>
          <p:cNvPr id="5" name="Foliennummernplatzhalter 4">
            <a:extLst>
              <a:ext uri="{FF2B5EF4-FFF2-40B4-BE49-F238E27FC236}">
                <a16:creationId xmlns:a16="http://schemas.microsoft.com/office/drawing/2014/main" id="{360E1C69-351D-4576-85E4-3C7A7054E4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647E8F-5052-4581-98D0-7C32D5A45346}" type="slidenum">
              <a:rPr kumimoji="0" lang="en-US" sz="900" b="0" i="0" u="none" strike="noStrike" kern="1200" cap="none" spc="0" normalizeH="0" baseline="0" noProof="0" smtClean="0">
                <a:ln>
                  <a:noFill/>
                </a:ln>
                <a:solidFill>
                  <a:srgbClr val="889194"/>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889194"/>
              </a:solidFill>
              <a:effectLst/>
              <a:uLnTx/>
              <a:uFillTx/>
              <a:latin typeface="Trebuchet MS"/>
              <a:ea typeface="+mn-ea"/>
              <a:cs typeface="+mn-cs"/>
            </a:endParaRPr>
          </a:p>
        </p:txBody>
      </p:sp>
      <p:sp>
        <p:nvSpPr>
          <p:cNvPr id="7" name="Rechteck 6">
            <a:extLst>
              <a:ext uri="{FF2B5EF4-FFF2-40B4-BE49-F238E27FC236}">
                <a16:creationId xmlns:a16="http://schemas.microsoft.com/office/drawing/2014/main" id="{A48B7B5D-4086-4670-B51A-7FEB605EF0BB}"/>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64" name="Textplatzhalter 63">
            <a:extLst>
              <a:ext uri="{FF2B5EF4-FFF2-40B4-BE49-F238E27FC236}">
                <a16:creationId xmlns:a16="http://schemas.microsoft.com/office/drawing/2014/main" id="{C1BBFD50-AC67-42D2-B069-845E2B374948}"/>
              </a:ext>
            </a:extLst>
          </p:cNvPr>
          <p:cNvSpPr>
            <a:spLocks noGrp="1"/>
          </p:cNvSpPr>
          <p:nvPr>
            <p:ph type="body" sz="quarter" idx="15" hasCustomPrompt="1"/>
          </p:nvPr>
        </p:nvSpPr>
        <p:spPr>
          <a:xfrm>
            <a:off x="550800" y="1454622"/>
            <a:ext cx="5203943" cy="920067"/>
          </a:xfrm>
          <a:custGeom>
            <a:avLst/>
            <a:gdLst>
              <a:gd name="connsiteX0" fmla="*/ 805682 w 4228204"/>
              <a:gd name="connsiteY0" fmla="*/ 185520 h 920067"/>
              <a:gd name="connsiteX1" fmla="*/ 805682 w 4228204"/>
              <a:gd name="connsiteY1" fmla="*/ 730596 h 920067"/>
              <a:gd name="connsiteX2" fmla="*/ 827282 w 4228204"/>
              <a:gd name="connsiteY2" fmla="*/ 730596 h 920067"/>
              <a:gd name="connsiteX3" fmla="*/ 827282 w 4228204"/>
              <a:gd name="connsiteY3" fmla="*/ 185520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05682" y="185520"/>
                </a:moveTo>
                <a:lnTo>
                  <a:pt x="805682" y="730596"/>
                </a:lnTo>
                <a:lnTo>
                  <a:pt x="827282" y="730596"/>
                </a:lnTo>
                <a:lnTo>
                  <a:pt x="827282" y="185520"/>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5" name="Textplatzhalter 64">
            <a:extLst>
              <a:ext uri="{FF2B5EF4-FFF2-40B4-BE49-F238E27FC236}">
                <a16:creationId xmlns:a16="http://schemas.microsoft.com/office/drawing/2014/main" id="{4FF4D1CD-7310-4F47-A531-B081E4A29493}"/>
              </a:ext>
            </a:extLst>
          </p:cNvPr>
          <p:cNvSpPr>
            <a:spLocks noGrp="1"/>
          </p:cNvSpPr>
          <p:nvPr>
            <p:ph type="body" sz="quarter" idx="16" hasCustomPrompt="1"/>
          </p:nvPr>
        </p:nvSpPr>
        <p:spPr>
          <a:xfrm>
            <a:off x="550800" y="2729988"/>
            <a:ext cx="5203943" cy="920067"/>
          </a:xfrm>
          <a:custGeom>
            <a:avLst/>
            <a:gdLst>
              <a:gd name="connsiteX0" fmla="*/ 805682 w 4228204"/>
              <a:gd name="connsiteY0" fmla="*/ 175252 h 920067"/>
              <a:gd name="connsiteX1" fmla="*/ 805682 w 4228204"/>
              <a:gd name="connsiteY1" fmla="*/ 720328 h 920067"/>
              <a:gd name="connsiteX2" fmla="*/ 827282 w 4228204"/>
              <a:gd name="connsiteY2" fmla="*/ 720328 h 920067"/>
              <a:gd name="connsiteX3" fmla="*/ 827282 w 4228204"/>
              <a:gd name="connsiteY3" fmla="*/ 175252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05682" y="175252"/>
                </a:moveTo>
                <a:lnTo>
                  <a:pt x="805682" y="720328"/>
                </a:lnTo>
                <a:lnTo>
                  <a:pt x="827282" y="720328"/>
                </a:lnTo>
                <a:lnTo>
                  <a:pt x="827282" y="175252"/>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6" name="Textplatzhalter 65">
            <a:extLst>
              <a:ext uri="{FF2B5EF4-FFF2-40B4-BE49-F238E27FC236}">
                <a16:creationId xmlns:a16="http://schemas.microsoft.com/office/drawing/2014/main" id="{B7ED82DA-2F7E-4A19-AC70-B35827D3F5B0}"/>
              </a:ext>
            </a:extLst>
          </p:cNvPr>
          <p:cNvSpPr>
            <a:spLocks noGrp="1"/>
          </p:cNvSpPr>
          <p:nvPr>
            <p:ph type="body" sz="quarter" idx="17" hasCustomPrompt="1"/>
          </p:nvPr>
        </p:nvSpPr>
        <p:spPr>
          <a:xfrm>
            <a:off x="550800" y="4005350"/>
            <a:ext cx="5203943" cy="920067"/>
          </a:xfrm>
          <a:custGeom>
            <a:avLst/>
            <a:gdLst>
              <a:gd name="connsiteX0" fmla="*/ 805682 w 4228204"/>
              <a:gd name="connsiteY0" fmla="*/ 189912 h 920067"/>
              <a:gd name="connsiteX1" fmla="*/ 805682 w 4228204"/>
              <a:gd name="connsiteY1" fmla="*/ 734988 h 920067"/>
              <a:gd name="connsiteX2" fmla="*/ 827282 w 4228204"/>
              <a:gd name="connsiteY2" fmla="*/ 734988 h 920067"/>
              <a:gd name="connsiteX3" fmla="*/ 827282 w 4228204"/>
              <a:gd name="connsiteY3" fmla="*/ 189912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05682" y="189912"/>
                </a:moveTo>
                <a:lnTo>
                  <a:pt x="805682" y="734988"/>
                </a:lnTo>
                <a:lnTo>
                  <a:pt x="827282" y="734988"/>
                </a:lnTo>
                <a:lnTo>
                  <a:pt x="827282" y="189912"/>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7" name="Textplatzhalter 66">
            <a:extLst>
              <a:ext uri="{FF2B5EF4-FFF2-40B4-BE49-F238E27FC236}">
                <a16:creationId xmlns:a16="http://schemas.microsoft.com/office/drawing/2014/main" id="{44A13067-6028-4186-8764-01D222AAD4E6}"/>
              </a:ext>
            </a:extLst>
          </p:cNvPr>
          <p:cNvSpPr>
            <a:spLocks noGrp="1"/>
          </p:cNvSpPr>
          <p:nvPr>
            <p:ph type="body" sz="quarter" idx="18" hasCustomPrompt="1"/>
          </p:nvPr>
        </p:nvSpPr>
        <p:spPr>
          <a:xfrm>
            <a:off x="550800" y="5280713"/>
            <a:ext cx="5203943" cy="920067"/>
          </a:xfrm>
          <a:custGeom>
            <a:avLst/>
            <a:gdLst>
              <a:gd name="connsiteX0" fmla="*/ 805682 w 4228204"/>
              <a:gd name="connsiteY0" fmla="*/ 191873 h 920067"/>
              <a:gd name="connsiteX1" fmla="*/ 805682 w 4228204"/>
              <a:gd name="connsiteY1" fmla="*/ 736949 h 920067"/>
              <a:gd name="connsiteX2" fmla="*/ 827282 w 4228204"/>
              <a:gd name="connsiteY2" fmla="*/ 736949 h 920067"/>
              <a:gd name="connsiteX3" fmla="*/ 827282 w 4228204"/>
              <a:gd name="connsiteY3" fmla="*/ 191873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05682" y="191873"/>
                </a:moveTo>
                <a:lnTo>
                  <a:pt x="805682" y="736949"/>
                </a:lnTo>
                <a:lnTo>
                  <a:pt x="827282" y="736949"/>
                </a:lnTo>
                <a:lnTo>
                  <a:pt x="827282" y="191873"/>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71" name="Textplatzhalter 70">
            <a:extLst>
              <a:ext uri="{FF2B5EF4-FFF2-40B4-BE49-F238E27FC236}">
                <a16:creationId xmlns:a16="http://schemas.microsoft.com/office/drawing/2014/main" id="{B4CF5608-10FA-4712-9790-79EFC496995E}"/>
              </a:ext>
            </a:extLst>
          </p:cNvPr>
          <p:cNvSpPr>
            <a:spLocks noGrp="1"/>
          </p:cNvSpPr>
          <p:nvPr>
            <p:ph type="body" sz="quarter" idx="19" hasCustomPrompt="1"/>
          </p:nvPr>
        </p:nvSpPr>
        <p:spPr>
          <a:xfrm>
            <a:off x="6437259" y="1454622"/>
            <a:ext cx="5203943" cy="920067"/>
          </a:xfrm>
          <a:custGeom>
            <a:avLst/>
            <a:gdLst>
              <a:gd name="connsiteX0" fmla="*/ 822545 w 4228204"/>
              <a:gd name="connsiteY0" fmla="*/ 185520 h 920067"/>
              <a:gd name="connsiteX1" fmla="*/ 822545 w 4228204"/>
              <a:gd name="connsiteY1" fmla="*/ 730596 h 920067"/>
              <a:gd name="connsiteX2" fmla="*/ 844145 w 4228204"/>
              <a:gd name="connsiteY2" fmla="*/ 730596 h 920067"/>
              <a:gd name="connsiteX3" fmla="*/ 844145 w 4228204"/>
              <a:gd name="connsiteY3" fmla="*/ 185520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22545" y="185520"/>
                </a:moveTo>
                <a:lnTo>
                  <a:pt x="822545" y="730596"/>
                </a:lnTo>
                <a:lnTo>
                  <a:pt x="844145" y="730596"/>
                </a:lnTo>
                <a:lnTo>
                  <a:pt x="844145" y="185520"/>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70" name="Textplatzhalter 69">
            <a:extLst>
              <a:ext uri="{FF2B5EF4-FFF2-40B4-BE49-F238E27FC236}">
                <a16:creationId xmlns:a16="http://schemas.microsoft.com/office/drawing/2014/main" id="{4E4A1239-75DF-42F8-8141-FF2897042EC0}"/>
              </a:ext>
            </a:extLst>
          </p:cNvPr>
          <p:cNvSpPr>
            <a:spLocks noGrp="1"/>
          </p:cNvSpPr>
          <p:nvPr>
            <p:ph type="body" sz="quarter" idx="20" hasCustomPrompt="1"/>
          </p:nvPr>
        </p:nvSpPr>
        <p:spPr>
          <a:xfrm>
            <a:off x="6437259" y="2729988"/>
            <a:ext cx="5203943" cy="920067"/>
          </a:xfrm>
          <a:custGeom>
            <a:avLst/>
            <a:gdLst>
              <a:gd name="connsiteX0" fmla="*/ 822545 w 4228204"/>
              <a:gd name="connsiteY0" fmla="*/ 175252 h 920067"/>
              <a:gd name="connsiteX1" fmla="*/ 822545 w 4228204"/>
              <a:gd name="connsiteY1" fmla="*/ 720328 h 920067"/>
              <a:gd name="connsiteX2" fmla="*/ 844145 w 4228204"/>
              <a:gd name="connsiteY2" fmla="*/ 720328 h 920067"/>
              <a:gd name="connsiteX3" fmla="*/ 844145 w 4228204"/>
              <a:gd name="connsiteY3" fmla="*/ 175252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22545" y="175252"/>
                </a:moveTo>
                <a:lnTo>
                  <a:pt x="822545" y="720328"/>
                </a:lnTo>
                <a:lnTo>
                  <a:pt x="844145" y="720328"/>
                </a:lnTo>
                <a:lnTo>
                  <a:pt x="844145" y="175252"/>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9" name="Textplatzhalter 68">
            <a:extLst>
              <a:ext uri="{FF2B5EF4-FFF2-40B4-BE49-F238E27FC236}">
                <a16:creationId xmlns:a16="http://schemas.microsoft.com/office/drawing/2014/main" id="{D01902BB-CAAC-4D67-9821-70B9CFAE85A0}"/>
              </a:ext>
            </a:extLst>
          </p:cNvPr>
          <p:cNvSpPr>
            <a:spLocks noGrp="1"/>
          </p:cNvSpPr>
          <p:nvPr>
            <p:ph type="body" sz="quarter" idx="21" hasCustomPrompt="1"/>
          </p:nvPr>
        </p:nvSpPr>
        <p:spPr>
          <a:xfrm>
            <a:off x="6437259" y="4005350"/>
            <a:ext cx="5203943" cy="920067"/>
          </a:xfrm>
          <a:custGeom>
            <a:avLst/>
            <a:gdLst>
              <a:gd name="connsiteX0" fmla="*/ 822545 w 4228204"/>
              <a:gd name="connsiteY0" fmla="*/ 189912 h 920067"/>
              <a:gd name="connsiteX1" fmla="*/ 822545 w 4228204"/>
              <a:gd name="connsiteY1" fmla="*/ 734988 h 920067"/>
              <a:gd name="connsiteX2" fmla="*/ 844145 w 4228204"/>
              <a:gd name="connsiteY2" fmla="*/ 734988 h 920067"/>
              <a:gd name="connsiteX3" fmla="*/ 844145 w 4228204"/>
              <a:gd name="connsiteY3" fmla="*/ 189912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22545" y="189912"/>
                </a:moveTo>
                <a:lnTo>
                  <a:pt x="822545" y="734988"/>
                </a:lnTo>
                <a:lnTo>
                  <a:pt x="844145" y="734988"/>
                </a:lnTo>
                <a:lnTo>
                  <a:pt x="844145" y="189912"/>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8" name="Textplatzhalter 67">
            <a:extLst>
              <a:ext uri="{FF2B5EF4-FFF2-40B4-BE49-F238E27FC236}">
                <a16:creationId xmlns:a16="http://schemas.microsoft.com/office/drawing/2014/main" id="{85BBCCD5-2975-4487-8168-030C907357CC}"/>
              </a:ext>
            </a:extLst>
          </p:cNvPr>
          <p:cNvSpPr>
            <a:spLocks noGrp="1"/>
          </p:cNvSpPr>
          <p:nvPr>
            <p:ph type="body" sz="quarter" idx="22" hasCustomPrompt="1"/>
          </p:nvPr>
        </p:nvSpPr>
        <p:spPr>
          <a:xfrm>
            <a:off x="6437259" y="5280713"/>
            <a:ext cx="5203943" cy="920067"/>
          </a:xfrm>
          <a:custGeom>
            <a:avLst/>
            <a:gdLst>
              <a:gd name="connsiteX0" fmla="*/ 822545 w 4228204"/>
              <a:gd name="connsiteY0" fmla="*/ 191873 h 920067"/>
              <a:gd name="connsiteX1" fmla="*/ 822545 w 4228204"/>
              <a:gd name="connsiteY1" fmla="*/ 736949 h 920067"/>
              <a:gd name="connsiteX2" fmla="*/ 844145 w 4228204"/>
              <a:gd name="connsiteY2" fmla="*/ 736949 h 920067"/>
              <a:gd name="connsiteX3" fmla="*/ 844145 w 4228204"/>
              <a:gd name="connsiteY3" fmla="*/ 191873 h 920067"/>
              <a:gd name="connsiteX4" fmla="*/ 0 w 4228204"/>
              <a:gd name="connsiteY4" fmla="*/ 0 h 920067"/>
              <a:gd name="connsiteX5" fmla="*/ 4228204 w 4228204"/>
              <a:gd name="connsiteY5" fmla="*/ 0 h 920067"/>
              <a:gd name="connsiteX6" fmla="*/ 4228204 w 4228204"/>
              <a:gd name="connsiteY6" fmla="*/ 920067 h 920067"/>
              <a:gd name="connsiteX7" fmla="*/ 0 w 4228204"/>
              <a:gd name="connsiteY7" fmla="*/ 920067 h 92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8204" h="920067">
                <a:moveTo>
                  <a:pt x="822545" y="191873"/>
                </a:moveTo>
                <a:lnTo>
                  <a:pt x="822545" y="736949"/>
                </a:lnTo>
                <a:lnTo>
                  <a:pt x="844145" y="736949"/>
                </a:lnTo>
                <a:lnTo>
                  <a:pt x="844145" y="191873"/>
                </a:lnTo>
                <a:close/>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35" name="Textplatzhalter 34">
            <a:extLst>
              <a:ext uri="{FF2B5EF4-FFF2-40B4-BE49-F238E27FC236}">
                <a16:creationId xmlns:a16="http://schemas.microsoft.com/office/drawing/2014/main" id="{63408404-C5AA-4DCA-8A39-B52DB299C35C}"/>
              </a:ext>
            </a:extLst>
          </p:cNvPr>
          <p:cNvSpPr>
            <a:spLocks noGrp="1"/>
          </p:cNvSpPr>
          <p:nvPr>
            <p:ph type="body" sz="quarter" idx="23" hasCustomPrompt="1"/>
          </p:nvPr>
        </p:nvSpPr>
        <p:spPr>
          <a:xfrm>
            <a:off x="1721076" y="1662862"/>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36" name="Textplatzhalter 34">
            <a:extLst>
              <a:ext uri="{FF2B5EF4-FFF2-40B4-BE49-F238E27FC236}">
                <a16:creationId xmlns:a16="http://schemas.microsoft.com/office/drawing/2014/main" id="{DF78CF7E-ECE5-4B2D-A483-3267534656C1}"/>
              </a:ext>
            </a:extLst>
          </p:cNvPr>
          <p:cNvSpPr>
            <a:spLocks noGrp="1"/>
          </p:cNvSpPr>
          <p:nvPr>
            <p:ph type="body" sz="quarter" idx="24" hasCustomPrompt="1"/>
          </p:nvPr>
        </p:nvSpPr>
        <p:spPr>
          <a:xfrm>
            <a:off x="7657791" y="1662862"/>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37" name="Textplatzhalter 34">
            <a:extLst>
              <a:ext uri="{FF2B5EF4-FFF2-40B4-BE49-F238E27FC236}">
                <a16:creationId xmlns:a16="http://schemas.microsoft.com/office/drawing/2014/main" id="{E3161E5D-F239-4697-B41B-8EA5EA589B47}"/>
              </a:ext>
            </a:extLst>
          </p:cNvPr>
          <p:cNvSpPr>
            <a:spLocks noGrp="1"/>
          </p:cNvSpPr>
          <p:nvPr>
            <p:ph type="body" sz="quarter" idx="25" hasCustomPrompt="1"/>
          </p:nvPr>
        </p:nvSpPr>
        <p:spPr>
          <a:xfrm>
            <a:off x="1721076" y="2940180"/>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38" name="Textplatzhalter 34">
            <a:extLst>
              <a:ext uri="{FF2B5EF4-FFF2-40B4-BE49-F238E27FC236}">
                <a16:creationId xmlns:a16="http://schemas.microsoft.com/office/drawing/2014/main" id="{92B7B467-A632-4523-BEC0-4C986340B0B7}"/>
              </a:ext>
            </a:extLst>
          </p:cNvPr>
          <p:cNvSpPr>
            <a:spLocks noGrp="1"/>
          </p:cNvSpPr>
          <p:nvPr>
            <p:ph type="body" sz="quarter" idx="26" hasCustomPrompt="1"/>
          </p:nvPr>
        </p:nvSpPr>
        <p:spPr>
          <a:xfrm>
            <a:off x="7657791" y="2940180"/>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39" name="Textplatzhalter 34">
            <a:extLst>
              <a:ext uri="{FF2B5EF4-FFF2-40B4-BE49-F238E27FC236}">
                <a16:creationId xmlns:a16="http://schemas.microsoft.com/office/drawing/2014/main" id="{D0B42C69-ACA8-4476-9DC5-005181EF4C71}"/>
              </a:ext>
            </a:extLst>
          </p:cNvPr>
          <p:cNvSpPr>
            <a:spLocks noGrp="1"/>
          </p:cNvSpPr>
          <p:nvPr>
            <p:ph type="body" sz="quarter" idx="27" hasCustomPrompt="1"/>
          </p:nvPr>
        </p:nvSpPr>
        <p:spPr>
          <a:xfrm>
            <a:off x="1721076" y="4217495"/>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40" name="Textplatzhalter 34">
            <a:extLst>
              <a:ext uri="{FF2B5EF4-FFF2-40B4-BE49-F238E27FC236}">
                <a16:creationId xmlns:a16="http://schemas.microsoft.com/office/drawing/2014/main" id="{C04219E5-7AE1-4571-882B-172196EFDF90}"/>
              </a:ext>
            </a:extLst>
          </p:cNvPr>
          <p:cNvSpPr>
            <a:spLocks noGrp="1"/>
          </p:cNvSpPr>
          <p:nvPr>
            <p:ph type="body" sz="quarter" idx="28" hasCustomPrompt="1"/>
          </p:nvPr>
        </p:nvSpPr>
        <p:spPr>
          <a:xfrm>
            <a:off x="7657791" y="4217495"/>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41" name="Textplatzhalter 34">
            <a:extLst>
              <a:ext uri="{FF2B5EF4-FFF2-40B4-BE49-F238E27FC236}">
                <a16:creationId xmlns:a16="http://schemas.microsoft.com/office/drawing/2014/main" id="{E124A814-FF1D-44B1-9CCF-59D06311606D}"/>
              </a:ext>
            </a:extLst>
          </p:cNvPr>
          <p:cNvSpPr>
            <a:spLocks noGrp="1"/>
          </p:cNvSpPr>
          <p:nvPr>
            <p:ph type="body" sz="quarter" idx="29" hasCustomPrompt="1"/>
          </p:nvPr>
        </p:nvSpPr>
        <p:spPr>
          <a:xfrm>
            <a:off x="1721076" y="5494810"/>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42" name="Textplatzhalter 34">
            <a:extLst>
              <a:ext uri="{FF2B5EF4-FFF2-40B4-BE49-F238E27FC236}">
                <a16:creationId xmlns:a16="http://schemas.microsoft.com/office/drawing/2014/main" id="{3B7C896C-7C0D-4D29-A70A-A8A93AB19C36}"/>
              </a:ext>
            </a:extLst>
          </p:cNvPr>
          <p:cNvSpPr>
            <a:spLocks noGrp="1"/>
          </p:cNvSpPr>
          <p:nvPr>
            <p:ph type="body" sz="quarter" idx="30" hasCustomPrompt="1"/>
          </p:nvPr>
        </p:nvSpPr>
        <p:spPr>
          <a:xfrm>
            <a:off x="7657791" y="5494810"/>
            <a:ext cx="3853062" cy="488345"/>
          </a:xfrm>
        </p:spPr>
        <p:txBody>
          <a:bodyPr anchor="ctr"/>
          <a:lstStyle>
            <a:lvl1pPr marL="0" indent="0">
              <a:spcBef>
                <a:spcPts val="0"/>
              </a:spcBef>
              <a:buNone/>
              <a:defRPr sz="1800" b="1">
                <a:solidFill>
                  <a:schemeClr val="bg1"/>
                </a:solidFill>
              </a:defRPr>
            </a:lvl1pPr>
          </a:lstStyle>
          <a:p>
            <a:pPr lvl="0"/>
            <a:r>
              <a:rPr lang="de-DE"/>
              <a:t>Kapitel</a:t>
            </a:r>
            <a:br>
              <a:rPr lang="de-DE"/>
            </a:br>
            <a:r>
              <a:rPr lang="de-DE"/>
              <a:t>Zweite Zeile</a:t>
            </a:r>
            <a:endParaRPr lang="en-US"/>
          </a:p>
        </p:txBody>
      </p:sp>
      <p:sp>
        <p:nvSpPr>
          <p:cNvPr id="52" name="Textplatzhalter 51">
            <a:extLst>
              <a:ext uri="{FF2B5EF4-FFF2-40B4-BE49-F238E27FC236}">
                <a16:creationId xmlns:a16="http://schemas.microsoft.com/office/drawing/2014/main" id="{99E88F6D-A221-4CE2-A357-0E8A5300C5FB}"/>
              </a:ext>
            </a:extLst>
          </p:cNvPr>
          <p:cNvSpPr>
            <a:spLocks noGrp="1"/>
          </p:cNvSpPr>
          <p:nvPr>
            <p:ph type="body" sz="quarter" idx="39" hasCustomPrompt="1"/>
          </p:nvPr>
        </p:nvSpPr>
        <p:spPr>
          <a:xfrm>
            <a:off x="623092" y="1618410"/>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3" name="Textplatzhalter 51">
            <a:extLst>
              <a:ext uri="{FF2B5EF4-FFF2-40B4-BE49-F238E27FC236}">
                <a16:creationId xmlns:a16="http://schemas.microsoft.com/office/drawing/2014/main" id="{662C58B3-C6CB-40C4-9846-6885043CEAEF}"/>
              </a:ext>
            </a:extLst>
          </p:cNvPr>
          <p:cNvSpPr>
            <a:spLocks noGrp="1"/>
          </p:cNvSpPr>
          <p:nvPr>
            <p:ph type="body" sz="quarter" idx="40" hasCustomPrompt="1"/>
          </p:nvPr>
        </p:nvSpPr>
        <p:spPr>
          <a:xfrm>
            <a:off x="6517664" y="1618410"/>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4" name="Textplatzhalter 51">
            <a:extLst>
              <a:ext uri="{FF2B5EF4-FFF2-40B4-BE49-F238E27FC236}">
                <a16:creationId xmlns:a16="http://schemas.microsoft.com/office/drawing/2014/main" id="{BBC47D04-2291-4541-ABDF-3BDD7D89033F}"/>
              </a:ext>
            </a:extLst>
          </p:cNvPr>
          <p:cNvSpPr>
            <a:spLocks noGrp="1"/>
          </p:cNvSpPr>
          <p:nvPr>
            <p:ph type="body" sz="quarter" idx="41" hasCustomPrompt="1"/>
          </p:nvPr>
        </p:nvSpPr>
        <p:spPr>
          <a:xfrm>
            <a:off x="623092" y="2900116"/>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5" name="Textplatzhalter 51">
            <a:extLst>
              <a:ext uri="{FF2B5EF4-FFF2-40B4-BE49-F238E27FC236}">
                <a16:creationId xmlns:a16="http://schemas.microsoft.com/office/drawing/2014/main" id="{9226F664-073C-478A-8241-1E5CABD99A8E}"/>
              </a:ext>
            </a:extLst>
          </p:cNvPr>
          <p:cNvSpPr>
            <a:spLocks noGrp="1"/>
          </p:cNvSpPr>
          <p:nvPr>
            <p:ph type="body" sz="quarter" idx="42" hasCustomPrompt="1"/>
          </p:nvPr>
        </p:nvSpPr>
        <p:spPr>
          <a:xfrm>
            <a:off x="6517664" y="2900116"/>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6" name="Textplatzhalter 51">
            <a:extLst>
              <a:ext uri="{FF2B5EF4-FFF2-40B4-BE49-F238E27FC236}">
                <a16:creationId xmlns:a16="http://schemas.microsoft.com/office/drawing/2014/main" id="{1A3A934F-49BD-4AD8-99B7-4931CC4FE563}"/>
              </a:ext>
            </a:extLst>
          </p:cNvPr>
          <p:cNvSpPr>
            <a:spLocks noGrp="1"/>
          </p:cNvSpPr>
          <p:nvPr>
            <p:ph type="body" sz="quarter" idx="43" hasCustomPrompt="1"/>
          </p:nvPr>
        </p:nvSpPr>
        <p:spPr>
          <a:xfrm>
            <a:off x="623092" y="4181822"/>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7" name="Textplatzhalter 51">
            <a:extLst>
              <a:ext uri="{FF2B5EF4-FFF2-40B4-BE49-F238E27FC236}">
                <a16:creationId xmlns:a16="http://schemas.microsoft.com/office/drawing/2014/main" id="{9EEA1254-1634-410B-B7D5-F19740479B1A}"/>
              </a:ext>
            </a:extLst>
          </p:cNvPr>
          <p:cNvSpPr>
            <a:spLocks noGrp="1"/>
          </p:cNvSpPr>
          <p:nvPr>
            <p:ph type="body" sz="quarter" idx="44" hasCustomPrompt="1"/>
          </p:nvPr>
        </p:nvSpPr>
        <p:spPr>
          <a:xfrm>
            <a:off x="6517664" y="4181822"/>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8" name="Textplatzhalter 51">
            <a:extLst>
              <a:ext uri="{FF2B5EF4-FFF2-40B4-BE49-F238E27FC236}">
                <a16:creationId xmlns:a16="http://schemas.microsoft.com/office/drawing/2014/main" id="{847DD741-14CE-4133-B69A-0617633EF17A}"/>
              </a:ext>
            </a:extLst>
          </p:cNvPr>
          <p:cNvSpPr>
            <a:spLocks noGrp="1"/>
          </p:cNvSpPr>
          <p:nvPr>
            <p:ph type="body" sz="quarter" idx="45" hasCustomPrompt="1"/>
          </p:nvPr>
        </p:nvSpPr>
        <p:spPr>
          <a:xfrm>
            <a:off x="623092" y="5463528"/>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59" name="Textplatzhalter 51">
            <a:extLst>
              <a:ext uri="{FF2B5EF4-FFF2-40B4-BE49-F238E27FC236}">
                <a16:creationId xmlns:a16="http://schemas.microsoft.com/office/drawing/2014/main" id="{F4FC7902-AE67-46D0-AF05-BAD44F5D755B}"/>
              </a:ext>
            </a:extLst>
          </p:cNvPr>
          <p:cNvSpPr>
            <a:spLocks noGrp="1"/>
          </p:cNvSpPr>
          <p:nvPr>
            <p:ph type="body" sz="quarter" idx="46" hasCustomPrompt="1"/>
          </p:nvPr>
        </p:nvSpPr>
        <p:spPr>
          <a:xfrm>
            <a:off x="6517664" y="5463528"/>
            <a:ext cx="792940" cy="566808"/>
          </a:xfrm>
        </p:spPr>
        <p:txBody>
          <a:bodyPr vert="horz" wrap="square" lIns="0" tIns="0" rIns="0" bIns="0" rtlCol="0" anchor="ctr">
            <a:noAutofit/>
          </a:bodyPr>
          <a:lstStyle>
            <a:lvl1pPr marL="0" indent="0" algn="ctr">
              <a:buNone/>
              <a:defRPr lang="en-US" sz="4400" b="0" dirty="0">
                <a:solidFill>
                  <a:schemeClr val="bg1"/>
                </a:solidFill>
              </a:defRPr>
            </a:lvl1pPr>
          </a:lstStyle>
          <a:p>
            <a:pPr marL="185738" lvl="0" indent="-185738" algn="r" defTabSz="914400"/>
            <a:r>
              <a:rPr lang="de-DE"/>
              <a:t>00</a:t>
            </a:r>
            <a:endParaRPr lang="en-US"/>
          </a:p>
        </p:txBody>
      </p:sp>
      <p:sp>
        <p:nvSpPr>
          <p:cNvPr id="6" name="Fußzeilenplatzhalter 12">
            <a:extLst>
              <a:ext uri="{FF2B5EF4-FFF2-40B4-BE49-F238E27FC236}">
                <a16:creationId xmlns:a16="http://schemas.microsoft.com/office/drawing/2014/main" id="{5B0D4ED1-B4BF-39CE-5081-F590780AF841}"/>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20573131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_Alternative_Ze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5F4C9-598F-4E78-848E-9BB6ADD0DA4E}"/>
              </a:ext>
            </a:extLst>
          </p:cNvPr>
          <p:cNvSpPr>
            <a:spLocks noGrp="1"/>
          </p:cNvSpPr>
          <p:nvPr>
            <p:ph type="title" hasCustomPrompt="1"/>
          </p:nvPr>
        </p:nvSpPr>
        <p:spPr/>
        <p:txBody>
          <a:bodyPr/>
          <a:lstStyle>
            <a:lvl1pPr>
              <a:defRPr/>
            </a:lvl1pPr>
          </a:lstStyle>
          <a:p>
            <a:r>
              <a:rPr lang="de-DE"/>
              <a:t>Agenda mit Zeitbezug</a:t>
            </a:r>
            <a:endParaRPr lang="en-US"/>
          </a:p>
        </p:txBody>
      </p:sp>
      <p:sp>
        <p:nvSpPr>
          <p:cNvPr id="3" name="Datumsplatzhalter 2">
            <a:extLst>
              <a:ext uri="{FF2B5EF4-FFF2-40B4-BE49-F238E27FC236}">
                <a16:creationId xmlns:a16="http://schemas.microsoft.com/office/drawing/2014/main" id="{C9C3FEB9-7D39-44AE-91BC-8FAEC3D7E4D4}"/>
              </a:ext>
            </a:extLst>
          </p:cNvPr>
          <p:cNvSpPr>
            <a:spLocks noGrp="1"/>
          </p:cNvSpPr>
          <p:nvPr>
            <p:ph type="dt" sz="half" idx="10"/>
          </p:nvPr>
        </p:nvSpPr>
        <p:spPr/>
        <p:txBody>
          <a:bodyPr/>
          <a:lstStyle/>
          <a:p>
            <a:fld id="{9BDF52E9-70B7-488F-81B4-9E83CA25DCD6}" type="datetime1">
              <a:rPr lang="de-DE" smtClean="0"/>
              <a:t>19.10.26</a:t>
            </a:fld>
            <a:endParaRPr lang="en-US"/>
          </a:p>
        </p:txBody>
      </p:sp>
      <p:sp>
        <p:nvSpPr>
          <p:cNvPr id="5" name="Foliennummernplatzhalter 4">
            <a:extLst>
              <a:ext uri="{FF2B5EF4-FFF2-40B4-BE49-F238E27FC236}">
                <a16:creationId xmlns:a16="http://schemas.microsoft.com/office/drawing/2014/main" id="{360E1C69-351D-4576-85E4-3C7A7054E4E3}"/>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7" name="Rechteck 6">
            <a:extLst>
              <a:ext uri="{FF2B5EF4-FFF2-40B4-BE49-F238E27FC236}">
                <a16:creationId xmlns:a16="http://schemas.microsoft.com/office/drawing/2014/main" id="{A48B7B5D-4086-4670-B51A-7FEB605EF0BB}"/>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Textplatzhalter 32">
            <a:extLst>
              <a:ext uri="{FF2B5EF4-FFF2-40B4-BE49-F238E27FC236}">
                <a16:creationId xmlns:a16="http://schemas.microsoft.com/office/drawing/2014/main" id="{B9967132-7FB3-44D9-B340-D5C95C1152BF}"/>
              </a:ext>
            </a:extLst>
          </p:cNvPr>
          <p:cNvSpPr>
            <a:spLocks noGrp="1"/>
          </p:cNvSpPr>
          <p:nvPr>
            <p:ph type="body" sz="quarter" idx="15" hasCustomPrompt="1"/>
          </p:nvPr>
        </p:nvSpPr>
        <p:spPr>
          <a:xfrm>
            <a:off x="556847" y="1449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35" name="Textplatzhalter 34">
            <a:extLst>
              <a:ext uri="{FF2B5EF4-FFF2-40B4-BE49-F238E27FC236}">
                <a16:creationId xmlns:a16="http://schemas.microsoft.com/office/drawing/2014/main" id="{63408404-C5AA-4DCA-8A39-B52DB299C35C}"/>
              </a:ext>
            </a:extLst>
          </p:cNvPr>
          <p:cNvSpPr>
            <a:spLocks noGrp="1"/>
          </p:cNvSpPr>
          <p:nvPr>
            <p:ph type="body" sz="quarter" idx="23" hasCustomPrompt="1"/>
          </p:nvPr>
        </p:nvSpPr>
        <p:spPr>
          <a:xfrm>
            <a:off x="1727123" y="15534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52" name="Textplatzhalter 51">
            <a:extLst>
              <a:ext uri="{FF2B5EF4-FFF2-40B4-BE49-F238E27FC236}">
                <a16:creationId xmlns:a16="http://schemas.microsoft.com/office/drawing/2014/main" id="{99E88F6D-A221-4CE2-A357-0E8A5300C5FB}"/>
              </a:ext>
            </a:extLst>
          </p:cNvPr>
          <p:cNvSpPr>
            <a:spLocks noGrp="1"/>
          </p:cNvSpPr>
          <p:nvPr>
            <p:ph type="body" sz="quarter" idx="39" hasCustomPrompt="1"/>
          </p:nvPr>
        </p:nvSpPr>
        <p:spPr>
          <a:xfrm>
            <a:off x="629139" y="15336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77" name="Inhaltsplatzhalter 9">
            <a:extLst>
              <a:ext uri="{FF2B5EF4-FFF2-40B4-BE49-F238E27FC236}">
                <a16:creationId xmlns:a16="http://schemas.microsoft.com/office/drawing/2014/main" id="{229D505F-0EB3-46B1-BD92-CDF8A11C324E}"/>
              </a:ext>
            </a:extLst>
          </p:cNvPr>
          <p:cNvSpPr>
            <a:spLocks noGrp="1"/>
          </p:cNvSpPr>
          <p:nvPr>
            <p:ph sz="quarter" idx="49" hasCustomPrompt="1"/>
          </p:nvPr>
        </p:nvSpPr>
        <p:spPr>
          <a:xfrm>
            <a:off x="1552331" y="1539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43" name="Inhaltsplatzhalter 9">
            <a:extLst>
              <a:ext uri="{FF2B5EF4-FFF2-40B4-BE49-F238E27FC236}">
                <a16:creationId xmlns:a16="http://schemas.microsoft.com/office/drawing/2014/main" id="{17AE42E5-158A-478C-9789-64472AF09C90}"/>
              </a:ext>
            </a:extLst>
          </p:cNvPr>
          <p:cNvSpPr>
            <a:spLocks noGrp="1"/>
          </p:cNvSpPr>
          <p:nvPr>
            <p:ph sz="quarter" idx="54" hasCustomPrompt="1"/>
          </p:nvPr>
        </p:nvSpPr>
        <p:spPr>
          <a:xfrm>
            <a:off x="5760000" y="1539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44" name="Textplatzhalter 34">
            <a:extLst>
              <a:ext uri="{FF2B5EF4-FFF2-40B4-BE49-F238E27FC236}">
                <a16:creationId xmlns:a16="http://schemas.microsoft.com/office/drawing/2014/main" id="{5890096B-CE06-4B93-A46A-51EBAB485CCA}"/>
              </a:ext>
            </a:extLst>
          </p:cNvPr>
          <p:cNvSpPr>
            <a:spLocks noGrp="1"/>
          </p:cNvSpPr>
          <p:nvPr>
            <p:ph type="body" sz="quarter" idx="55" hasCustomPrompt="1"/>
          </p:nvPr>
        </p:nvSpPr>
        <p:spPr>
          <a:xfrm>
            <a:off x="5937231" y="15534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46" name="Inhaltsplatzhalter 9">
            <a:extLst>
              <a:ext uri="{FF2B5EF4-FFF2-40B4-BE49-F238E27FC236}">
                <a16:creationId xmlns:a16="http://schemas.microsoft.com/office/drawing/2014/main" id="{36C4410E-166F-4B7F-9C6D-41BC42DC603D}"/>
              </a:ext>
            </a:extLst>
          </p:cNvPr>
          <p:cNvSpPr>
            <a:spLocks noGrp="1"/>
          </p:cNvSpPr>
          <p:nvPr>
            <p:ph sz="quarter" idx="56" hasCustomPrompt="1"/>
          </p:nvPr>
        </p:nvSpPr>
        <p:spPr>
          <a:xfrm>
            <a:off x="8684308" y="1539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47" name="Textplatzhalter 34">
            <a:extLst>
              <a:ext uri="{FF2B5EF4-FFF2-40B4-BE49-F238E27FC236}">
                <a16:creationId xmlns:a16="http://schemas.microsoft.com/office/drawing/2014/main" id="{3521441E-F90E-4D97-A0BF-F6931EB7093F}"/>
              </a:ext>
            </a:extLst>
          </p:cNvPr>
          <p:cNvSpPr>
            <a:spLocks noGrp="1"/>
          </p:cNvSpPr>
          <p:nvPr>
            <p:ph type="body" sz="quarter" idx="57" hasCustomPrompt="1"/>
          </p:nvPr>
        </p:nvSpPr>
        <p:spPr>
          <a:xfrm>
            <a:off x="8905846" y="15534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48" name="Textplatzhalter 32">
            <a:extLst>
              <a:ext uri="{FF2B5EF4-FFF2-40B4-BE49-F238E27FC236}">
                <a16:creationId xmlns:a16="http://schemas.microsoft.com/office/drawing/2014/main" id="{710FD8FB-44A5-4E60-BFA5-CC6B0551A7F4}"/>
              </a:ext>
            </a:extLst>
          </p:cNvPr>
          <p:cNvSpPr>
            <a:spLocks noGrp="1"/>
          </p:cNvSpPr>
          <p:nvPr>
            <p:ph type="body" sz="quarter" idx="58" hasCustomPrompt="1"/>
          </p:nvPr>
        </p:nvSpPr>
        <p:spPr>
          <a:xfrm>
            <a:off x="555509" y="20664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49" name="Textplatzhalter 34">
            <a:extLst>
              <a:ext uri="{FF2B5EF4-FFF2-40B4-BE49-F238E27FC236}">
                <a16:creationId xmlns:a16="http://schemas.microsoft.com/office/drawing/2014/main" id="{FACF348C-FB52-450C-96D5-D761EE938904}"/>
              </a:ext>
            </a:extLst>
          </p:cNvPr>
          <p:cNvSpPr>
            <a:spLocks noGrp="1"/>
          </p:cNvSpPr>
          <p:nvPr>
            <p:ph type="body" sz="quarter" idx="59" hasCustomPrompt="1"/>
          </p:nvPr>
        </p:nvSpPr>
        <p:spPr>
          <a:xfrm>
            <a:off x="1725785" y="21708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50" name="Textplatzhalter 51">
            <a:extLst>
              <a:ext uri="{FF2B5EF4-FFF2-40B4-BE49-F238E27FC236}">
                <a16:creationId xmlns:a16="http://schemas.microsoft.com/office/drawing/2014/main" id="{396278A5-AEC5-49D0-BAD3-07EA10DB1044}"/>
              </a:ext>
            </a:extLst>
          </p:cNvPr>
          <p:cNvSpPr>
            <a:spLocks noGrp="1"/>
          </p:cNvSpPr>
          <p:nvPr>
            <p:ph type="body" sz="quarter" idx="60" hasCustomPrompt="1"/>
          </p:nvPr>
        </p:nvSpPr>
        <p:spPr>
          <a:xfrm>
            <a:off x="627801" y="21510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51" name="Inhaltsplatzhalter 9">
            <a:extLst>
              <a:ext uri="{FF2B5EF4-FFF2-40B4-BE49-F238E27FC236}">
                <a16:creationId xmlns:a16="http://schemas.microsoft.com/office/drawing/2014/main" id="{84DD963F-1914-487D-AB8F-3D3384818A3F}"/>
              </a:ext>
            </a:extLst>
          </p:cNvPr>
          <p:cNvSpPr>
            <a:spLocks noGrp="1"/>
          </p:cNvSpPr>
          <p:nvPr>
            <p:ph sz="quarter" idx="61" hasCustomPrompt="1"/>
          </p:nvPr>
        </p:nvSpPr>
        <p:spPr>
          <a:xfrm>
            <a:off x="1550993" y="2156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60" name="Inhaltsplatzhalter 9">
            <a:extLst>
              <a:ext uri="{FF2B5EF4-FFF2-40B4-BE49-F238E27FC236}">
                <a16:creationId xmlns:a16="http://schemas.microsoft.com/office/drawing/2014/main" id="{314DD3BE-369B-46E6-9686-0434D228AC0D}"/>
              </a:ext>
            </a:extLst>
          </p:cNvPr>
          <p:cNvSpPr>
            <a:spLocks noGrp="1"/>
          </p:cNvSpPr>
          <p:nvPr>
            <p:ph sz="quarter" idx="62" hasCustomPrompt="1"/>
          </p:nvPr>
        </p:nvSpPr>
        <p:spPr>
          <a:xfrm>
            <a:off x="5758662" y="2156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64" name="Textplatzhalter 34">
            <a:extLst>
              <a:ext uri="{FF2B5EF4-FFF2-40B4-BE49-F238E27FC236}">
                <a16:creationId xmlns:a16="http://schemas.microsoft.com/office/drawing/2014/main" id="{825B2A1F-E37B-4E4E-9C9F-377CA4DFA999}"/>
              </a:ext>
            </a:extLst>
          </p:cNvPr>
          <p:cNvSpPr>
            <a:spLocks noGrp="1"/>
          </p:cNvSpPr>
          <p:nvPr>
            <p:ph type="body" sz="quarter" idx="63" hasCustomPrompt="1"/>
          </p:nvPr>
        </p:nvSpPr>
        <p:spPr>
          <a:xfrm>
            <a:off x="5935893" y="21708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65" name="Inhaltsplatzhalter 9">
            <a:extLst>
              <a:ext uri="{FF2B5EF4-FFF2-40B4-BE49-F238E27FC236}">
                <a16:creationId xmlns:a16="http://schemas.microsoft.com/office/drawing/2014/main" id="{C084EE12-62C6-4961-AD51-F63CBE5A4CDA}"/>
              </a:ext>
            </a:extLst>
          </p:cNvPr>
          <p:cNvSpPr>
            <a:spLocks noGrp="1"/>
          </p:cNvSpPr>
          <p:nvPr>
            <p:ph sz="quarter" idx="64" hasCustomPrompt="1"/>
          </p:nvPr>
        </p:nvSpPr>
        <p:spPr>
          <a:xfrm>
            <a:off x="8682970" y="2156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66" name="Textplatzhalter 34">
            <a:extLst>
              <a:ext uri="{FF2B5EF4-FFF2-40B4-BE49-F238E27FC236}">
                <a16:creationId xmlns:a16="http://schemas.microsoft.com/office/drawing/2014/main" id="{DFC088F1-D484-4855-9CA4-24B851808FD8}"/>
              </a:ext>
            </a:extLst>
          </p:cNvPr>
          <p:cNvSpPr>
            <a:spLocks noGrp="1"/>
          </p:cNvSpPr>
          <p:nvPr>
            <p:ph type="body" sz="quarter" idx="65" hasCustomPrompt="1"/>
          </p:nvPr>
        </p:nvSpPr>
        <p:spPr>
          <a:xfrm>
            <a:off x="8904508" y="21708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67" name="Textplatzhalter 32">
            <a:extLst>
              <a:ext uri="{FF2B5EF4-FFF2-40B4-BE49-F238E27FC236}">
                <a16:creationId xmlns:a16="http://schemas.microsoft.com/office/drawing/2014/main" id="{C4FD40E8-C6A7-4BDB-B195-68E0670DAC49}"/>
              </a:ext>
            </a:extLst>
          </p:cNvPr>
          <p:cNvSpPr>
            <a:spLocks noGrp="1"/>
          </p:cNvSpPr>
          <p:nvPr>
            <p:ph type="body" sz="quarter" idx="66" hasCustomPrompt="1"/>
          </p:nvPr>
        </p:nvSpPr>
        <p:spPr>
          <a:xfrm>
            <a:off x="555509" y="2682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8" name="Textplatzhalter 32">
            <a:extLst>
              <a:ext uri="{FF2B5EF4-FFF2-40B4-BE49-F238E27FC236}">
                <a16:creationId xmlns:a16="http://schemas.microsoft.com/office/drawing/2014/main" id="{4D6DA363-BD58-4B50-9EFC-AFCC81C3CD44}"/>
              </a:ext>
            </a:extLst>
          </p:cNvPr>
          <p:cNvSpPr>
            <a:spLocks noGrp="1"/>
          </p:cNvSpPr>
          <p:nvPr>
            <p:ph type="body" sz="quarter" idx="67" hasCustomPrompt="1"/>
          </p:nvPr>
        </p:nvSpPr>
        <p:spPr>
          <a:xfrm>
            <a:off x="555509" y="32976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69" name="Textplatzhalter 32">
            <a:extLst>
              <a:ext uri="{FF2B5EF4-FFF2-40B4-BE49-F238E27FC236}">
                <a16:creationId xmlns:a16="http://schemas.microsoft.com/office/drawing/2014/main" id="{735CA0CC-8781-4D64-9B38-164657802215}"/>
              </a:ext>
            </a:extLst>
          </p:cNvPr>
          <p:cNvSpPr>
            <a:spLocks noGrp="1"/>
          </p:cNvSpPr>
          <p:nvPr>
            <p:ph type="body" sz="quarter" idx="68" hasCustomPrompt="1"/>
          </p:nvPr>
        </p:nvSpPr>
        <p:spPr>
          <a:xfrm>
            <a:off x="555509" y="39132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70" name="Textplatzhalter 32">
            <a:extLst>
              <a:ext uri="{FF2B5EF4-FFF2-40B4-BE49-F238E27FC236}">
                <a16:creationId xmlns:a16="http://schemas.microsoft.com/office/drawing/2014/main" id="{9E526531-BD00-4913-A003-1CFDDA2B9002}"/>
              </a:ext>
            </a:extLst>
          </p:cNvPr>
          <p:cNvSpPr>
            <a:spLocks noGrp="1"/>
          </p:cNvSpPr>
          <p:nvPr>
            <p:ph type="body" sz="quarter" idx="69" hasCustomPrompt="1"/>
          </p:nvPr>
        </p:nvSpPr>
        <p:spPr>
          <a:xfrm>
            <a:off x="555509" y="45288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71" name="Textplatzhalter 32">
            <a:extLst>
              <a:ext uri="{FF2B5EF4-FFF2-40B4-BE49-F238E27FC236}">
                <a16:creationId xmlns:a16="http://schemas.microsoft.com/office/drawing/2014/main" id="{2A7538D1-CB34-4E76-ADC0-CBE0BF1D0829}"/>
              </a:ext>
            </a:extLst>
          </p:cNvPr>
          <p:cNvSpPr>
            <a:spLocks noGrp="1"/>
          </p:cNvSpPr>
          <p:nvPr>
            <p:ph type="body" sz="quarter" idx="70" hasCustomPrompt="1"/>
          </p:nvPr>
        </p:nvSpPr>
        <p:spPr>
          <a:xfrm>
            <a:off x="555509" y="51444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83" name="Textplatzhalter 32">
            <a:extLst>
              <a:ext uri="{FF2B5EF4-FFF2-40B4-BE49-F238E27FC236}">
                <a16:creationId xmlns:a16="http://schemas.microsoft.com/office/drawing/2014/main" id="{23EDE4BB-056F-48DA-9ED7-F4BB9881B577}"/>
              </a:ext>
            </a:extLst>
          </p:cNvPr>
          <p:cNvSpPr>
            <a:spLocks noGrp="1"/>
          </p:cNvSpPr>
          <p:nvPr>
            <p:ph type="body" sz="quarter" idx="71" hasCustomPrompt="1"/>
          </p:nvPr>
        </p:nvSpPr>
        <p:spPr>
          <a:xfrm>
            <a:off x="555509" y="5760000"/>
            <a:ext cx="11080982" cy="453600"/>
          </a:xfrm>
          <a:custGeom>
            <a:avLst/>
            <a:gdLst>
              <a:gd name="connsiteX0" fmla="*/ 0 w 4228204"/>
              <a:gd name="connsiteY0" fmla="*/ 0 h 920067"/>
              <a:gd name="connsiteX1" fmla="*/ 4228204 w 4228204"/>
              <a:gd name="connsiteY1" fmla="*/ 0 h 920067"/>
              <a:gd name="connsiteX2" fmla="*/ 4228204 w 4228204"/>
              <a:gd name="connsiteY2" fmla="*/ 920067 h 920067"/>
              <a:gd name="connsiteX3" fmla="*/ 0 w 4228204"/>
              <a:gd name="connsiteY3" fmla="*/ 920067 h 920067"/>
            </a:gdLst>
            <a:ahLst/>
            <a:cxnLst>
              <a:cxn ang="0">
                <a:pos x="connsiteX0" y="connsiteY0"/>
              </a:cxn>
              <a:cxn ang="0">
                <a:pos x="connsiteX1" y="connsiteY1"/>
              </a:cxn>
              <a:cxn ang="0">
                <a:pos x="connsiteX2" y="connsiteY2"/>
              </a:cxn>
              <a:cxn ang="0">
                <a:pos x="connsiteX3" y="connsiteY3"/>
              </a:cxn>
            </a:cxnLst>
            <a:rect l="l" t="t" r="r" b="b"/>
            <a:pathLst>
              <a:path w="4228204" h="920067">
                <a:moveTo>
                  <a:pt x="0" y="0"/>
                </a:moveTo>
                <a:lnTo>
                  <a:pt x="4228204" y="0"/>
                </a:lnTo>
                <a:lnTo>
                  <a:pt x="4228204" y="920067"/>
                </a:lnTo>
                <a:lnTo>
                  <a:pt x="0" y="920067"/>
                </a:lnTo>
                <a:close/>
              </a:path>
            </a:pathLst>
          </a:custGeom>
          <a:solidFill>
            <a:schemeClr val="tx2"/>
          </a:solidFill>
        </p:spPr>
        <p:txBody>
          <a:bodyPr wrap="square">
            <a:noAutofit/>
          </a:bodyPr>
          <a:lstStyle>
            <a:lvl1pPr marL="0" indent="0">
              <a:buNone/>
              <a:defRPr/>
            </a:lvl1pPr>
          </a:lstStyle>
          <a:p>
            <a:pPr lvl="0"/>
            <a:r>
              <a:rPr lang="de-DE"/>
              <a:t> </a:t>
            </a:r>
            <a:endParaRPr lang="en-US"/>
          </a:p>
        </p:txBody>
      </p:sp>
      <p:sp>
        <p:nvSpPr>
          <p:cNvPr id="84" name="Textplatzhalter 34">
            <a:extLst>
              <a:ext uri="{FF2B5EF4-FFF2-40B4-BE49-F238E27FC236}">
                <a16:creationId xmlns:a16="http://schemas.microsoft.com/office/drawing/2014/main" id="{218CFB87-C4D6-4412-9CC1-F0ACCCD43483}"/>
              </a:ext>
            </a:extLst>
          </p:cNvPr>
          <p:cNvSpPr>
            <a:spLocks noGrp="1"/>
          </p:cNvSpPr>
          <p:nvPr>
            <p:ph type="body" sz="quarter" idx="72" hasCustomPrompt="1"/>
          </p:nvPr>
        </p:nvSpPr>
        <p:spPr>
          <a:xfrm>
            <a:off x="1725785" y="27864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85" name="Textplatzhalter 51">
            <a:extLst>
              <a:ext uri="{FF2B5EF4-FFF2-40B4-BE49-F238E27FC236}">
                <a16:creationId xmlns:a16="http://schemas.microsoft.com/office/drawing/2014/main" id="{11D606FC-E925-4633-9212-D580DA4DDA1F}"/>
              </a:ext>
            </a:extLst>
          </p:cNvPr>
          <p:cNvSpPr>
            <a:spLocks noGrp="1"/>
          </p:cNvSpPr>
          <p:nvPr>
            <p:ph type="body" sz="quarter" idx="73" hasCustomPrompt="1"/>
          </p:nvPr>
        </p:nvSpPr>
        <p:spPr>
          <a:xfrm>
            <a:off x="627801" y="27666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86" name="Inhaltsplatzhalter 9">
            <a:extLst>
              <a:ext uri="{FF2B5EF4-FFF2-40B4-BE49-F238E27FC236}">
                <a16:creationId xmlns:a16="http://schemas.microsoft.com/office/drawing/2014/main" id="{2F1BD2CF-2D37-4E1B-A917-7246A44EA679}"/>
              </a:ext>
            </a:extLst>
          </p:cNvPr>
          <p:cNvSpPr>
            <a:spLocks noGrp="1"/>
          </p:cNvSpPr>
          <p:nvPr>
            <p:ph sz="quarter" idx="74" hasCustomPrompt="1"/>
          </p:nvPr>
        </p:nvSpPr>
        <p:spPr>
          <a:xfrm>
            <a:off x="1550993" y="2772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87" name="Inhaltsplatzhalter 9">
            <a:extLst>
              <a:ext uri="{FF2B5EF4-FFF2-40B4-BE49-F238E27FC236}">
                <a16:creationId xmlns:a16="http://schemas.microsoft.com/office/drawing/2014/main" id="{8A6B9C23-A1C5-4587-987B-28EF09DA7CE5}"/>
              </a:ext>
            </a:extLst>
          </p:cNvPr>
          <p:cNvSpPr>
            <a:spLocks noGrp="1"/>
          </p:cNvSpPr>
          <p:nvPr>
            <p:ph sz="quarter" idx="75" hasCustomPrompt="1"/>
          </p:nvPr>
        </p:nvSpPr>
        <p:spPr>
          <a:xfrm>
            <a:off x="5758662" y="2772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88" name="Textplatzhalter 34">
            <a:extLst>
              <a:ext uri="{FF2B5EF4-FFF2-40B4-BE49-F238E27FC236}">
                <a16:creationId xmlns:a16="http://schemas.microsoft.com/office/drawing/2014/main" id="{2EA21878-2CEA-4860-8B09-6592A648268B}"/>
              </a:ext>
            </a:extLst>
          </p:cNvPr>
          <p:cNvSpPr>
            <a:spLocks noGrp="1"/>
          </p:cNvSpPr>
          <p:nvPr>
            <p:ph type="body" sz="quarter" idx="76" hasCustomPrompt="1"/>
          </p:nvPr>
        </p:nvSpPr>
        <p:spPr>
          <a:xfrm>
            <a:off x="5935893" y="27864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89" name="Inhaltsplatzhalter 9">
            <a:extLst>
              <a:ext uri="{FF2B5EF4-FFF2-40B4-BE49-F238E27FC236}">
                <a16:creationId xmlns:a16="http://schemas.microsoft.com/office/drawing/2014/main" id="{41B03C3C-26E5-4AC1-A453-A96C67324A98}"/>
              </a:ext>
            </a:extLst>
          </p:cNvPr>
          <p:cNvSpPr>
            <a:spLocks noGrp="1"/>
          </p:cNvSpPr>
          <p:nvPr>
            <p:ph sz="quarter" idx="77" hasCustomPrompt="1"/>
          </p:nvPr>
        </p:nvSpPr>
        <p:spPr>
          <a:xfrm>
            <a:off x="8682970" y="2772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90" name="Textplatzhalter 34">
            <a:extLst>
              <a:ext uri="{FF2B5EF4-FFF2-40B4-BE49-F238E27FC236}">
                <a16:creationId xmlns:a16="http://schemas.microsoft.com/office/drawing/2014/main" id="{A3F55094-C7B5-45EE-8CC6-BA8048DD50CC}"/>
              </a:ext>
            </a:extLst>
          </p:cNvPr>
          <p:cNvSpPr>
            <a:spLocks noGrp="1"/>
          </p:cNvSpPr>
          <p:nvPr>
            <p:ph type="body" sz="quarter" idx="78" hasCustomPrompt="1"/>
          </p:nvPr>
        </p:nvSpPr>
        <p:spPr>
          <a:xfrm>
            <a:off x="8904508" y="27864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91" name="Textplatzhalter 34">
            <a:extLst>
              <a:ext uri="{FF2B5EF4-FFF2-40B4-BE49-F238E27FC236}">
                <a16:creationId xmlns:a16="http://schemas.microsoft.com/office/drawing/2014/main" id="{747D23DA-6B95-4FE5-97A9-0024CF41F142}"/>
              </a:ext>
            </a:extLst>
          </p:cNvPr>
          <p:cNvSpPr>
            <a:spLocks noGrp="1"/>
          </p:cNvSpPr>
          <p:nvPr>
            <p:ph type="body" sz="quarter" idx="79" hasCustomPrompt="1"/>
          </p:nvPr>
        </p:nvSpPr>
        <p:spPr>
          <a:xfrm>
            <a:off x="1725785" y="34020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92" name="Textplatzhalter 51">
            <a:extLst>
              <a:ext uri="{FF2B5EF4-FFF2-40B4-BE49-F238E27FC236}">
                <a16:creationId xmlns:a16="http://schemas.microsoft.com/office/drawing/2014/main" id="{26182251-C70E-487E-A3EE-7B77717696F6}"/>
              </a:ext>
            </a:extLst>
          </p:cNvPr>
          <p:cNvSpPr>
            <a:spLocks noGrp="1"/>
          </p:cNvSpPr>
          <p:nvPr>
            <p:ph type="body" sz="quarter" idx="80" hasCustomPrompt="1"/>
          </p:nvPr>
        </p:nvSpPr>
        <p:spPr>
          <a:xfrm>
            <a:off x="627801" y="33822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93" name="Inhaltsplatzhalter 9">
            <a:extLst>
              <a:ext uri="{FF2B5EF4-FFF2-40B4-BE49-F238E27FC236}">
                <a16:creationId xmlns:a16="http://schemas.microsoft.com/office/drawing/2014/main" id="{A44EFC04-7E0B-4C61-AAD1-E6A8B0C02ED9}"/>
              </a:ext>
            </a:extLst>
          </p:cNvPr>
          <p:cNvSpPr>
            <a:spLocks noGrp="1"/>
          </p:cNvSpPr>
          <p:nvPr>
            <p:ph sz="quarter" idx="81" hasCustomPrompt="1"/>
          </p:nvPr>
        </p:nvSpPr>
        <p:spPr>
          <a:xfrm>
            <a:off x="1550993" y="33876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94" name="Inhaltsplatzhalter 9">
            <a:extLst>
              <a:ext uri="{FF2B5EF4-FFF2-40B4-BE49-F238E27FC236}">
                <a16:creationId xmlns:a16="http://schemas.microsoft.com/office/drawing/2014/main" id="{6B2BC7F3-D9B0-4413-881B-297A030C2E37}"/>
              </a:ext>
            </a:extLst>
          </p:cNvPr>
          <p:cNvSpPr>
            <a:spLocks noGrp="1"/>
          </p:cNvSpPr>
          <p:nvPr>
            <p:ph sz="quarter" idx="82" hasCustomPrompt="1"/>
          </p:nvPr>
        </p:nvSpPr>
        <p:spPr>
          <a:xfrm>
            <a:off x="5758662" y="33876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95" name="Textplatzhalter 34">
            <a:extLst>
              <a:ext uri="{FF2B5EF4-FFF2-40B4-BE49-F238E27FC236}">
                <a16:creationId xmlns:a16="http://schemas.microsoft.com/office/drawing/2014/main" id="{75C77310-22B1-4803-A446-877791B5F506}"/>
              </a:ext>
            </a:extLst>
          </p:cNvPr>
          <p:cNvSpPr>
            <a:spLocks noGrp="1"/>
          </p:cNvSpPr>
          <p:nvPr>
            <p:ph type="body" sz="quarter" idx="83" hasCustomPrompt="1"/>
          </p:nvPr>
        </p:nvSpPr>
        <p:spPr>
          <a:xfrm>
            <a:off x="5935893" y="34020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96" name="Inhaltsplatzhalter 9">
            <a:extLst>
              <a:ext uri="{FF2B5EF4-FFF2-40B4-BE49-F238E27FC236}">
                <a16:creationId xmlns:a16="http://schemas.microsoft.com/office/drawing/2014/main" id="{0E76A311-CDB1-4A34-A184-52802DFEB4CF}"/>
              </a:ext>
            </a:extLst>
          </p:cNvPr>
          <p:cNvSpPr>
            <a:spLocks noGrp="1"/>
          </p:cNvSpPr>
          <p:nvPr>
            <p:ph sz="quarter" idx="84" hasCustomPrompt="1"/>
          </p:nvPr>
        </p:nvSpPr>
        <p:spPr>
          <a:xfrm>
            <a:off x="8682970" y="33876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97" name="Textplatzhalter 34">
            <a:extLst>
              <a:ext uri="{FF2B5EF4-FFF2-40B4-BE49-F238E27FC236}">
                <a16:creationId xmlns:a16="http://schemas.microsoft.com/office/drawing/2014/main" id="{AA4ADE18-E6AE-40A5-9A46-7C9AE604936B}"/>
              </a:ext>
            </a:extLst>
          </p:cNvPr>
          <p:cNvSpPr>
            <a:spLocks noGrp="1"/>
          </p:cNvSpPr>
          <p:nvPr>
            <p:ph type="body" sz="quarter" idx="85" hasCustomPrompt="1"/>
          </p:nvPr>
        </p:nvSpPr>
        <p:spPr>
          <a:xfrm>
            <a:off x="8904508" y="34020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98" name="Textplatzhalter 34">
            <a:extLst>
              <a:ext uri="{FF2B5EF4-FFF2-40B4-BE49-F238E27FC236}">
                <a16:creationId xmlns:a16="http://schemas.microsoft.com/office/drawing/2014/main" id="{393B03C4-338A-4DAD-912F-3DEBEA3C9B62}"/>
              </a:ext>
            </a:extLst>
          </p:cNvPr>
          <p:cNvSpPr>
            <a:spLocks noGrp="1"/>
          </p:cNvSpPr>
          <p:nvPr>
            <p:ph type="body" sz="quarter" idx="86" hasCustomPrompt="1"/>
          </p:nvPr>
        </p:nvSpPr>
        <p:spPr>
          <a:xfrm>
            <a:off x="1725785" y="40176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99" name="Textplatzhalter 51">
            <a:extLst>
              <a:ext uri="{FF2B5EF4-FFF2-40B4-BE49-F238E27FC236}">
                <a16:creationId xmlns:a16="http://schemas.microsoft.com/office/drawing/2014/main" id="{EB0B5C89-328D-4B85-82AB-9BF7A0D14BD8}"/>
              </a:ext>
            </a:extLst>
          </p:cNvPr>
          <p:cNvSpPr>
            <a:spLocks noGrp="1"/>
          </p:cNvSpPr>
          <p:nvPr>
            <p:ph type="body" sz="quarter" idx="87" hasCustomPrompt="1"/>
          </p:nvPr>
        </p:nvSpPr>
        <p:spPr>
          <a:xfrm>
            <a:off x="627801" y="39978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100" name="Inhaltsplatzhalter 9">
            <a:extLst>
              <a:ext uri="{FF2B5EF4-FFF2-40B4-BE49-F238E27FC236}">
                <a16:creationId xmlns:a16="http://schemas.microsoft.com/office/drawing/2014/main" id="{B5B36F74-E228-4115-814F-E92B66DDDB59}"/>
              </a:ext>
            </a:extLst>
          </p:cNvPr>
          <p:cNvSpPr>
            <a:spLocks noGrp="1"/>
          </p:cNvSpPr>
          <p:nvPr>
            <p:ph sz="quarter" idx="88" hasCustomPrompt="1"/>
          </p:nvPr>
        </p:nvSpPr>
        <p:spPr>
          <a:xfrm>
            <a:off x="1550993" y="40032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1" name="Inhaltsplatzhalter 9">
            <a:extLst>
              <a:ext uri="{FF2B5EF4-FFF2-40B4-BE49-F238E27FC236}">
                <a16:creationId xmlns:a16="http://schemas.microsoft.com/office/drawing/2014/main" id="{5F8885E2-87F6-4A52-A89C-7806DA8B5400}"/>
              </a:ext>
            </a:extLst>
          </p:cNvPr>
          <p:cNvSpPr>
            <a:spLocks noGrp="1"/>
          </p:cNvSpPr>
          <p:nvPr>
            <p:ph sz="quarter" idx="89" hasCustomPrompt="1"/>
          </p:nvPr>
        </p:nvSpPr>
        <p:spPr>
          <a:xfrm>
            <a:off x="5758662" y="40032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2" name="Textplatzhalter 34">
            <a:extLst>
              <a:ext uri="{FF2B5EF4-FFF2-40B4-BE49-F238E27FC236}">
                <a16:creationId xmlns:a16="http://schemas.microsoft.com/office/drawing/2014/main" id="{20937498-592B-4E68-9E53-88D9C1B5AF93}"/>
              </a:ext>
            </a:extLst>
          </p:cNvPr>
          <p:cNvSpPr>
            <a:spLocks noGrp="1"/>
          </p:cNvSpPr>
          <p:nvPr>
            <p:ph type="body" sz="quarter" idx="90" hasCustomPrompt="1"/>
          </p:nvPr>
        </p:nvSpPr>
        <p:spPr>
          <a:xfrm>
            <a:off x="5935893" y="40176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103" name="Inhaltsplatzhalter 9">
            <a:extLst>
              <a:ext uri="{FF2B5EF4-FFF2-40B4-BE49-F238E27FC236}">
                <a16:creationId xmlns:a16="http://schemas.microsoft.com/office/drawing/2014/main" id="{4DFD59D8-DC66-4BF5-A3F3-23BB2055E9D2}"/>
              </a:ext>
            </a:extLst>
          </p:cNvPr>
          <p:cNvSpPr>
            <a:spLocks noGrp="1"/>
          </p:cNvSpPr>
          <p:nvPr>
            <p:ph sz="quarter" idx="91" hasCustomPrompt="1"/>
          </p:nvPr>
        </p:nvSpPr>
        <p:spPr>
          <a:xfrm>
            <a:off x="8682970" y="40032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4" name="Textplatzhalter 34">
            <a:extLst>
              <a:ext uri="{FF2B5EF4-FFF2-40B4-BE49-F238E27FC236}">
                <a16:creationId xmlns:a16="http://schemas.microsoft.com/office/drawing/2014/main" id="{8473ADE6-F742-471C-B4DD-635C060B55C7}"/>
              </a:ext>
            </a:extLst>
          </p:cNvPr>
          <p:cNvSpPr>
            <a:spLocks noGrp="1"/>
          </p:cNvSpPr>
          <p:nvPr>
            <p:ph type="body" sz="quarter" idx="92" hasCustomPrompt="1"/>
          </p:nvPr>
        </p:nvSpPr>
        <p:spPr>
          <a:xfrm>
            <a:off x="8904508" y="40176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105" name="Textplatzhalter 34">
            <a:extLst>
              <a:ext uri="{FF2B5EF4-FFF2-40B4-BE49-F238E27FC236}">
                <a16:creationId xmlns:a16="http://schemas.microsoft.com/office/drawing/2014/main" id="{0A3DD65E-FCB5-4E1B-BCD8-219419551805}"/>
              </a:ext>
            </a:extLst>
          </p:cNvPr>
          <p:cNvSpPr>
            <a:spLocks noGrp="1"/>
          </p:cNvSpPr>
          <p:nvPr>
            <p:ph type="body" sz="quarter" idx="93" hasCustomPrompt="1"/>
          </p:nvPr>
        </p:nvSpPr>
        <p:spPr>
          <a:xfrm>
            <a:off x="1725785" y="46332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106" name="Textplatzhalter 51">
            <a:extLst>
              <a:ext uri="{FF2B5EF4-FFF2-40B4-BE49-F238E27FC236}">
                <a16:creationId xmlns:a16="http://schemas.microsoft.com/office/drawing/2014/main" id="{96CFB615-1E30-4863-91D4-96A1402468AB}"/>
              </a:ext>
            </a:extLst>
          </p:cNvPr>
          <p:cNvSpPr>
            <a:spLocks noGrp="1"/>
          </p:cNvSpPr>
          <p:nvPr>
            <p:ph type="body" sz="quarter" idx="94" hasCustomPrompt="1"/>
          </p:nvPr>
        </p:nvSpPr>
        <p:spPr>
          <a:xfrm>
            <a:off x="627801" y="46134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107" name="Inhaltsplatzhalter 9">
            <a:extLst>
              <a:ext uri="{FF2B5EF4-FFF2-40B4-BE49-F238E27FC236}">
                <a16:creationId xmlns:a16="http://schemas.microsoft.com/office/drawing/2014/main" id="{578020C3-2AAD-432D-89F3-11B3A7902B8F}"/>
              </a:ext>
            </a:extLst>
          </p:cNvPr>
          <p:cNvSpPr>
            <a:spLocks noGrp="1"/>
          </p:cNvSpPr>
          <p:nvPr>
            <p:ph sz="quarter" idx="95" hasCustomPrompt="1"/>
          </p:nvPr>
        </p:nvSpPr>
        <p:spPr>
          <a:xfrm>
            <a:off x="1550993" y="46188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8" name="Inhaltsplatzhalter 9">
            <a:extLst>
              <a:ext uri="{FF2B5EF4-FFF2-40B4-BE49-F238E27FC236}">
                <a16:creationId xmlns:a16="http://schemas.microsoft.com/office/drawing/2014/main" id="{707AABF3-9623-4ABC-B87D-9FACC1E091E2}"/>
              </a:ext>
            </a:extLst>
          </p:cNvPr>
          <p:cNvSpPr>
            <a:spLocks noGrp="1"/>
          </p:cNvSpPr>
          <p:nvPr>
            <p:ph sz="quarter" idx="96" hasCustomPrompt="1"/>
          </p:nvPr>
        </p:nvSpPr>
        <p:spPr>
          <a:xfrm>
            <a:off x="5758662" y="46188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09" name="Textplatzhalter 34">
            <a:extLst>
              <a:ext uri="{FF2B5EF4-FFF2-40B4-BE49-F238E27FC236}">
                <a16:creationId xmlns:a16="http://schemas.microsoft.com/office/drawing/2014/main" id="{14F30F9F-3754-4AF7-95BF-2FAE7A9923C2}"/>
              </a:ext>
            </a:extLst>
          </p:cNvPr>
          <p:cNvSpPr>
            <a:spLocks noGrp="1"/>
          </p:cNvSpPr>
          <p:nvPr>
            <p:ph type="body" sz="quarter" idx="97" hasCustomPrompt="1"/>
          </p:nvPr>
        </p:nvSpPr>
        <p:spPr>
          <a:xfrm>
            <a:off x="5935893" y="46332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110" name="Inhaltsplatzhalter 9">
            <a:extLst>
              <a:ext uri="{FF2B5EF4-FFF2-40B4-BE49-F238E27FC236}">
                <a16:creationId xmlns:a16="http://schemas.microsoft.com/office/drawing/2014/main" id="{8B341007-1860-4BA9-BF84-4AD2512EBEFA}"/>
              </a:ext>
            </a:extLst>
          </p:cNvPr>
          <p:cNvSpPr>
            <a:spLocks noGrp="1"/>
          </p:cNvSpPr>
          <p:nvPr>
            <p:ph sz="quarter" idx="98" hasCustomPrompt="1"/>
          </p:nvPr>
        </p:nvSpPr>
        <p:spPr>
          <a:xfrm>
            <a:off x="8682970" y="46188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1" name="Textplatzhalter 34">
            <a:extLst>
              <a:ext uri="{FF2B5EF4-FFF2-40B4-BE49-F238E27FC236}">
                <a16:creationId xmlns:a16="http://schemas.microsoft.com/office/drawing/2014/main" id="{D447C4A6-7D26-4540-9E9D-6700F36BC66C}"/>
              </a:ext>
            </a:extLst>
          </p:cNvPr>
          <p:cNvSpPr>
            <a:spLocks noGrp="1"/>
          </p:cNvSpPr>
          <p:nvPr>
            <p:ph type="body" sz="quarter" idx="99" hasCustomPrompt="1"/>
          </p:nvPr>
        </p:nvSpPr>
        <p:spPr>
          <a:xfrm>
            <a:off x="8904508" y="46332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112" name="Textplatzhalter 34">
            <a:extLst>
              <a:ext uri="{FF2B5EF4-FFF2-40B4-BE49-F238E27FC236}">
                <a16:creationId xmlns:a16="http://schemas.microsoft.com/office/drawing/2014/main" id="{510DDB89-F752-4905-867B-3364FEF79C9C}"/>
              </a:ext>
            </a:extLst>
          </p:cNvPr>
          <p:cNvSpPr>
            <a:spLocks noGrp="1"/>
          </p:cNvSpPr>
          <p:nvPr>
            <p:ph type="body" sz="quarter" idx="100" hasCustomPrompt="1"/>
          </p:nvPr>
        </p:nvSpPr>
        <p:spPr>
          <a:xfrm>
            <a:off x="1725785" y="52488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113" name="Textplatzhalter 51">
            <a:extLst>
              <a:ext uri="{FF2B5EF4-FFF2-40B4-BE49-F238E27FC236}">
                <a16:creationId xmlns:a16="http://schemas.microsoft.com/office/drawing/2014/main" id="{33D7A0AE-7003-46BF-8DA2-649AEE49F655}"/>
              </a:ext>
            </a:extLst>
          </p:cNvPr>
          <p:cNvSpPr>
            <a:spLocks noGrp="1"/>
          </p:cNvSpPr>
          <p:nvPr>
            <p:ph type="body" sz="quarter" idx="101" hasCustomPrompt="1"/>
          </p:nvPr>
        </p:nvSpPr>
        <p:spPr>
          <a:xfrm>
            <a:off x="627801" y="52290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114" name="Inhaltsplatzhalter 9">
            <a:extLst>
              <a:ext uri="{FF2B5EF4-FFF2-40B4-BE49-F238E27FC236}">
                <a16:creationId xmlns:a16="http://schemas.microsoft.com/office/drawing/2014/main" id="{D97AC346-D6D8-4AFB-900F-36C382D9DF9A}"/>
              </a:ext>
            </a:extLst>
          </p:cNvPr>
          <p:cNvSpPr>
            <a:spLocks noGrp="1"/>
          </p:cNvSpPr>
          <p:nvPr>
            <p:ph sz="quarter" idx="102" hasCustomPrompt="1"/>
          </p:nvPr>
        </p:nvSpPr>
        <p:spPr>
          <a:xfrm>
            <a:off x="1550993" y="5234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5" name="Inhaltsplatzhalter 9">
            <a:extLst>
              <a:ext uri="{FF2B5EF4-FFF2-40B4-BE49-F238E27FC236}">
                <a16:creationId xmlns:a16="http://schemas.microsoft.com/office/drawing/2014/main" id="{30C4EEDE-0D9A-4C9D-84C7-EA59D72259AC}"/>
              </a:ext>
            </a:extLst>
          </p:cNvPr>
          <p:cNvSpPr>
            <a:spLocks noGrp="1"/>
          </p:cNvSpPr>
          <p:nvPr>
            <p:ph sz="quarter" idx="103" hasCustomPrompt="1"/>
          </p:nvPr>
        </p:nvSpPr>
        <p:spPr>
          <a:xfrm>
            <a:off x="5758662" y="5234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6" name="Textplatzhalter 34">
            <a:extLst>
              <a:ext uri="{FF2B5EF4-FFF2-40B4-BE49-F238E27FC236}">
                <a16:creationId xmlns:a16="http://schemas.microsoft.com/office/drawing/2014/main" id="{655423AB-6705-45AD-9BB3-0A2641B1B000}"/>
              </a:ext>
            </a:extLst>
          </p:cNvPr>
          <p:cNvSpPr>
            <a:spLocks noGrp="1"/>
          </p:cNvSpPr>
          <p:nvPr>
            <p:ph type="body" sz="quarter" idx="104" hasCustomPrompt="1"/>
          </p:nvPr>
        </p:nvSpPr>
        <p:spPr>
          <a:xfrm>
            <a:off x="5935893" y="52488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117" name="Inhaltsplatzhalter 9">
            <a:extLst>
              <a:ext uri="{FF2B5EF4-FFF2-40B4-BE49-F238E27FC236}">
                <a16:creationId xmlns:a16="http://schemas.microsoft.com/office/drawing/2014/main" id="{8ABC8845-28E0-45E2-B9F6-E82F25F5BB05}"/>
              </a:ext>
            </a:extLst>
          </p:cNvPr>
          <p:cNvSpPr>
            <a:spLocks noGrp="1"/>
          </p:cNvSpPr>
          <p:nvPr>
            <p:ph sz="quarter" idx="105" hasCustomPrompt="1"/>
          </p:nvPr>
        </p:nvSpPr>
        <p:spPr>
          <a:xfrm>
            <a:off x="8682970" y="52344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18" name="Textplatzhalter 34">
            <a:extLst>
              <a:ext uri="{FF2B5EF4-FFF2-40B4-BE49-F238E27FC236}">
                <a16:creationId xmlns:a16="http://schemas.microsoft.com/office/drawing/2014/main" id="{36D3DD99-9940-4DA7-8508-CC6E8C32F262}"/>
              </a:ext>
            </a:extLst>
          </p:cNvPr>
          <p:cNvSpPr>
            <a:spLocks noGrp="1"/>
          </p:cNvSpPr>
          <p:nvPr>
            <p:ph type="body" sz="quarter" idx="106" hasCustomPrompt="1"/>
          </p:nvPr>
        </p:nvSpPr>
        <p:spPr>
          <a:xfrm>
            <a:off x="8904508" y="52488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119" name="Textplatzhalter 34">
            <a:extLst>
              <a:ext uri="{FF2B5EF4-FFF2-40B4-BE49-F238E27FC236}">
                <a16:creationId xmlns:a16="http://schemas.microsoft.com/office/drawing/2014/main" id="{D076B3B1-5EF5-4271-B17F-9E7D52AE5E56}"/>
              </a:ext>
            </a:extLst>
          </p:cNvPr>
          <p:cNvSpPr>
            <a:spLocks noGrp="1"/>
          </p:cNvSpPr>
          <p:nvPr>
            <p:ph type="body" sz="quarter" idx="107" hasCustomPrompt="1"/>
          </p:nvPr>
        </p:nvSpPr>
        <p:spPr>
          <a:xfrm>
            <a:off x="1725785" y="5864400"/>
            <a:ext cx="3853062" cy="244800"/>
          </a:xfrm>
        </p:spPr>
        <p:txBody>
          <a:bodyPr anchor="ctr"/>
          <a:lstStyle>
            <a:lvl1pPr marL="0" indent="0">
              <a:spcBef>
                <a:spcPts val="0"/>
              </a:spcBef>
              <a:buNone/>
              <a:defRPr sz="1800" b="1">
                <a:solidFill>
                  <a:schemeClr val="bg1"/>
                </a:solidFill>
              </a:defRPr>
            </a:lvl1pPr>
          </a:lstStyle>
          <a:p>
            <a:pPr lvl="0"/>
            <a:r>
              <a:rPr lang="de-DE"/>
              <a:t>Kapitel</a:t>
            </a:r>
            <a:endParaRPr lang="en-US"/>
          </a:p>
        </p:txBody>
      </p:sp>
      <p:sp>
        <p:nvSpPr>
          <p:cNvPr id="120" name="Textplatzhalter 51">
            <a:extLst>
              <a:ext uri="{FF2B5EF4-FFF2-40B4-BE49-F238E27FC236}">
                <a16:creationId xmlns:a16="http://schemas.microsoft.com/office/drawing/2014/main" id="{7ECB719E-0B86-4AA6-9EDF-C60419182D9E}"/>
              </a:ext>
            </a:extLst>
          </p:cNvPr>
          <p:cNvSpPr>
            <a:spLocks noGrp="1"/>
          </p:cNvSpPr>
          <p:nvPr>
            <p:ph type="body" sz="quarter" idx="108" hasCustomPrompt="1"/>
          </p:nvPr>
        </p:nvSpPr>
        <p:spPr>
          <a:xfrm>
            <a:off x="627801" y="5844600"/>
            <a:ext cx="792940" cy="284400"/>
          </a:xfrm>
        </p:spPr>
        <p:txBody>
          <a:bodyPr vert="horz" wrap="square" lIns="0" tIns="0" rIns="0" bIns="0" rtlCol="0" anchor="ctr">
            <a:noAutofit/>
          </a:bodyPr>
          <a:lstStyle>
            <a:lvl1pPr marL="0" indent="0" algn="ctr">
              <a:buNone/>
              <a:defRPr lang="en-US" sz="2800" b="0" dirty="0">
                <a:solidFill>
                  <a:schemeClr val="bg1"/>
                </a:solidFill>
              </a:defRPr>
            </a:lvl1pPr>
          </a:lstStyle>
          <a:p>
            <a:pPr marL="185738" lvl="0" indent="-185738" algn="r" defTabSz="914400"/>
            <a:r>
              <a:rPr lang="de-DE"/>
              <a:t>00</a:t>
            </a:r>
            <a:endParaRPr lang="en-US"/>
          </a:p>
        </p:txBody>
      </p:sp>
      <p:sp>
        <p:nvSpPr>
          <p:cNvPr id="121" name="Inhaltsplatzhalter 9">
            <a:extLst>
              <a:ext uri="{FF2B5EF4-FFF2-40B4-BE49-F238E27FC236}">
                <a16:creationId xmlns:a16="http://schemas.microsoft.com/office/drawing/2014/main" id="{0F005E89-9A6D-4F29-97C0-099D1D18D41D}"/>
              </a:ext>
            </a:extLst>
          </p:cNvPr>
          <p:cNvSpPr>
            <a:spLocks noGrp="1"/>
          </p:cNvSpPr>
          <p:nvPr>
            <p:ph sz="quarter" idx="109" hasCustomPrompt="1"/>
          </p:nvPr>
        </p:nvSpPr>
        <p:spPr>
          <a:xfrm>
            <a:off x="1550993" y="5850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2" name="Inhaltsplatzhalter 9">
            <a:extLst>
              <a:ext uri="{FF2B5EF4-FFF2-40B4-BE49-F238E27FC236}">
                <a16:creationId xmlns:a16="http://schemas.microsoft.com/office/drawing/2014/main" id="{D18C5A24-39D4-4223-826E-1449C874926A}"/>
              </a:ext>
            </a:extLst>
          </p:cNvPr>
          <p:cNvSpPr>
            <a:spLocks noGrp="1"/>
          </p:cNvSpPr>
          <p:nvPr>
            <p:ph sz="quarter" idx="110" hasCustomPrompt="1"/>
          </p:nvPr>
        </p:nvSpPr>
        <p:spPr>
          <a:xfrm>
            <a:off x="5758662" y="5850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3" name="Textplatzhalter 34">
            <a:extLst>
              <a:ext uri="{FF2B5EF4-FFF2-40B4-BE49-F238E27FC236}">
                <a16:creationId xmlns:a16="http://schemas.microsoft.com/office/drawing/2014/main" id="{BCEE31BF-48D2-4214-9D85-9E0FAF14A558}"/>
              </a:ext>
            </a:extLst>
          </p:cNvPr>
          <p:cNvSpPr>
            <a:spLocks noGrp="1"/>
          </p:cNvSpPr>
          <p:nvPr>
            <p:ph type="body" sz="quarter" idx="111" hasCustomPrompt="1"/>
          </p:nvPr>
        </p:nvSpPr>
        <p:spPr>
          <a:xfrm>
            <a:off x="5935893" y="5864400"/>
            <a:ext cx="2569846" cy="244800"/>
          </a:xfrm>
        </p:spPr>
        <p:txBody>
          <a:bodyPr anchor="ctr"/>
          <a:lstStyle>
            <a:lvl1pPr marL="0" indent="0">
              <a:spcBef>
                <a:spcPts val="0"/>
              </a:spcBef>
              <a:buNone/>
              <a:defRPr sz="1600" b="0">
                <a:solidFill>
                  <a:schemeClr val="bg1"/>
                </a:solidFill>
              </a:defRPr>
            </a:lvl1pPr>
          </a:lstStyle>
          <a:p>
            <a:pPr lvl="0"/>
            <a:r>
              <a:rPr lang="de-DE"/>
              <a:t>00:00 Uhr – 00:00 Uhr</a:t>
            </a:r>
            <a:endParaRPr lang="en-US"/>
          </a:p>
        </p:txBody>
      </p:sp>
      <p:sp>
        <p:nvSpPr>
          <p:cNvPr id="124" name="Inhaltsplatzhalter 9">
            <a:extLst>
              <a:ext uri="{FF2B5EF4-FFF2-40B4-BE49-F238E27FC236}">
                <a16:creationId xmlns:a16="http://schemas.microsoft.com/office/drawing/2014/main" id="{0B52864E-1CC5-4D80-8FEE-A99ABD126139}"/>
              </a:ext>
            </a:extLst>
          </p:cNvPr>
          <p:cNvSpPr>
            <a:spLocks noGrp="1"/>
          </p:cNvSpPr>
          <p:nvPr>
            <p:ph sz="quarter" idx="112" hasCustomPrompt="1"/>
          </p:nvPr>
        </p:nvSpPr>
        <p:spPr>
          <a:xfrm>
            <a:off x="8682970" y="5850000"/>
            <a:ext cx="26585" cy="273600"/>
          </a:xfrm>
          <a:solidFill>
            <a:schemeClr val="bg1"/>
          </a:solidFill>
        </p:spPr>
        <p:txBody>
          <a:bodyPr/>
          <a:lstStyle>
            <a:lvl1pPr marL="0" indent="0">
              <a:buNone/>
              <a:defRPr>
                <a:solidFill>
                  <a:schemeClr val="accent3">
                    <a:lumMod val="75000"/>
                  </a:schemeClr>
                </a:solidFill>
              </a:defRPr>
            </a:lvl1pPr>
          </a:lstStyle>
          <a:p>
            <a:pPr lvl="0"/>
            <a:r>
              <a:rPr lang="de-DE"/>
              <a:t> </a:t>
            </a:r>
            <a:endParaRPr lang="en-US"/>
          </a:p>
        </p:txBody>
      </p:sp>
      <p:sp>
        <p:nvSpPr>
          <p:cNvPr id="125" name="Textplatzhalter 34">
            <a:extLst>
              <a:ext uri="{FF2B5EF4-FFF2-40B4-BE49-F238E27FC236}">
                <a16:creationId xmlns:a16="http://schemas.microsoft.com/office/drawing/2014/main" id="{0691A1D7-EF77-4AD3-93E0-E59A81BB4470}"/>
              </a:ext>
            </a:extLst>
          </p:cNvPr>
          <p:cNvSpPr>
            <a:spLocks noGrp="1"/>
          </p:cNvSpPr>
          <p:nvPr>
            <p:ph type="body" sz="quarter" idx="113" hasCustomPrompt="1"/>
          </p:nvPr>
        </p:nvSpPr>
        <p:spPr>
          <a:xfrm>
            <a:off x="8904508" y="5864400"/>
            <a:ext cx="2569846" cy="244800"/>
          </a:xfrm>
        </p:spPr>
        <p:txBody>
          <a:bodyPr anchor="ctr"/>
          <a:lstStyle>
            <a:lvl1pPr marL="0" indent="0">
              <a:spcBef>
                <a:spcPts val="0"/>
              </a:spcBef>
              <a:buNone/>
              <a:defRPr sz="1600" b="0">
                <a:solidFill>
                  <a:schemeClr val="bg1"/>
                </a:solidFill>
              </a:defRPr>
            </a:lvl1pPr>
          </a:lstStyle>
          <a:p>
            <a:pPr lvl="0"/>
            <a:r>
              <a:rPr lang="de-DE"/>
              <a:t>Vortragende*r</a:t>
            </a:r>
            <a:endParaRPr lang="en-US"/>
          </a:p>
        </p:txBody>
      </p:sp>
      <p:sp>
        <p:nvSpPr>
          <p:cNvPr id="4" name="Fußzeilenplatzhalter 12">
            <a:extLst>
              <a:ext uri="{FF2B5EF4-FFF2-40B4-BE49-F238E27FC236}">
                <a16:creationId xmlns:a16="http://schemas.microsoft.com/office/drawing/2014/main" id="{CA8DFC88-A158-B018-CA62-C57C81304AC6}"/>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7992847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D3C83F6-AD8B-4C81-880A-7C6FF8D63F47}"/>
              </a:ext>
            </a:extLst>
          </p:cNvPr>
          <p:cNvSpPr/>
          <p:nvPr userDrawn="1"/>
        </p:nvSpPr>
        <p:spPr>
          <a:xfrm>
            <a:off x="0" y="0"/>
            <a:ext cx="12192000" cy="6129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 name="Titel 1">
            <a:extLst>
              <a:ext uri="{FF2B5EF4-FFF2-40B4-BE49-F238E27FC236}">
                <a16:creationId xmlns:a16="http://schemas.microsoft.com/office/drawing/2014/main" id="{9F0F8827-7DAE-427E-829A-1C7812127345}"/>
              </a:ext>
            </a:extLst>
          </p:cNvPr>
          <p:cNvSpPr>
            <a:spLocks noGrp="1"/>
          </p:cNvSpPr>
          <p:nvPr>
            <p:ph type="title" hasCustomPrompt="1"/>
          </p:nvPr>
        </p:nvSpPr>
        <p:spPr>
          <a:xfrm>
            <a:off x="3470030" y="3498044"/>
            <a:ext cx="8171107" cy="789560"/>
          </a:xfrm>
        </p:spPr>
        <p:txBody>
          <a:bodyPr/>
          <a:lstStyle>
            <a:lvl1pPr>
              <a:defRPr sz="2800">
                <a:solidFill>
                  <a:srgbClr val="4B4B4B"/>
                </a:solidFill>
              </a:defRPr>
            </a:lvl1pPr>
          </a:lstStyle>
          <a:p>
            <a:r>
              <a:rPr lang="de-DE" err="1"/>
              <a:t>Kapiteltrenner</a:t>
            </a:r>
            <a:r>
              <a:rPr lang="de-DE"/>
              <a:t> </a:t>
            </a:r>
            <a:r>
              <a:rPr lang="de-DE" err="1"/>
              <a:t>Lorem</a:t>
            </a:r>
            <a:br>
              <a:rPr lang="de-DE"/>
            </a:br>
            <a:r>
              <a:rPr lang="de-DE"/>
              <a:t>Zweite Zeile Ipsum</a:t>
            </a:r>
            <a:endParaRPr lang="en-US"/>
          </a:p>
        </p:txBody>
      </p:sp>
      <p:cxnSp>
        <p:nvCxnSpPr>
          <p:cNvPr id="8" name="Gerader Verbinder 7">
            <a:extLst>
              <a:ext uri="{FF2B5EF4-FFF2-40B4-BE49-F238E27FC236}">
                <a16:creationId xmlns:a16="http://schemas.microsoft.com/office/drawing/2014/main" id="{8CA1F0A7-CC4C-48B8-BA2B-81A4E8632408}"/>
              </a:ext>
            </a:extLst>
          </p:cNvPr>
          <p:cNvCxnSpPr>
            <a:cxnSpLocks/>
          </p:cNvCxnSpPr>
          <p:nvPr userDrawn="1"/>
        </p:nvCxnSpPr>
        <p:spPr>
          <a:xfrm>
            <a:off x="556847" y="4454307"/>
            <a:ext cx="1108429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Textplatzhalter 11">
            <a:extLst>
              <a:ext uri="{FF2B5EF4-FFF2-40B4-BE49-F238E27FC236}">
                <a16:creationId xmlns:a16="http://schemas.microsoft.com/office/drawing/2014/main" id="{663C56A2-0AC3-476F-BFEE-274669F5B055}"/>
              </a:ext>
            </a:extLst>
          </p:cNvPr>
          <p:cNvSpPr>
            <a:spLocks noGrp="1"/>
          </p:cNvSpPr>
          <p:nvPr>
            <p:ph type="body" sz="quarter" idx="13" hasCustomPrompt="1"/>
          </p:nvPr>
        </p:nvSpPr>
        <p:spPr>
          <a:xfrm>
            <a:off x="3469208" y="4617223"/>
            <a:ext cx="8171934" cy="760412"/>
          </a:xfrm>
        </p:spPr>
        <p:txBody>
          <a:bodyPr/>
          <a:lstStyle>
            <a:lvl1pPr marL="0" indent="0">
              <a:buNone/>
              <a:defRPr>
                <a:solidFill>
                  <a:srgbClr val="4B4B4B"/>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Untertitel</a:t>
            </a:r>
            <a:br>
              <a:rPr lang="de-DE"/>
            </a:br>
            <a:r>
              <a:rPr lang="de-DE"/>
              <a:t>Zweite Zeile</a:t>
            </a:r>
          </a:p>
        </p:txBody>
      </p:sp>
      <p:sp>
        <p:nvSpPr>
          <p:cNvPr id="144" name="Textplatzhalter 143">
            <a:extLst>
              <a:ext uri="{FF2B5EF4-FFF2-40B4-BE49-F238E27FC236}">
                <a16:creationId xmlns:a16="http://schemas.microsoft.com/office/drawing/2014/main" id="{B4B87E25-1972-4BA3-9017-8F622393453C}"/>
              </a:ext>
            </a:extLst>
          </p:cNvPr>
          <p:cNvSpPr>
            <a:spLocks noGrp="1"/>
          </p:cNvSpPr>
          <p:nvPr userDrawn="1">
            <p:ph type="body" sz="quarter" idx="14" hasCustomPrompt="1"/>
          </p:nvPr>
        </p:nvSpPr>
        <p:spPr>
          <a:xfrm>
            <a:off x="-1465385" y="1240611"/>
            <a:ext cx="4759569" cy="3213100"/>
          </a:xfrm>
        </p:spPr>
        <p:txBody>
          <a:bodyPr anchor="ctr"/>
          <a:lstStyle>
            <a:lvl1pPr marL="0" indent="0" algn="r">
              <a:buNone/>
              <a:defRPr sz="28700">
                <a:solidFill>
                  <a:schemeClr val="tx2"/>
                </a:solidFill>
              </a:defRPr>
            </a:lvl1pPr>
          </a:lstStyle>
          <a:p>
            <a:pPr lvl="0"/>
            <a:r>
              <a:rPr lang="de-DE"/>
              <a:t>0</a:t>
            </a:r>
            <a:endParaRPr lang="en-US"/>
          </a:p>
        </p:txBody>
      </p:sp>
      <p:sp>
        <p:nvSpPr>
          <p:cNvPr id="166" name="Rechteck 165">
            <a:extLst>
              <a:ext uri="{FF2B5EF4-FFF2-40B4-BE49-F238E27FC236}">
                <a16:creationId xmlns:a16="http://schemas.microsoft.com/office/drawing/2014/main" id="{A7AFDF6E-5108-4973-9D2D-67ADFDD4A12D}"/>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pic>
        <p:nvPicPr>
          <p:cNvPr id="9" name="Grafik 8">
            <a:extLst>
              <a:ext uri="{FF2B5EF4-FFF2-40B4-BE49-F238E27FC236}">
                <a16:creationId xmlns:a16="http://schemas.microsoft.com/office/drawing/2014/main" id="{4CA17873-6D24-805A-3B94-04BF53EDD1E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16491" y="6371787"/>
            <a:ext cx="1183091" cy="324000"/>
          </a:xfrm>
          <a:prstGeom prst="rect">
            <a:avLst/>
          </a:prstGeom>
        </p:spPr>
      </p:pic>
      <p:pic>
        <p:nvPicPr>
          <p:cNvPr id="10" name="Grafik 9">
            <a:extLst>
              <a:ext uri="{FF2B5EF4-FFF2-40B4-BE49-F238E27FC236}">
                <a16:creationId xmlns:a16="http://schemas.microsoft.com/office/drawing/2014/main" id="{D07303EF-316F-E47E-C080-9FB30D13A57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62166" y="6371787"/>
            <a:ext cx="505605" cy="324000"/>
          </a:xfrm>
          <a:prstGeom prst="rect">
            <a:avLst/>
          </a:prstGeom>
        </p:spPr>
      </p:pic>
      <p:pic>
        <p:nvPicPr>
          <p:cNvPr id="11" name="Grafik 10">
            <a:extLst>
              <a:ext uri="{FF2B5EF4-FFF2-40B4-BE49-F238E27FC236}">
                <a16:creationId xmlns:a16="http://schemas.microsoft.com/office/drawing/2014/main" id="{5E65ED18-97BD-0D5E-5836-EDEFA444E1A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2000" y="6371787"/>
            <a:ext cx="1256123" cy="324000"/>
          </a:xfrm>
          <a:prstGeom prst="rect">
            <a:avLst/>
          </a:prstGeom>
        </p:spPr>
      </p:pic>
      <p:pic>
        <p:nvPicPr>
          <p:cNvPr id="13" name="Grafik 12">
            <a:extLst>
              <a:ext uri="{FF2B5EF4-FFF2-40B4-BE49-F238E27FC236}">
                <a16:creationId xmlns:a16="http://schemas.microsoft.com/office/drawing/2014/main" id="{D461E075-AD49-2871-3550-7319EBD0045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56842" y="6371787"/>
            <a:ext cx="1156605" cy="324000"/>
          </a:xfrm>
          <a:prstGeom prst="rect">
            <a:avLst/>
          </a:prstGeom>
        </p:spPr>
      </p:pic>
    </p:spTree>
    <p:extLst>
      <p:ext uri="{BB962C8B-B14F-4D97-AF65-F5344CB8AC3E}">
        <p14:creationId xmlns:p14="http://schemas.microsoft.com/office/powerpoint/2010/main" val="1198863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Kapiteltrenner_Alternativ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D3C83F6-AD8B-4C81-880A-7C6FF8D63F47}"/>
              </a:ext>
            </a:extLst>
          </p:cNvPr>
          <p:cNvSpPr/>
          <p:nvPr userDrawn="1"/>
        </p:nvSpPr>
        <p:spPr>
          <a:xfrm>
            <a:off x="0" y="-1"/>
            <a:ext cx="12192000" cy="62007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 name="Titel 1">
            <a:extLst>
              <a:ext uri="{FF2B5EF4-FFF2-40B4-BE49-F238E27FC236}">
                <a16:creationId xmlns:a16="http://schemas.microsoft.com/office/drawing/2014/main" id="{9F0F8827-7DAE-427E-829A-1C7812127345}"/>
              </a:ext>
            </a:extLst>
          </p:cNvPr>
          <p:cNvSpPr>
            <a:spLocks noGrp="1"/>
          </p:cNvSpPr>
          <p:nvPr>
            <p:ph type="title" hasCustomPrompt="1"/>
          </p:nvPr>
        </p:nvSpPr>
        <p:spPr>
          <a:xfrm>
            <a:off x="3470031" y="3498044"/>
            <a:ext cx="8172000" cy="789560"/>
          </a:xfrm>
        </p:spPr>
        <p:txBody>
          <a:bodyPr/>
          <a:lstStyle>
            <a:lvl1pPr>
              <a:defRPr sz="2800">
                <a:solidFill>
                  <a:schemeClr val="bg1"/>
                </a:solidFill>
              </a:defRPr>
            </a:lvl1pPr>
          </a:lstStyle>
          <a:p>
            <a:r>
              <a:rPr lang="de-DE" err="1"/>
              <a:t>Kapiteltrenner</a:t>
            </a:r>
            <a:r>
              <a:rPr lang="de-DE"/>
              <a:t> </a:t>
            </a:r>
            <a:r>
              <a:rPr lang="de-DE" err="1"/>
              <a:t>Lorem</a:t>
            </a:r>
            <a:br>
              <a:rPr lang="de-DE"/>
            </a:br>
            <a:r>
              <a:rPr lang="de-DE"/>
              <a:t>Zweite Zeile Ipsum</a:t>
            </a:r>
            <a:endParaRPr lang="en-US"/>
          </a:p>
        </p:txBody>
      </p:sp>
      <p:cxnSp>
        <p:nvCxnSpPr>
          <p:cNvPr id="8" name="Gerader Verbinder 7">
            <a:extLst>
              <a:ext uri="{FF2B5EF4-FFF2-40B4-BE49-F238E27FC236}">
                <a16:creationId xmlns:a16="http://schemas.microsoft.com/office/drawing/2014/main" id="{8CA1F0A7-CC4C-48B8-BA2B-81A4E8632408}"/>
              </a:ext>
            </a:extLst>
          </p:cNvPr>
          <p:cNvCxnSpPr>
            <a:cxnSpLocks/>
          </p:cNvCxnSpPr>
          <p:nvPr userDrawn="1"/>
        </p:nvCxnSpPr>
        <p:spPr>
          <a:xfrm>
            <a:off x="556847" y="4454307"/>
            <a:ext cx="1108436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platzhalter 11">
            <a:extLst>
              <a:ext uri="{FF2B5EF4-FFF2-40B4-BE49-F238E27FC236}">
                <a16:creationId xmlns:a16="http://schemas.microsoft.com/office/drawing/2014/main" id="{663C56A2-0AC3-476F-BFEE-274669F5B055}"/>
              </a:ext>
            </a:extLst>
          </p:cNvPr>
          <p:cNvSpPr>
            <a:spLocks noGrp="1"/>
          </p:cNvSpPr>
          <p:nvPr>
            <p:ph type="body" sz="quarter" idx="13" hasCustomPrompt="1"/>
          </p:nvPr>
        </p:nvSpPr>
        <p:spPr>
          <a:xfrm>
            <a:off x="3469208" y="4617223"/>
            <a:ext cx="8172000" cy="760412"/>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Untertitel</a:t>
            </a:r>
            <a:br>
              <a:rPr lang="de-DE"/>
            </a:br>
            <a:r>
              <a:rPr lang="de-DE"/>
              <a:t>Zweite Zeile</a:t>
            </a:r>
          </a:p>
        </p:txBody>
      </p:sp>
      <p:sp>
        <p:nvSpPr>
          <p:cNvPr id="144" name="Textplatzhalter 143">
            <a:extLst>
              <a:ext uri="{FF2B5EF4-FFF2-40B4-BE49-F238E27FC236}">
                <a16:creationId xmlns:a16="http://schemas.microsoft.com/office/drawing/2014/main" id="{B4B87E25-1972-4BA3-9017-8F622393453C}"/>
              </a:ext>
            </a:extLst>
          </p:cNvPr>
          <p:cNvSpPr>
            <a:spLocks noGrp="1"/>
          </p:cNvSpPr>
          <p:nvPr>
            <p:ph type="body" sz="quarter" idx="14" hasCustomPrompt="1"/>
          </p:nvPr>
        </p:nvSpPr>
        <p:spPr>
          <a:xfrm>
            <a:off x="-1465385" y="1240611"/>
            <a:ext cx="4759569" cy="3213100"/>
          </a:xfrm>
        </p:spPr>
        <p:txBody>
          <a:bodyPr anchor="ctr"/>
          <a:lstStyle>
            <a:lvl1pPr marL="0" indent="0" algn="r">
              <a:buNone/>
              <a:defRPr sz="28700">
                <a:solidFill>
                  <a:schemeClr val="bg1"/>
                </a:solidFill>
              </a:defRPr>
            </a:lvl1pPr>
          </a:lstStyle>
          <a:p>
            <a:pPr lvl="0"/>
            <a:r>
              <a:rPr lang="de-DE"/>
              <a:t>0</a:t>
            </a:r>
            <a:endParaRPr lang="en-US"/>
          </a:p>
        </p:txBody>
      </p:sp>
      <p:pic>
        <p:nvPicPr>
          <p:cNvPr id="3" name="Grafik 2">
            <a:extLst>
              <a:ext uri="{FF2B5EF4-FFF2-40B4-BE49-F238E27FC236}">
                <a16:creationId xmlns:a16="http://schemas.microsoft.com/office/drawing/2014/main" id="{2B7A7536-B38C-97E3-FB23-F4CDD4D2DE8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16491" y="6371787"/>
            <a:ext cx="1183091" cy="324000"/>
          </a:xfrm>
          <a:prstGeom prst="rect">
            <a:avLst/>
          </a:prstGeom>
        </p:spPr>
      </p:pic>
      <p:pic>
        <p:nvPicPr>
          <p:cNvPr id="4" name="Grafik 3">
            <a:extLst>
              <a:ext uri="{FF2B5EF4-FFF2-40B4-BE49-F238E27FC236}">
                <a16:creationId xmlns:a16="http://schemas.microsoft.com/office/drawing/2014/main" id="{0C9596A3-B7EC-712E-D38F-AB904F907CD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62166" y="6371787"/>
            <a:ext cx="505605" cy="324000"/>
          </a:xfrm>
          <a:prstGeom prst="rect">
            <a:avLst/>
          </a:prstGeom>
        </p:spPr>
      </p:pic>
      <p:pic>
        <p:nvPicPr>
          <p:cNvPr id="5" name="Grafik 4">
            <a:extLst>
              <a:ext uri="{FF2B5EF4-FFF2-40B4-BE49-F238E27FC236}">
                <a16:creationId xmlns:a16="http://schemas.microsoft.com/office/drawing/2014/main" id="{040DCAB1-04EC-9605-C705-3899753FA71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2000" y="6371787"/>
            <a:ext cx="1256123" cy="324000"/>
          </a:xfrm>
          <a:prstGeom prst="rect">
            <a:avLst/>
          </a:prstGeom>
        </p:spPr>
      </p:pic>
      <p:pic>
        <p:nvPicPr>
          <p:cNvPr id="7" name="Grafik 6">
            <a:extLst>
              <a:ext uri="{FF2B5EF4-FFF2-40B4-BE49-F238E27FC236}">
                <a16:creationId xmlns:a16="http://schemas.microsoft.com/office/drawing/2014/main" id="{80E740D6-041A-3A9B-7178-6F576742A0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56842" y="6371787"/>
            <a:ext cx="1156605" cy="324000"/>
          </a:xfrm>
          <a:prstGeom prst="rect">
            <a:avLst/>
          </a:prstGeom>
        </p:spPr>
      </p:pic>
    </p:spTree>
    <p:extLst>
      <p:ext uri="{BB962C8B-B14F-4D97-AF65-F5344CB8AC3E}">
        <p14:creationId xmlns:p14="http://schemas.microsoft.com/office/powerpoint/2010/main" val="18784754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rennfolie blau">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A9AA4FD1-AF41-4DD5-937F-459FA9235E3B}"/>
              </a:ext>
            </a:extLst>
          </p:cNvPr>
          <p:cNvSpPr/>
          <p:nvPr userDrawn="1"/>
        </p:nvSpPr>
        <p:spPr bwMode="auto">
          <a:xfrm>
            <a:off x="0" y="0"/>
            <a:ext cx="12192000" cy="6858000"/>
          </a:xfrm>
          <a:prstGeom prst="rect">
            <a:avLst/>
          </a:prstGeom>
          <a:solidFill>
            <a:schemeClr val="tx2"/>
          </a:solidFill>
          <a:ln w="127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01713"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rebuchet MS" pitchFamily="34" charset="0"/>
            </a:endParaRPr>
          </a:p>
        </p:txBody>
      </p:sp>
      <p:sp>
        <p:nvSpPr>
          <p:cNvPr id="13" name="Titel 1">
            <a:extLst>
              <a:ext uri="{FF2B5EF4-FFF2-40B4-BE49-F238E27FC236}">
                <a16:creationId xmlns:a16="http://schemas.microsoft.com/office/drawing/2014/main" id="{0ECDDA2D-E87F-4A69-897E-2930B4B658C1}"/>
              </a:ext>
            </a:extLst>
          </p:cNvPr>
          <p:cNvSpPr>
            <a:spLocks noGrp="1"/>
          </p:cNvSpPr>
          <p:nvPr>
            <p:ph type="title"/>
          </p:nvPr>
        </p:nvSpPr>
        <p:spPr>
          <a:xfrm>
            <a:off x="0" y="3262800"/>
            <a:ext cx="12192000" cy="332399"/>
          </a:xfrm>
          <a:prstGeom prst="rect">
            <a:avLst/>
          </a:prstGeom>
        </p:spPr>
        <p:txBody>
          <a:bodyPr wrap="square" anchor="ctr">
            <a:spAutoFit/>
          </a:bodyPr>
          <a:lstStyle>
            <a:lvl1pPr algn="ctr">
              <a:defRPr>
                <a:solidFill>
                  <a:schemeClr val="bg1"/>
                </a:solidFill>
              </a:defRPr>
            </a:lvl1pPr>
          </a:lstStyle>
          <a:p>
            <a:r>
              <a:rPr lang="de-DE"/>
              <a:t>Titelmasterformat durch Klicken bearbeiten</a:t>
            </a:r>
          </a:p>
        </p:txBody>
      </p:sp>
    </p:spTree>
    <p:extLst>
      <p:ext uri="{BB962C8B-B14F-4D97-AF65-F5344CB8AC3E}">
        <p14:creationId xmlns:p14="http://schemas.microsoft.com/office/powerpoint/2010/main" val="14909607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rennfolie weiß">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A9AA4FD1-AF41-4DD5-937F-459FA9235E3B}"/>
              </a:ext>
            </a:extLst>
          </p:cNvPr>
          <p:cNvSpPr/>
          <p:nvPr userDrawn="1"/>
        </p:nvSpPr>
        <p:spPr bwMode="auto">
          <a:xfrm>
            <a:off x="0" y="0"/>
            <a:ext cx="12192000" cy="6858000"/>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square" lIns="144000" tIns="45720" rIns="91440" bIns="45720" numCol="1" rtlCol="0" anchor="t" anchorCtr="0" compatLnSpc="1">
            <a:prstTxWarp prst="textNoShape">
              <a:avLst/>
            </a:prstTxWarp>
          </a:bodyPr>
          <a:lstStyle/>
          <a:p>
            <a:pPr marL="0" marR="0" indent="0" algn="l" defTabSz="1001713" rtl="0" eaLnBrk="1" fontAlgn="base" latinLnBrk="0" hangingPunct="1">
              <a:lnSpc>
                <a:spcPct val="100000"/>
              </a:lnSpc>
              <a:spcBef>
                <a:spcPct val="0"/>
              </a:spcBef>
              <a:spcAft>
                <a:spcPct val="0"/>
              </a:spcAft>
              <a:buClrTx/>
              <a:buSzTx/>
              <a:buFontTx/>
              <a:buNone/>
              <a:tabLst/>
            </a:pPr>
            <a:endParaRPr kumimoji="0" lang="de-DE" sz="1600" b="0" i="0" u="none" strike="noStrike" cap="none" normalizeH="0" baseline="0" noProof="0">
              <a:ln>
                <a:noFill/>
              </a:ln>
              <a:solidFill>
                <a:schemeClr val="tx1"/>
              </a:solidFill>
              <a:effectLst/>
              <a:latin typeface="Trebuchet MS" pitchFamily="34" charset="0"/>
            </a:endParaRPr>
          </a:p>
        </p:txBody>
      </p:sp>
      <p:sp>
        <p:nvSpPr>
          <p:cNvPr id="13" name="Titel 1">
            <a:extLst>
              <a:ext uri="{FF2B5EF4-FFF2-40B4-BE49-F238E27FC236}">
                <a16:creationId xmlns:a16="http://schemas.microsoft.com/office/drawing/2014/main" id="{0ECDDA2D-E87F-4A69-897E-2930B4B658C1}"/>
              </a:ext>
            </a:extLst>
          </p:cNvPr>
          <p:cNvSpPr>
            <a:spLocks noGrp="1"/>
          </p:cNvSpPr>
          <p:nvPr>
            <p:ph type="title" hasCustomPrompt="1"/>
          </p:nvPr>
        </p:nvSpPr>
        <p:spPr>
          <a:xfrm>
            <a:off x="0" y="2984500"/>
            <a:ext cx="6111628" cy="1689100"/>
          </a:xfrm>
          <a:prstGeom prst="rect">
            <a:avLst/>
          </a:prstGeom>
          <a:solidFill>
            <a:schemeClr val="tx2"/>
          </a:solidFill>
        </p:spPr>
        <p:txBody>
          <a:bodyPr wrap="square" lIns="144000" anchor="ctr">
            <a:noAutofit/>
          </a:bodyPr>
          <a:lstStyle>
            <a:lvl1pPr algn="l">
              <a:defRPr>
                <a:solidFill>
                  <a:schemeClr val="bg1"/>
                </a:solidFill>
              </a:defRPr>
            </a:lvl1pPr>
          </a:lstStyle>
          <a:p>
            <a:r>
              <a:rPr lang="de-DE" noProof="0"/>
              <a:t>Titelmasterformat durch Klicken bearbeiten</a:t>
            </a:r>
          </a:p>
        </p:txBody>
      </p:sp>
    </p:spTree>
    <p:extLst>
      <p:ext uri="{BB962C8B-B14F-4D97-AF65-F5344CB8AC3E}">
        <p14:creationId xmlns:p14="http://schemas.microsoft.com/office/powerpoint/2010/main" val="357604270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1E4DD5-3C38-4827-AB4F-42425E336D5A}"/>
              </a:ext>
            </a:extLst>
          </p:cNvPr>
          <p:cNvSpPr>
            <a:spLocks noGrp="1"/>
          </p:cNvSpPr>
          <p:nvPr>
            <p:ph type="title"/>
          </p:nvPr>
        </p:nvSpPr>
        <p:spPr/>
        <p:txBody>
          <a:bodyPr anchor="b"/>
          <a:lstStyle>
            <a:lvl1pPr>
              <a:defRPr/>
            </a:lvl1pPr>
          </a:lstStyle>
          <a:p>
            <a:r>
              <a:rPr lang="de-DE"/>
              <a:t>Mastertitelformat bearbeiten</a:t>
            </a:r>
            <a:endParaRPr lang="en-US"/>
          </a:p>
        </p:txBody>
      </p:sp>
      <p:sp>
        <p:nvSpPr>
          <p:cNvPr id="3" name="Datumsplatzhalter 2">
            <a:extLst>
              <a:ext uri="{FF2B5EF4-FFF2-40B4-BE49-F238E27FC236}">
                <a16:creationId xmlns:a16="http://schemas.microsoft.com/office/drawing/2014/main" id="{105C2E51-7D0B-4A4D-8DC1-79065BA725FE}"/>
              </a:ext>
            </a:extLst>
          </p:cNvPr>
          <p:cNvSpPr>
            <a:spLocks noGrp="1"/>
          </p:cNvSpPr>
          <p:nvPr>
            <p:ph type="dt" sz="half" idx="10"/>
          </p:nvPr>
        </p:nvSpPr>
        <p:spPr/>
        <p:txBody>
          <a:bodyPr/>
          <a:lstStyle>
            <a:lvl1pPr>
              <a:defRPr>
                <a:solidFill>
                  <a:schemeClr val="accent2"/>
                </a:solidFill>
              </a:defRPr>
            </a:lvl1pPr>
          </a:lstStyle>
          <a:p>
            <a:fld id="{0547145B-5C78-453B-8533-94D825398551}" type="datetime1">
              <a:rPr lang="de-DE" smtClean="0"/>
              <a:pPr/>
              <a:t>19.10.26</a:t>
            </a:fld>
            <a:endParaRPr lang="en-US"/>
          </a:p>
        </p:txBody>
      </p:sp>
      <p:sp>
        <p:nvSpPr>
          <p:cNvPr id="5" name="Foliennummernplatzhalter 4">
            <a:extLst>
              <a:ext uri="{FF2B5EF4-FFF2-40B4-BE49-F238E27FC236}">
                <a16:creationId xmlns:a16="http://schemas.microsoft.com/office/drawing/2014/main" id="{EF1DBF68-B110-47AE-81D0-1A1BB377BEAF}"/>
              </a:ext>
            </a:extLst>
          </p:cNvPr>
          <p:cNvSpPr>
            <a:spLocks noGrp="1"/>
          </p:cNvSpPr>
          <p:nvPr>
            <p:ph type="sldNum" sz="quarter" idx="12"/>
          </p:nvPr>
        </p:nvSpPr>
        <p:spPr/>
        <p:txBody>
          <a:bodyPr/>
          <a:lstStyle>
            <a:lvl1pPr>
              <a:defRPr>
                <a:solidFill>
                  <a:schemeClr val="accent2"/>
                </a:solidFill>
              </a:defRPr>
            </a:lvl1pPr>
          </a:lstStyle>
          <a:p>
            <a:fld id="{64647E8F-5052-4581-98D0-7C32D5A45346}" type="slidenum">
              <a:rPr lang="en-US" smtClean="0"/>
              <a:pPr/>
              <a:t>‹#›</a:t>
            </a:fld>
            <a:endParaRPr lang="en-US"/>
          </a:p>
        </p:txBody>
      </p:sp>
      <p:sp>
        <p:nvSpPr>
          <p:cNvPr id="9" name="Inhaltsplatzhalter 8">
            <a:extLst>
              <a:ext uri="{FF2B5EF4-FFF2-40B4-BE49-F238E27FC236}">
                <a16:creationId xmlns:a16="http://schemas.microsoft.com/office/drawing/2014/main" id="{A51D4E8B-9169-4CED-9B68-4105C736C8F6}"/>
              </a:ext>
            </a:extLst>
          </p:cNvPr>
          <p:cNvSpPr>
            <a:spLocks noGrp="1"/>
          </p:cNvSpPr>
          <p:nvPr>
            <p:ph sz="quarter" idx="13"/>
          </p:nvPr>
        </p:nvSpPr>
        <p:spPr>
          <a:xfrm>
            <a:off x="550801" y="1449388"/>
            <a:ext cx="11088000" cy="45005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Rechteck 5">
            <a:extLst>
              <a:ext uri="{FF2B5EF4-FFF2-40B4-BE49-F238E27FC236}">
                <a16:creationId xmlns:a16="http://schemas.microsoft.com/office/drawing/2014/main" id="{AF3122D6-4BDB-48DE-A4AE-F43CC58711CC}"/>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Inhaltsplatzhalter 7">
            <a:extLst>
              <a:ext uri="{FF2B5EF4-FFF2-40B4-BE49-F238E27FC236}">
                <a16:creationId xmlns:a16="http://schemas.microsoft.com/office/drawing/2014/main" id="{6422D8EC-C3CA-413D-B435-E23AABA20096}"/>
              </a:ext>
            </a:extLst>
          </p:cNvPr>
          <p:cNvSpPr>
            <a:spLocks noGrp="1"/>
          </p:cNvSpPr>
          <p:nvPr>
            <p:ph sz="quarter" idx="17" hasCustomPrompt="1"/>
          </p:nvPr>
        </p:nvSpPr>
        <p:spPr>
          <a:xfrm>
            <a:off x="552000" y="6309000"/>
            <a:ext cx="11088000" cy="144006"/>
          </a:xfrm>
        </p:spPr>
        <p:txBody>
          <a:bodyPr anchor="b"/>
          <a:lstStyle>
            <a:lvl1pPr marL="0" indent="0" algn="r">
              <a:buNone/>
              <a:defRPr sz="1050" i="1">
                <a:solidFill>
                  <a:schemeClr val="accent3"/>
                </a:solidFill>
              </a:defRPr>
            </a:lvl1pPr>
            <a:lvl2pPr>
              <a:defRPr sz="1050">
                <a:solidFill>
                  <a:schemeClr val="accent2"/>
                </a:solidFill>
              </a:defRPr>
            </a:lvl2pPr>
            <a:lvl3pPr>
              <a:defRPr sz="1000">
                <a:solidFill>
                  <a:schemeClr val="accent2"/>
                </a:solidFill>
              </a:defRPr>
            </a:lvl3pPr>
          </a:lstStyle>
          <a:p>
            <a:pPr lvl="0"/>
            <a:r>
              <a:rPr lang="de-DE"/>
              <a:t>Quelle(n): Lorem ipsum dolor sit amet</a:t>
            </a:r>
          </a:p>
        </p:txBody>
      </p:sp>
      <p:sp>
        <p:nvSpPr>
          <p:cNvPr id="7" name="Fußzeilenplatzhalter 12">
            <a:extLst>
              <a:ext uri="{FF2B5EF4-FFF2-40B4-BE49-F238E27FC236}">
                <a16:creationId xmlns:a16="http://schemas.microsoft.com/office/drawing/2014/main" id="{6DF18267-1ADC-4282-E81E-514E5AF9DC25}"/>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915391413"/>
      </p:ext>
    </p:extLst>
  </p:cSld>
  <p:clrMapOvr>
    <a:masterClrMapping/>
  </p:clrMapOvr>
  <p:extLst>
    <p:ext uri="{DCECCB84-F9BA-43D5-87BE-67443E8EF086}">
      <p15:sldGuideLst xmlns:p15="http://schemas.microsoft.com/office/powerpoint/2012/main">
        <p15:guide id="1" orient="horz" pos="3748"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nhalt_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FAA6B5-141F-44B5-A6D7-591287D25944}"/>
              </a:ext>
            </a:extLst>
          </p:cNvPr>
          <p:cNvSpPr>
            <a:spLocks noGrp="1"/>
          </p:cNvSpPr>
          <p:nvPr>
            <p:ph type="title" hasCustomPrompt="1"/>
          </p:nvPr>
        </p:nvSpPr>
        <p:spPr/>
        <p:txBody>
          <a:bodyPr/>
          <a:lstStyle>
            <a:lvl1pPr>
              <a:defRPr/>
            </a:lvl1pPr>
          </a:lstStyle>
          <a:p>
            <a:r>
              <a:rPr lang="de-DE" err="1"/>
              <a:t>Inhalt_Inhalt</a:t>
            </a:r>
            <a:endParaRPr lang="en-US"/>
          </a:p>
        </p:txBody>
      </p:sp>
      <p:sp>
        <p:nvSpPr>
          <p:cNvPr id="3" name="Datumsplatzhalter 2">
            <a:extLst>
              <a:ext uri="{FF2B5EF4-FFF2-40B4-BE49-F238E27FC236}">
                <a16:creationId xmlns:a16="http://schemas.microsoft.com/office/drawing/2014/main" id="{EC9A54B5-3EC0-4E62-8E65-8B53A9175ED7}"/>
              </a:ext>
            </a:extLst>
          </p:cNvPr>
          <p:cNvSpPr>
            <a:spLocks noGrp="1"/>
          </p:cNvSpPr>
          <p:nvPr>
            <p:ph type="dt" sz="half" idx="10"/>
          </p:nvPr>
        </p:nvSpPr>
        <p:spPr/>
        <p:txBody>
          <a:bodyPr/>
          <a:lstStyle/>
          <a:p>
            <a:fld id="{C1D2C08C-DA7A-4754-B684-07D584E2BA56}" type="datetime1">
              <a:rPr lang="de-DE" smtClean="0"/>
              <a:t>19.10.26</a:t>
            </a:fld>
            <a:endParaRPr lang="en-US" dirty="0"/>
          </a:p>
        </p:txBody>
      </p:sp>
      <p:sp>
        <p:nvSpPr>
          <p:cNvPr id="5" name="Foliennummernplatzhalter 4">
            <a:extLst>
              <a:ext uri="{FF2B5EF4-FFF2-40B4-BE49-F238E27FC236}">
                <a16:creationId xmlns:a16="http://schemas.microsoft.com/office/drawing/2014/main" id="{986950EE-5D2D-4DBE-B2BC-428939E6EAC4}"/>
              </a:ext>
            </a:extLst>
          </p:cNvPr>
          <p:cNvSpPr>
            <a:spLocks noGrp="1"/>
          </p:cNvSpPr>
          <p:nvPr>
            <p:ph type="sldNum" sz="quarter" idx="12"/>
          </p:nvPr>
        </p:nvSpPr>
        <p:spPr>
          <a:xfrm>
            <a:off x="11334063" y="6584720"/>
            <a:ext cx="304800" cy="139606"/>
          </a:xfrm>
        </p:spPr>
        <p:txBody>
          <a:bodyPr/>
          <a:lstStyle/>
          <a:p>
            <a:fld id="{64647E8F-5052-4581-98D0-7C32D5A45346}" type="slidenum">
              <a:rPr lang="en-US" smtClean="0"/>
              <a:pPr/>
              <a:t>‹#›</a:t>
            </a:fld>
            <a:endParaRPr lang="en-US"/>
          </a:p>
        </p:txBody>
      </p:sp>
      <p:sp>
        <p:nvSpPr>
          <p:cNvPr id="8" name="Inhaltsplatzhalter 7">
            <a:extLst>
              <a:ext uri="{FF2B5EF4-FFF2-40B4-BE49-F238E27FC236}">
                <a16:creationId xmlns:a16="http://schemas.microsoft.com/office/drawing/2014/main" id="{9463866B-AFBB-4230-8C80-95837FE8A2EE}"/>
              </a:ext>
            </a:extLst>
          </p:cNvPr>
          <p:cNvSpPr>
            <a:spLocks noGrp="1"/>
          </p:cNvSpPr>
          <p:nvPr>
            <p:ph sz="quarter" idx="15"/>
          </p:nvPr>
        </p:nvSpPr>
        <p:spPr>
          <a:xfrm>
            <a:off x="550800" y="1449388"/>
            <a:ext cx="5315369" cy="450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9" name="Inhaltsplatzhalter 7">
            <a:extLst>
              <a:ext uri="{FF2B5EF4-FFF2-40B4-BE49-F238E27FC236}">
                <a16:creationId xmlns:a16="http://schemas.microsoft.com/office/drawing/2014/main" id="{CD8ACB48-ECD1-4E0E-9176-B1015FF608CD}"/>
              </a:ext>
            </a:extLst>
          </p:cNvPr>
          <p:cNvSpPr>
            <a:spLocks noGrp="1"/>
          </p:cNvSpPr>
          <p:nvPr>
            <p:ph sz="quarter" idx="16"/>
          </p:nvPr>
        </p:nvSpPr>
        <p:spPr>
          <a:xfrm>
            <a:off x="6322566" y="1449388"/>
            <a:ext cx="5316297" cy="450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Rechteck 10">
            <a:extLst>
              <a:ext uri="{FF2B5EF4-FFF2-40B4-BE49-F238E27FC236}">
                <a16:creationId xmlns:a16="http://schemas.microsoft.com/office/drawing/2014/main" id="{E66560C2-5920-4C2E-BC72-15DF7369FF9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Inhaltsplatzhalter 7">
            <a:extLst>
              <a:ext uri="{FF2B5EF4-FFF2-40B4-BE49-F238E27FC236}">
                <a16:creationId xmlns:a16="http://schemas.microsoft.com/office/drawing/2014/main" id="{F58655A5-70C7-4367-AAA1-B83A6CE9116A}"/>
              </a:ext>
            </a:extLst>
          </p:cNvPr>
          <p:cNvSpPr>
            <a:spLocks noGrp="1"/>
          </p:cNvSpPr>
          <p:nvPr>
            <p:ph sz="quarter" idx="17" hasCustomPrompt="1"/>
          </p:nvPr>
        </p:nvSpPr>
        <p:spPr>
          <a:xfrm>
            <a:off x="6322800" y="6309000"/>
            <a:ext cx="5315369" cy="144000"/>
          </a:xfrm>
        </p:spPr>
        <p:txBody>
          <a:bodyPr anchor="b"/>
          <a:lstStyle>
            <a:lvl1pPr marL="0" indent="0" algn="r">
              <a:buNone/>
              <a:defRPr sz="1050" i="1">
                <a:solidFill>
                  <a:schemeClr val="accent3"/>
                </a:solidFill>
              </a:defRPr>
            </a:lvl1pPr>
            <a:lvl2pPr>
              <a:defRPr sz="1050">
                <a:solidFill>
                  <a:schemeClr val="accent2"/>
                </a:solidFill>
              </a:defRPr>
            </a:lvl2pPr>
            <a:lvl3pPr>
              <a:defRPr sz="1000">
                <a:solidFill>
                  <a:schemeClr val="accent2"/>
                </a:solidFill>
              </a:defRPr>
            </a:lvl3pPr>
          </a:lstStyle>
          <a:p>
            <a:pPr lvl="0"/>
            <a:r>
              <a:rPr lang="de-DE"/>
              <a:t>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13" name="Inhaltsplatzhalter 7">
            <a:extLst>
              <a:ext uri="{FF2B5EF4-FFF2-40B4-BE49-F238E27FC236}">
                <a16:creationId xmlns:a16="http://schemas.microsoft.com/office/drawing/2014/main" id="{7D76AA35-8DAB-4C1E-90FE-82769E26E26E}"/>
              </a:ext>
            </a:extLst>
          </p:cNvPr>
          <p:cNvSpPr>
            <a:spLocks noGrp="1"/>
          </p:cNvSpPr>
          <p:nvPr>
            <p:ph sz="quarter" idx="18" hasCustomPrompt="1"/>
          </p:nvPr>
        </p:nvSpPr>
        <p:spPr>
          <a:xfrm>
            <a:off x="550800" y="6309000"/>
            <a:ext cx="5315369" cy="144007"/>
          </a:xfrm>
        </p:spPr>
        <p:txBody>
          <a:bodyPr anchor="b"/>
          <a:lstStyle>
            <a:lvl1pPr marL="0" indent="0" algn="r">
              <a:buNone/>
              <a:defRPr sz="1050" i="1">
                <a:solidFill>
                  <a:schemeClr val="accent3"/>
                </a:solidFill>
              </a:defRPr>
            </a:lvl1pPr>
            <a:lvl2pPr>
              <a:defRPr sz="1050">
                <a:solidFill>
                  <a:schemeClr val="accent2"/>
                </a:solidFill>
              </a:defRPr>
            </a:lvl2pPr>
            <a:lvl3pPr>
              <a:defRPr sz="1000">
                <a:solidFill>
                  <a:schemeClr val="accent2"/>
                </a:solidFill>
              </a:defRPr>
            </a:lvl3pPr>
          </a:lstStyle>
          <a:p>
            <a:pPr lvl="0"/>
            <a:r>
              <a:rPr lang="de-DE" dirty="0"/>
              <a:t>Quelle(n):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endParaRPr lang="de-DE" dirty="0"/>
          </a:p>
        </p:txBody>
      </p:sp>
      <p:sp>
        <p:nvSpPr>
          <p:cNvPr id="6" name="Fußzeilenplatzhalter 12">
            <a:extLst>
              <a:ext uri="{FF2B5EF4-FFF2-40B4-BE49-F238E27FC236}">
                <a16:creationId xmlns:a16="http://schemas.microsoft.com/office/drawing/2014/main" id="{FE363674-4EFD-95F7-26F0-D65402352347}"/>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2267969183"/>
      </p:ext>
    </p:extLst>
  </p:cSld>
  <p:clrMapOvr>
    <a:masterClrMapping/>
  </p:clrMapOvr>
  <p:extLst>
    <p:ext uri="{DCECCB84-F9BA-43D5-87BE-67443E8EF086}">
      <p15:sldGuideLst xmlns:p15="http://schemas.microsoft.com/office/powerpoint/2012/main">
        <p15:guide id="1" orient="horz" pos="3748"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halt_Bild_2/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FAA6B5-141F-44B5-A6D7-591287D25944}"/>
              </a:ext>
            </a:extLst>
          </p:cNvPr>
          <p:cNvSpPr>
            <a:spLocks noGrp="1"/>
          </p:cNvSpPr>
          <p:nvPr>
            <p:ph type="title" hasCustomPrompt="1"/>
          </p:nvPr>
        </p:nvSpPr>
        <p:spPr/>
        <p:txBody>
          <a:bodyPr/>
          <a:lstStyle>
            <a:lvl1pPr>
              <a:defRPr/>
            </a:lvl1pPr>
          </a:lstStyle>
          <a:p>
            <a:r>
              <a:rPr lang="de-DE"/>
              <a:t>Inhalt_Bild_2/3</a:t>
            </a:r>
            <a:endParaRPr lang="en-US"/>
          </a:p>
        </p:txBody>
      </p:sp>
      <p:sp>
        <p:nvSpPr>
          <p:cNvPr id="3" name="Datumsplatzhalter 2">
            <a:extLst>
              <a:ext uri="{FF2B5EF4-FFF2-40B4-BE49-F238E27FC236}">
                <a16:creationId xmlns:a16="http://schemas.microsoft.com/office/drawing/2014/main" id="{EC9A54B5-3EC0-4E62-8E65-8B53A9175ED7}"/>
              </a:ext>
            </a:extLst>
          </p:cNvPr>
          <p:cNvSpPr>
            <a:spLocks noGrp="1"/>
          </p:cNvSpPr>
          <p:nvPr>
            <p:ph type="dt" sz="half" idx="10"/>
          </p:nvPr>
        </p:nvSpPr>
        <p:spPr/>
        <p:txBody>
          <a:bodyPr/>
          <a:lstStyle/>
          <a:p>
            <a:fld id="{7F161672-9DDC-4DBA-9E1D-0A5D5CB072C3}" type="datetime1">
              <a:rPr lang="de-DE" smtClean="0"/>
              <a:t>19.10.26</a:t>
            </a:fld>
            <a:endParaRPr lang="en-US"/>
          </a:p>
        </p:txBody>
      </p:sp>
      <p:sp>
        <p:nvSpPr>
          <p:cNvPr id="5" name="Foliennummernplatzhalter 4">
            <a:extLst>
              <a:ext uri="{FF2B5EF4-FFF2-40B4-BE49-F238E27FC236}">
                <a16:creationId xmlns:a16="http://schemas.microsoft.com/office/drawing/2014/main" id="{986950EE-5D2D-4DBE-B2BC-428939E6EAC4}"/>
              </a:ext>
            </a:extLst>
          </p:cNvPr>
          <p:cNvSpPr>
            <a:spLocks noGrp="1"/>
          </p:cNvSpPr>
          <p:nvPr>
            <p:ph type="sldNum" sz="quarter" idx="12"/>
          </p:nvPr>
        </p:nvSpPr>
        <p:spPr>
          <a:xfrm>
            <a:off x="11334063" y="6584720"/>
            <a:ext cx="304800" cy="139606"/>
          </a:xfrm>
        </p:spPr>
        <p:txBody>
          <a:bodyPr/>
          <a:lstStyle/>
          <a:p>
            <a:fld id="{64647E8F-5052-4581-98D0-7C32D5A45346}" type="slidenum">
              <a:rPr lang="en-US" smtClean="0"/>
              <a:pPr/>
              <a:t>‹#›</a:t>
            </a:fld>
            <a:endParaRPr lang="en-US"/>
          </a:p>
        </p:txBody>
      </p:sp>
      <p:sp>
        <p:nvSpPr>
          <p:cNvPr id="8" name="Inhaltsplatzhalter 7">
            <a:extLst>
              <a:ext uri="{FF2B5EF4-FFF2-40B4-BE49-F238E27FC236}">
                <a16:creationId xmlns:a16="http://schemas.microsoft.com/office/drawing/2014/main" id="{9463866B-AFBB-4230-8C80-95837FE8A2EE}"/>
              </a:ext>
            </a:extLst>
          </p:cNvPr>
          <p:cNvSpPr>
            <a:spLocks noGrp="1"/>
          </p:cNvSpPr>
          <p:nvPr>
            <p:ph sz="quarter" idx="15"/>
          </p:nvPr>
        </p:nvSpPr>
        <p:spPr>
          <a:xfrm>
            <a:off x="550800" y="1449386"/>
            <a:ext cx="7178400" cy="450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Rechteck 10">
            <a:extLst>
              <a:ext uri="{FF2B5EF4-FFF2-40B4-BE49-F238E27FC236}">
                <a16:creationId xmlns:a16="http://schemas.microsoft.com/office/drawing/2014/main" id="{E66560C2-5920-4C2E-BC72-15DF7369FF9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Bildplatzhalter 11">
            <a:extLst>
              <a:ext uri="{FF2B5EF4-FFF2-40B4-BE49-F238E27FC236}">
                <a16:creationId xmlns:a16="http://schemas.microsoft.com/office/drawing/2014/main" id="{DCFAE809-57E6-4701-9CEE-97722EB9BA3B}"/>
              </a:ext>
            </a:extLst>
          </p:cNvPr>
          <p:cNvSpPr>
            <a:spLocks noGrp="1"/>
          </p:cNvSpPr>
          <p:nvPr>
            <p:ph type="pic" sz="quarter" idx="16" hasCustomPrompt="1"/>
          </p:nvPr>
        </p:nvSpPr>
        <p:spPr>
          <a:xfrm>
            <a:off x="8182509" y="1449386"/>
            <a:ext cx="3456354" cy="4500000"/>
          </a:xfrm>
          <a:solidFill>
            <a:schemeClr val="tx2">
              <a:alpha val="30000"/>
            </a:schemeClr>
          </a:solidFill>
        </p:spPr>
        <p:txBody>
          <a:bodyPr/>
          <a:lstStyle>
            <a:lvl1pPr marL="0" indent="0">
              <a:buNone/>
              <a:defRPr>
                <a:solidFill>
                  <a:srgbClr val="B2C5D9"/>
                </a:solidFill>
              </a:defRPr>
            </a:lvl1pPr>
          </a:lstStyle>
          <a:p>
            <a:r>
              <a:rPr lang="de-DE"/>
              <a:t> </a:t>
            </a:r>
            <a:endParaRPr lang="en-US"/>
          </a:p>
        </p:txBody>
      </p:sp>
      <p:sp>
        <p:nvSpPr>
          <p:cNvPr id="9" name="Inhaltsplatzhalter 7">
            <a:extLst>
              <a:ext uri="{FF2B5EF4-FFF2-40B4-BE49-F238E27FC236}">
                <a16:creationId xmlns:a16="http://schemas.microsoft.com/office/drawing/2014/main" id="{F9A99E4D-0B5F-4760-9338-D404BD1D1832}"/>
              </a:ext>
            </a:extLst>
          </p:cNvPr>
          <p:cNvSpPr>
            <a:spLocks noGrp="1"/>
          </p:cNvSpPr>
          <p:nvPr>
            <p:ph sz="quarter" idx="17" hasCustomPrompt="1"/>
          </p:nvPr>
        </p:nvSpPr>
        <p:spPr>
          <a:xfrm>
            <a:off x="8182509" y="6309000"/>
            <a:ext cx="3456354" cy="144006"/>
          </a:xfrm>
        </p:spPr>
        <p:txBody>
          <a:bodyPr anchor="b"/>
          <a:lstStyle>
            <a:lvl1pPr marL="0" indent="0" algn="r">
              <a:buNone/>
              <a:defRPr sz="1050" i="1">
                <a:solidFill>
                  <a:schemeClr val="accent3"/>
                </a:solidFill>
              </a:defRPr>
            </a:lvl1pPr>
            <a:lvl2pPr>
              <a:defRPr sz="1050">
                <a:solidFill>
                  <a:schemeClr val="accent2"/>
                </a:solidFill>
              </a:defRPr>
            </a:lvl2pPr>
            <a:lvl3pPr>
              <a:defRPr sz="1000">
                <a:solidFill>
                  <a:schemeClr val="accent2"/>
                </a:solidFill>
              </a:defRPr>
            </a:lvl3pPr>
          </a:lstStyle>
          <a:p>
            <a:pPr lvl="0"/>
            <a:r>
              <a:rPr lang="de-DE"/>
              <a:t>Bildquelle(n):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14" name="Inhaltsplatzhalter 7">
            <a:extLst>
              <a:ext uri="{FF2B5EF4-FFF2-40B4-BE49-F238E27FC236}">
                <a16:creationId xmlns:a16="http://schemas.microsoft.com/office/drawing/2014/main" id="{A651BD4C-A6A4-4605-B101-327106CF2B89}"/>
              </a:ext>
            </a:extLst>
          </p:cNvPr>
          <p:cNvSpPr>
            <a:spLocks noGrp="1"/>
          </p:cNvSpPr>
          <p:nvPr>
            <p:ph sz="quarter" idx="18" hasCustomPrompt="1"/>
          </p:nvPr>
        </p:nvSpPr>
        <p:spPr>
          <a:xfrm>
            <a:off x="550800" y="6309000"/>
            <a:ext cx="7178400" cy="144000"/>
          </a:xfrm>
        </p:spPr>
        <p:txBody>
          <a:bodyPr anchor="b"/>
          <a:lstStyle>
            <a:lvl1pPr marL="0" indent="0" algn="r">
              <a:buNone/>
              <a:defRPr sz="1050" i="1">
                <a:solidFill>
                  <a:schemeClr val="accent3"/>
                </a:solidFill>
              </a:defRPr>
            </a:lvl1pPr>
            <a:lvl2pPr>
              <a:defRPr sz="1050">
                <a:solidFill>
                  <a:schemeClr val="accent2"/>
                </a:solidFill>
              </a:defRPr>
            </a:lvl2pPr>
            <a:lvl3pPr>
              <a:defRPr sz="1000">
                <a:solidFill>
                  <a:schemeClr val="accent2"/>
                </a:solidFill>
              </a:defRPr>
            </a:lvl3pPr>
          </a:lstStyle>
          <a:p>
            <a:pPr lvl="0"/>
            <a:r>
              <a:rPr lang="de-DE"/>
              <a:t>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6" name="Fußzeilenplatzhalter 12">
            <a:extLst>
              <a:ext uri="{FF2B5EF4-FFF2-40B4-BE49-F238E27FC236}">
                <a16:creationId xmlns:a16="http://schemas.microsoft.com/office/drawing/2014/main" id="{BE077083-1105-D808-DEE0-A6869462B081}"/>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2342563552"/>
      </p:ext>
    </p:extLst>
  </p:cSld>
  <p:clrMapOvr>
    <a:masterClrMapping/>
  </p:clrMapOvr>
  <p:extLst>
    <p:ext uri="{DCECCB84-F9BA-43D5-87BE-67443E8EF086}">
      <p15:sldGuideLst xmlns:p15="http://schemas.microsoft.com/office/powerpoint/2012/main">
        <p15:guide id="1" orient="horz" pos="3748"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Zentrale Aussage_Alternativ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1E4DD5-3C38-4827-AB4F-42425E336D5A}"/>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105C2E51-7D0B-4A4D-8DC1-79065BA725FE}"/>
              </a:ext>
            </a:extLst>
          </p:cNvPr>
          <p:cNvSpPr>
            <a:spLocks noGrp="1"/>
          </p:cNvSpPr>
          <p:nvPr>
            <p:ph type="dt" sz="half" idx="10"/>
          </p:nvPr>
        </p:nvSpPr>
        <p:spPr/>
        <p:txBody>
          <a:bodyPr/>
          <a:lstStyle/>
          <a:p>
            <a:fld id="{5CBECAC2-2415-4594-BD03-5F8B9F45957C}" type="datetime1">
              <a:rPr lang="de-DE" smtClean="0"/>
              <a:t>19.10.26</a:t>
            </a:fld>
            <a:endParaRPr lang="en-US"/>
          </a:p>
        </p:txBody>
      </p:sp>
      <p:sp>
        <p:nvSpPr>
          <p:cNvPr id="5" name="Foliennummernplatzhalter 4">
            <a:extLst>
              <a:ext uri="{FF2B5EF4-FFF2-40B4-BE49-F238E27FC236}">
                <a16:creationId xmlns:a16="http://schemas.microsoft.com/office/drawing/2014/main" id="{EF1DBF68-B110-47AE-81D0-1A1BB377BEAF}"/>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9" name="Inhaltsplatzhalter 8">
            <a:extLst>
              <a:ext uri="{FF2B5EF4-FFF2-40B4-BE49-F238E27FC236}">
                <a16:creationId xmlns:a16="http://schemas.microsoft.com/office/drawing/2014/main" id="{A51D4E8B-9169-4CED-9B68-4105C736C8F6}"/>
              </a:ext>
            </a:extLst>
          </p:cNvPr>
          <p:cNvSpPr>
            <a:spLocks noGrp="1"/>
          </p:cNvSpPr>
          <p:nvPr>
            <p:ph sz="quarter" idx="13"/>
          </p:nvPr>
        </p:nvSpPr>
        <p:spPr>
          <a:xfrm>
            <a:off x="550800" y="1449389"/>
            <a:ext cx="11088000" cy="335131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Rechteck 5">
            <a:extLst>
              <a:ext uri="{FF2B5EF4-FFF2-40B4-BE49-F238E27FC236}">
                <a16:creationId xmlns:a16="http://schemas.microsoft.com/office/drawing/2014/main" id="{AF3122D6-4BDB-48DE-A4AE-F43CC58711CC}"/>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Textplatzhalter 14">
            <a:extLst>
              <a:ext uri="{FF2B5EF4-FFF2-40B4-BE49-F238E27FC236}">
                <a16:creationId xmlns:a16="http://schemas.microsoft.com/office/drawing/2014/main" id="{478AF313-00DB-484C-B8F3-CA93B007BA91}"/>
              </a:ext>
            </a:extLst>
          </p:cNvPr>
          <p:cNvSpPr>
            <a:spLocks noGrp="1"/>
          </p:cNvSpPr>
          <p:nvPr>
            <p:ph type="body" sz="quarter" idx="14"/>
          </p:nvPr>
        </p:nvSpPr>
        <p:spPr>
          <a:xfrm>
            <a:off x="550800" y="5265138"/>
            <a:ext cx="11088000" cy="936625"/>
          </a:xfrm>
          <a:solidFill>
            <a:schemeClr val="bg1"/>
          </a:solidFill>
          <a:effectLst>
            <a:outerShdw blurRad="63500" algn="ctr" rotWithShape="0">
              <a:prstClr val="black">
                <a:alpha val="40000"/>
              </a:prstClr>
            </a:outerShdw>
          </a:effectLst>
        </p:spPr>
        <p:txBody>
          <a:bodyPr lIns="432000" tIns="108000" rIns="180000" bIns="108000" anchor="ctr"/>
          <a:lstStyle>
            <a:lvl1pPr marL="0" indent="0">
              <a:buNone/>
              <a:defRPr/>
            </a:lvl1pPr>
          </a:lstStyle>
          <a:p>
            <a:pPr lvl="0"/>
            <a:endParaRPr lang="en-US"/>
          </a:p>
        </p:txBody>
      </p:sp>
      <p:sp>
        <p:nvSpPr>
          <p:cNvPr id="11" name="Textplatzhalter 14">
            <a:extLst>
              <a:ext uri="{FF2B5EF4-FFF2-40B4-BE49-F238E27FC236}">
                <a16:creationId xmlns:a16="http://schemas.microsoft.com/office/drawing/2014/main" id="{F8754C95-D129-476E-91CD-21BBFE8673FB}"/>
              </a:ext>
            </a:extLst>
          </p:cNvPr>
          <p:cNvSpPr>
            <a:spLocks noGrp="1"/>
          </p:cNvSpPr>
          <p:nvPr>
            <p:ph type="body" sz="quarter" idx="16" hasCustomPrompt="1"/>
          </p:nvPr>
        </p:nvSpPr>
        <p:spPr>
          <a:xfrm>
            <a:off x="550800" y="5265138"/>
            <a:ext cx="232507" cy="936625"/>
          </a:xfrm>
          <a:prstGeom prst="homePlate">
            <a:avLst>
              <a:gd name="adj" fmla="val 100000"/>
            </a:avLst>
          </a:prstGeom>
          <a:solidFill>
            <a:schemeClr val="tx2"/>
          </a:solidFill>
          <a:effectLst/>
        </p:spPr>
        <p:txBody>
          <a:bodyPr lIns="972000" tIns="108000" rIns="180000" bIns="108000" anchor="ctr"/>
          <a:lstStyle>
            <a:lvl1pPr marL="0" indent="0">
              <a:buNone/>
              <a:defRPr/>
            </a:lvl1pPr>
          </a:lstStyle>
          <a:p>
            <a:pPr lvl="0"/>
            <a:r>
              <a:rPr lang="de-DE"/>
              <a:t> </a:t>
            </a:r>
            <a:endParaRPr lang="en-US"/>
          </a:p>
        </p:txBody>
      </p:sp>
      <p:sp>
        <p:nvSpPr>
          <p:cNvPr id="13" name="Inhaltsplatzhalter 7">
            <a:extLst>
              <a:ext uri="{FF2B5EF4-FFF2-40B4-BE49-F238E27FC236}">
                <a16:creationId xmlns:a16="http://schemas.microsoft.com/office/drawing/2014/main" id="{F2DD5413-F8F9-4B27-8EAE-532F4873EAFF}"/>
              </a:ext>
            </a:extLst>
          </p:cNvPr>
          <p:cNvSpPr>
            <a:spLocks noGrp="1"/>
          </p:cNvSpPr>
          <p:nvPr>
            <p:ph sz="quarter" idx="19" hasCustomPrompt="1"/>
          </p:nvPr>
        </p:nvSpPr>
        <p:spPr>
          <a:xfrm>
            <a:off x="550801" y="4961418"/>
            <a:ext cx="11088000" cy="144000"/>
          </a:xfrm>
        </p:spPr>
        <p:txBody>
          <a:bodyPr anchor="b"/>
          <a:lstStyle>
            <a:lvl1pPr marL="0" indent="0" algn="r">
              <a:buNone/>
              <a:defRPr sz="1050" i="1">
                <a:solidFill>
                  <a:schemeClr val="accent3"/>
                </a:solidFill>
              </a:defRPr>
            </a:lvl1pPr>
            <a:lvl2pPr>
              <a:defRPr sz="1050">
                <a:solidFill>
                  <a:schemeClr val="accent2"/>
                </a:solidFill>
              </a:defRPr>
            </a:lvl2pPr>
            <a:lvl3pPr>
              <a:defRPr sz="1000">
                <a:solidFill>
                  <a:schemeClr val="accent2"/>
                </a:solidFill>
              </a:defRPr>
            </a:lvl3pPr>
          </a:lstStyle>
          <a:p>
            <a:pPr lvl="0"/>
            <a:r>
              <a:rPr lang="de-DE"/>
              <a:t>Quelle(n): Lorem ipsum dolor sit amet</a:t>
            </a:r>
          </a:p>
        </p:txBody>
      </p:sp>
      <p:sp>
        <p:nvSpPr>
          <p:cNvPr id="7" name="Fußzeilenplatzhalter 12">
            <a:extLst>
              <a:ext uri="{FF2B5EF4-FFF2-40B4-BE49-F238E27FC236}">
                <a16:creationId xmlns:a16="http://schemas.microsoft.com/office/drawing/2014/main" id="{F97795A7-35FC-6F6A-C1BA-9911BA883CF7}"/>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3917069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Zentrale Aussage_Zweispaltig_Alternativ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1E4DD5-3C38-4827-AB4F-42425E336D5A}"/>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105C2E51-7D0B-4A4D-8DC1-79065BA725FE}"/>
              </a:ext>
            </a:extLst>
          </p:cNvPr>
          <p:cNvSpPr>
            <a:spLocks noGrp="1"/>
          </p:cNvSpPr>
          <p:nvPr>
            <p:ph type="dt" sz="half" idx="10"/>
          </p:nvPr>
        </p:nvSpPr>
        <p:spPr/>
        <p:txBody>
          <a:bodyPr/>
          <a:lstStyle/>
          <a:p>
            <a:fld id="{489AB799-377D-42C6-B244-C9E537AA5C9F}" type="datetime1">
              <a:rPr lang="de-DE" smtClean="0"/>
              <a:t>19.10.26</a:t>
            </a:fld>
            <a:endParaRPr lang="en-US"/>
          </a:p>
        </p:txBody>
      </p:sp>
      <p:sp>
        <p:nvSpPr>
          <p:cNvPr id="5" name="Foliennummernplatzhalter 4">
            <a:extLst>
              <a:ext uri="{FF2B5EF4-FFF2-40B4-BE49-F238E27FC236}">
                <a16:creationId xmlns:a16="http://schemas.microsoft.com/office/drawing/2014/main" id="{EF1DBF68-B110-47AE-81D0-1A1BB377BEAF}"/>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9" name="Inhaltsplatzhalter 8">
            <a:extLst>
              <a:ext uri="{FF2B5EF4-FFF2-40B4-BE49-F238E27FC236}">
                <a16:creationId xmlns:a16="http://schemas.microsoft.com/office/drawing/2014/main" id="{A51D4E8B-9169-4CED-9B68-4105C736C8F6}"/>
              </a:ext>
            </a:extLst>
          </p:cNvPr>
          <p:cNvSpPr>
            <a:spLocks noGrp="1"/>
          </p:cNvSpPr>
          <p:nvPr>
            <p:ph sz="quarter" idx="13"/>
          </p:nvPr>
        </p:nvSpPr>
        <p:spPr>
          <a:xfrm>
            <a:off x="550800" y="1449389"/>
            <a:ext cx="5316412" cy="335131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Rechteck 5">
            <a:extLst>
              <a:ext uri="{FF2B5EF4-FFF2-40B4-BE49-F238E27FC236}">
                <a16:creationId xmlns:a16="http://schemas.microsoft.com/office/drawing/2014/main" id="{AF3122D6-4BDB-48DE-A4AE-F43CC58711CC}"/>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Textplatzhalter 14">
            <a:extLst>
              <a:ext uri="{FF2B5EF4-FFF2-40B4-BE49-F238E27FC236}">
                <a16:creationId xmlns:a16="http://schemas.microsoft.com/office/drawing/2014/main" id="{478AF313-00DB-484C-B8F3-CA93B007BA91}"/>
              </a:ext>
            </a:extLst>
          </p:cNvPr>
          <p:cNvSpPr>
            <a:spLocks noGrp="1"/>
          </p:cNvSpPr>
          <p:nvPr>
            <p:ph type="body" sz="quarter" idx="14"/>
          </p:nvPr>
        </p:nvSpPr>
        <p:spPr>
          <a:xfrm>
            <a:off x="550800" y="5265138"/>
            <a:ext cx="11088000" cy="936625"/>
          </a:xfrm>
          <a:solidFill>
            <a:schemeClr val="bg1"/>
          </a:solidFill>
          <a:effectLst>
            <a:outerShdw blurRad="63500" algn="ctr" rotWithShape="0">
              <a:prstClr val="black">
                <a:alpha val="40000"/>
              </a:prstClr>
            </a:outerShdw>
          </a:effectLst>
        </p:spPr>
        <p:txBody>
          <a:bodyPr lIns="432000" tIns="108000" rIns="180000" bIns="108000" anchor="ctr"/>
          <a:lstStyle>
            <a:lvl1pPr marL="0" indent="0">
              <a:buNone/>
              <a:defRPr/>
            </a:lvl1pPr>
          </a:lstStyle>
          <a:p>
            <a:pPr lvl="0"/>
            <a:endParaRPr lang="en-US"/>
          </a:p>
        </p:txBody>
      </p:sp>
      <p:sp>
        <p:nvSpPr>
          <p:cNvPr id="11" name="Inhaltsplatzhalter 8">
            <a:extLst>
              <a:ext uri="{FF2B5EF4-FFF2-40B4-BE49-F238E27FC236}">
                <a16:creationId xmlns:a16="http://schemas.microsoft.com/office/drawing/2014/main" id="{E2DF239D-7090-482E-8513-8A5EA2BAF967}"/>
              </a:ext>
            </a:extLst>
          </p:cNvPr>
          <p:cNvSpPr>
            <a:spLocks noGrp="1"/>
          </p:cNvSpPr>
          <p:nvPr>
            <p:ph sz="quarter" idx="17"/>
          </p:nvPr>
        </p:nvSpPr>
        <p:spPr>
          <a:xfrm>
            <a:off x="6321184" y="1449389"/>
            <a:ext cx="5317616" cy="335131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3" name="Textplatzhalter 14">
            <a:extLst>
              <a:ext uri="{FF2B5EF4-FFF2-40B4-BE49-F238E27FC236}">
                <a16:creationId xmlns:a16="http://schemas.microsoft.com/office/drawing/2014/main" id="{70A423CE-1ED4-49EE-B700-5F9E1A156101}"/>
              </a:ext>
            </a:extLst>
          </p:cNvPr>
          <p:cNvSpPr>
            <a:spLocks noGrp="1"/>
          </p:cNvSpPr>
          <p:nvPr>
            <p:ph type="body" sz="quarter" idx="16" hasCustomPrompt="1"/>
          </p:nvPr>
        </p:nvSpPr>
        <p:spPr>
          <a:xfrm>
            <a:off x="550800" y="5265138"/>
            <a:ext cx="232507" cy="936625"/>
          </a:xfrm>
          <a:prstGeom prst="homePlate">
            <a:avLst>
              <a:gd name="adj" fmla="val 100000"/>
            </a:avLst>
          </a:prstGeom>
          <a:solidFill>
            <a:schemeClr val="tx2"/>
          </a:solidFill>
          <a:effectLst/>
        </p:spPr>
        <p:txBody>
          <a:bodyPr lIns="972000" tIns="108000" rIns="180000" bIns="108000" anchor="ctr"/>
          <a:lstStyle>
            <a:lvl1pPr marL="0" indent="0">
              <a:buNone/>
              <a:defRPr/>
            </a:lvl1pPr>
          </a:lstStyle>
          <a:p>
            <a:pPr lvl="0"/>
            <a:r>
              <a:rPr lang="de-DE"/>
              <a:t> </a:t>
            </a:r>
            <a:endParaRPr lang="en-US"/>
          </a:p>
        </p:txBody>
      </p:sp>
      <p:sp>
        <p:nvSpPr>
          <p:cNvPr id="12" name="Inhaltsplatzhalter 7">
            <a:extLst>
              <a:ext uri="{FF2B5EF4-FFF2-40B4-BE49-F238E27FC236}">
                <a16:creationId xmlns:a16="http://schemas.microsoft.com/office/drawing/2014/main" id="{62E0870A-1650-47DB-9E5F-C4C693A08F76}"/>
              </a:ext>
            </a:extLst>
          </p:cNvPr>
          <p:cNvSpPr>
            <a:spLocks noGrp="1"/>
          </p:cNvSpPr>
          <p:nvPr>
            <p:ph sz="quarter" idx="18" hasCustomPrompt="1"/>
          </p:nvPr>
        </p:nvSpPr>
        <p:spPr>
          <a:xfrm>
            <a:off x="6323431" y="4960917"/>
            <a:ext cx="5315369" cy="144007"/>
          </a:xfrm>
        </p:spPr>
        <p:txBody>
          <a:bodyPr anchor="b"/>
          <a:lstStyle>
            <a:lvl1pPr marL="0" indent="0" algn="r">
              <a:buNone/>
              <a:defRPr sz="1050" i="1">
                <a:solidFill>
                  <a:schemeClr val="accent3"/>
                </a:solidFill>
              </a:defRPr>
            </a:lvl1pPr>
            <a:lvl2pPr>
              <a:defRPr sz="1050">
                <a:solidFill>
                  <a:schemeClr val="accent2"/>
                </a:solidFill>
              </a:defRPr>
            </a:lvl2pPr>
            <a:lvl3pPr>
              <a:defRPr sz="1000">
                <a:solidFill>
                  <a:schemeClr val="accent2"/>
                </a:solidFill>
              </a:defRPr>
            </a:lvl3pPr>
          </a:lstStyle>
          <a:p>
            <a:pPr lvl="0"/>
            <a:r>
              <a:rPr lang="de-DE"/>
              <a:t>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16" name="Inhaltsplatzhalter 7">
            <a:extLst>
              <a:ext uri="{FF2B5EF4-FFF2-40B4-BE49-F238E27FC236}">
                <a16:creationId xmlns:a16="http://schemas.microsoft.com/office/drawing/2014/main" id="{57812905-85A4-4D41-B594-9DBE67D72225}"/>
              </a:ext>
            </a:extLst>
          </p:cNvPr>
          <p:cNvSpPr>
            <a:spLocks noGrp="1"/>
          </p:cNvSpPr>
          <p:nvPr>
            <p:ph sz="quarter" idx="22" hasCustomPrompt="1"/>
          </p:nvPr>
        </p:nvSpPr>
        <p:spPr>
          <a:xfrm>
            <a:off x="550863" y="4960916"/>
            <a:ext cx="5315369" cy="144007"/>
          </a:xfrm>
        </p:spPr>
        <p:txBody>
          <a:bodyPr anchor="b"/>
          <a:lstStyle>
            <a:lvl1pPr marL="0" indent="0" algn="r">
              <a:buNone/>
              <a:defRPr sz="1050" i="1">
                <a:solidFill>
                  <a:schemeClr val="accent3"/>
                </a:solidFill>
              </a:defRPr>
            </a:lvl1pPr>
            <a:lvl2pPr>
              <a:defRPr sz="1050">
                <a:solidFill>
                  <a:schemeClr val="accent2"/>
                </a:solidFill>
              </a:defRPr>
            </a:lvl2pPr>
            <a:lvl3pPr>
              <a:defRPr sz="1000">
                <a:solidFill>
                  <a:schemeClr val="accent2"/>
                </a:solidFill>
              </a:defRPr>
            </a:lvl3pPr>
          </a:lstStyle>
          <a:p>
            <a:pPr lvl="0"/>
            <a:r>
              <a:rPr lang="de-DE"/>
              <a:t>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7" name="Fußzeilenplatzhalter 12">
            <a:extLst>
              <a:ext uri="{FF2B5EF4-FFF2-40B4-BE49-F238E27FC236}">
                <a16:creationId xmlns:a16="http://schemas.microsoft.com/office/drawing/2014/main" id="{FDF3AF7E-7419-DC02-E005-B7493641E822}"/>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38504750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ld_Inhalt_1/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FAA6B5-141F-44B5-A6D7-591287D25944}"/>
              </a:ext>
            </a:extLst>
          </p:cNvPr>
          <p:cNvSpPr>
            <a:spLocks noGrp="1"/>
          </p:cNvSpPr>
          <p:nvPr>
            <p:ph type="title" hasCustomPrompt="1"/>
          </p:nvPr>
        </p:nvSpPr>
        <p:spPr/>
        <p:txBody>
          <a:bodyPr/>
          <a:lstStyle>
            <a:lvl1pPr>
              <a:defRPr/>
            </a:lvl1pPr>
          </a:lstStyle>
          <a:p>
            <a:r>
              <a:rPr lang="de-DE"/>
              <a:t>Bild_Inhalt_1/3</a:t>
            </a:r>
            <a:endParaRPr lang="en-US"/>
          </a:p>
        </p:txBody>
      </p:sp>
      <p:sp>
        <p:nvSpPr>
          <p:cNvPr id="3" name="Datumsplatzhalter 2">
            <a:extLst>
              <a:ext uri="{FF2B5EF4-FFF2-40B4-BE49-F238E27FC236}">
                <a16:creationId xmlns:a16="http://schemas.microsoft.com/office/drawing/2014/main" id="{EC9A54B5-3EC0-4E62-8E65-8B53A9175ED7}"/>
              </a:ext>
            </a:extLst>
          </p:cNvPr>
          <p:cNvSpPr>
            <a:spLocks noGrp="1"/>
          </p:cNvSpPr>
          <p:nvPr>
            <p:ph type="dt" sz="half" idx="10"/>
          </p:nvPr>
        </p:nvSpPr>
        <p:spPr/>
        <p:txBody>
          <a:bodyPr/>
          <a:lstStyle/>
          <a:p>
            <a:fld id="{FDDD725A-B4DA-4BA8-A456-FDB424F90FC2}" type="datetime1">
              <a:rPr lang="de-DE" smtClean="0"/>
              <a:t>19.10.26</a:t>
            </a:fld>
            <a:endParaRPr lang="en-US"/>
          </a:p>
        </p:txBody>
      </p:sp>
      <p:sp>
        <p:nvSpPr>
          <p:cNvPr id="5" name="Foliennummernplatzhalter 4">
            <a:extLst>
              <a:ext uri="{FF2B5EF4-FFF2-40B4-BE49-F238E27FC236}">
                <a16:creationId xmlns:a16="http://schemas.microsoft.com/office/drawing/2014/main" id="{986950EE-5D2D-4DBE-B2BC-428939E6EAC4}"/>
              </a:ext>
            </a:extLst>
          </p:cNvPr>
          <p:cNvSpPr>
            <a:spLocks noGrp="1"/>
          </p:cNvSpPr>
          <p:nvPr>
            <p:ph type="sldNum" sz="quarter" idx="12"/>
          </p:nvPr>
        </p:nvSpPr>
        <p:spPr>
          <a:xfrm>
            <a:off x="11334063" y="6584720"/>
            <a:ext cx="304800" cy="139606"/>
          </a:xfrm>
        </p:spPr>
        <p:txBody>
          <a:bodyPr/>
          <a:lstStyle/>
          <a:p>
            <a:fld id="{64647E8F-5052-4581-98D0-7C32D5A45346}" type="slidenum">
              <a:rPr lang="en-US" smtClean="0"/>
              <a:pPr/>
              <a:t>‹#›</a:t>
            </a:fld>
            <a:endParaRPr lang="en-US"/>
          </a:p>
        </p:txBody>
      </p:sp>
      <p:sp>
        <p:nvSpPr>
          <p:cNvPr id="8" name="Inhaltsplatzhalter 7">
            <a:extLst>
              <a:ext uri="{FF2B5EF4-FFF2-40B4-BE49-F238E27FC236}">
                <a16:creationId xmlns:a16="http://schemas.microsoft.com/office/drawing/2014/main" id="{9463866B-AFBB-4230-8C80-95837FE8A2EE}"/>
              </a:ext>
            </a:extLst>
          </p:cNvPr>
          <p:cNvSpPr>
            <a:spLocks noGrp="1"/>
          </p:cNvSpPr>
          <p:nvPr>
            <p:ph sz="quarter" idx="15"/>
          </p:nvPr>
        </p:nvSpPr>
        <p:spPr>
          <a:xfrm>
            <a:off x="4463589" y="1449389"/>
            <a:ext cx="7178400" cy="450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Rechteck 10">
            <a:extLst>
              <a:ext uri="{FF2B5EF4-FFF2-40B4-BE49-F238E27FC236}">
                <a16:creationId xmlns:a16="http://schemas.microsoft.com/office/drawing/2014/main" id="{E66560C2-5920-4C2E-BC72-15DF7369FF9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Bildplatzhalter 11">
            <a:extLst>
              <a:ext uri="{FF2B5EF4-FFF2-40B4-BE49-F238E27FC236}">
                <a16:creationId xmlns:a16="http://schemas.microsoft.com/office/drawing/2014/main" id="{DCFAE809-57E6-4701-9CEE-97722EB9BA3B}"/>
              </a:ext>
            </a:extLst>
          </p:cNvPr>
          <p:cNvSpPr>
            <a:spLocks noGrp="1"/>
          </p:cNvSpPr>
          <p:nvPr>
            <p:ph type="pic" sz="quarter" idx="16" hasCustomPrompt="1"/>
          </p:nvPr>
        </p:nvSpPr>
        <p:spPr>
          <a:xfrm>
            <a:off x="550800" y="1449389"/>
            <a:ext cx="3456354" cy="4500000"/>
          </a:xfrm>
          <a:solidFill>
            <a:schemeClr val="tx2">
              <a:alpha val="30000"/>
            </a:schemeClr>
          </a:solidFill>
        </p:spPr>
        <p:txBody>
          <a:bodyPr/>
          <a:lstStyle>
            <a:lvl1pPr marL="0" indent="0">
              <a:buNone/>
              <a:defRPr/>
            </a:lvl1pPr>
          </a:lstStyle>
          <a:p>
            <a:r>
              <a:rPr lang="de-DE"/>
              <a:t> </a:t>
            </a:r>
            <a:endParaRPr lang="en-US"/>
          </a:p>
        </p:txBody>
      </p:sp>
      <p:sp>
        <p:nvSpPr>
          <p:cNvPr id="9" name="Inhaltsplatzhalter 7">
            <a:extLst>
              <a:ext uri="{FF2B5EF4-FFF2-40B4-BE49-F238E27FC236}">
                <a16:creationId xmlns:a16="http://schemas.microsoft.com/office/drawing/2014/main" id="{7471E5C3-2D64-419A-8EE2-8313EF24F23C}"/>
              </a:ext>
            </a:extLst>
          </p:cNvPr>
          <p:cNvSpPr>
            <a:spLocks noGrp="1"/>
          </p:cNvSpPr>
          <p:nvPr>
            <p:ph sz="quarter" idx="17" hasCustomPrompt="1"/>
          </p:nvPr>
        </p:nvSpPr>
        <p:spPr>
          <a:xfrm>
            <a:off x="4463590" y="6309000"/>
            <a:ext cx="7178400" cy="144000"/>
          </a:xfrm>
        </p:spPr>
        <p:txBody>
          <a:bodyPr/>
          <a:lstStyle>
            <a:lvl1pPr marL="0" indent="0" algn="r">
              <a:buNone/>
              <a:defRPr sz="1050" i="1">
                <a:solidFill>
                  <a:schemeClr val="accent3"/>
                </a:solidFill>
              </a:defRPr>
            </a:lvl1pPr>
            <a:lvl2pPr>
              <a:defRPr sz="1050">
                <a:solidFill>
                  <a:schemeClr val="accent2"/>
                </a:solidFill>
              </a:defRPr>
            </a:lvl2pPr>
            <a:lvl3pPr>
              <a:defRPr sz="1000">
                <a:solidFill>
                  <a:schemeClr val="accent2"/>
                </a:solidFill>
              </a:defRPr>
            </a:lvl3pPr>
          </a:lstStyle>
          <a:p>
            <a:pPr lvl="0"/>
            <a:r>
              <a:rPr lang="de-DE"/>
              <a:t>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13" name="Inhaltsplatzhalter 7">
            <a:extLst>
              <a:ext uri="{FF2B5EF4-FFF2-40B4-BE49-F238E27FC236}">
                <a16:creationId xmlns:a16="http://schemas.microsoft.com/office/drawing/2014/main" id="{B1E808DA-B814-4D3E-89EC-C2AD849F7BCA}"/>
              </a:ext>
            </a:extLst>
          </p:cNvPr>
          <p:cNvSpPr>
            <a:spLocks noGrp="1"/>
          </p:cNvSpPr>
          <p:nvPr>
            <p:ph sz="quarter" idx="18" hasCustomPrompt="1"/>
          </p:nvPr>
        </p:nvSpPr>
        <p:spPr>
          <a:xfrm>
            <a:off x="550800" y="6309000"/>
            <a:ext cx="3456354" cy="144000"/>
          </a:xfrm>
        </p:spPr>
        <p:txBody>
          <a:bodyPr/>
          <a:lstStyle>
            <a:lvl1pPr marL="0" indent="0" algn="r">
              <a:buNone/>
              <a:defRPr sz="1050" i="1">
                <a:solidFill>
                  <a:schemeClr val="accent3"/>
                </a:solidFill>
              </a:defRPr>
            </a:lvl1pPr>
            <a:lvl2pPr>
              <a:defRPr sz="1050">
                <a:solidFill>
                  <a:schemeClr val="accent2"/>
                </a:solidFill>
              </a:defRPr>
            </a:lvl2pPr>
            <a:lvl3pPr>
              <a:defRPr sz="1000">
                <a:solidFill>
                  <a:schemeClr val="accent2"/>
                </a:solidFill>
              </a:defRPr>
            </a:lvl3pPr>
          </a:lstStyle>
          <a:p>
            <a:pPr lvl="0"/>
            <a:r>
              <a:rPr lang="de-DE"/>
              <a:t>Bildquelle(n): </a:t>
            </a:r>
            <a:r>
              <a:rPr lang="de-DE" err="1"/>
              <a:t>Lorem</a:t>
            </a:r>
            <a:r>
              <a:rPr lang="de-DE"/>
              <a:t> </a:t>
            </a:r>
            <a:r>
              <a:rPr lang="de-DE" err="1"/>
              <a:t>ipsum</a:t>
            </a:r>
            <a:r>
              <a:rPr lang="de-DE"/>
              <a:t> </a:t>
            </a:r>
            <a:r>
              <a:rPr lang="de-DE" err="1"/>
              <a:t>dolor</a:t>
            </a:r>
            <a:r>
              <a:rPr lang="de-DE"/>
              <a:t> </a:t>
            </a:r>
            <a:r>
              <a:rPr lang="de-DE" err="1"/>
              <a:t>sit</a:t>
            </a:r>
            <a:r>
              <a:rPr lang="de-DE"/>
              <a:t> </a:t>
            </a:r>
            <a:r>
              <a:rPr lang="de-DE" err="1"/>
              <a:t>amet</a:t>
            </a:r>
            <a:endParaRPr lang="de-DE"/>
          </a:p>
        </p:txBody>
      </p:sp>
      <p:sp>
        <p:nvSpPr>
          <p:cNvPr id="6" name="Fußzeilenplatzhalter 12">
            <a:extLst>
              <a:ext uri="{FF2B5EF4-FFF2-40B4-BE49-F238E27FC236}">
                <a16:creationId xmlns:a16="http://schemas.microsoft.com/office/drawing/2014/main" id="{EF3A97D6-45EA-76EB-FEF3-18342CBD342A}"/>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2774464609"/>
      </p:ext>
    </p:extLst>
  </p:cSld>
  <p:clrMapOvr>
    <a:masterClrMapping/>
  </p:clrMapOvr>
  <p:extLst>
    <p:ext uri="{DCECCB84-F9BA-43D5-87BE-67443E8EF086}">
      <p15:sldGuideLst xmlns:p15="http://schemas.microsoft.com/office/powerpoint/2012/main">
        <p15:guide id="1" orient="horz" pos="374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DD4110-BE23-4BA1-9D17-C4601F20C85C}"/>
              </a:ext>
            </a:extLst>
          </p:cNvPr>
          <p:cNvSpPr>
            <a:spLocks noGrp="1"/>
          </p:cNvSpPr>
          <p:nvPr>
            <p:ph type="title" hasCustomPrompt="1"/>
          </p:nvPr>
        </p:nvSpPr>
        <p:spPr/>
        <p:txBody>
          <a:bodyPr/>
          <a:lstStyle>
            <a:lvl1pPr>
              <a:defRPr/>
            </a:lvl1pPr>
          </a:lstStyle>
          <a:p>
            <a:r>
              <a:rPr lang="de-DE"/>
              <a:t>Nur Titel</a:t>
            </a:r>
            <a:br>
              <a:rPr lang="de-DE"/>
            </a:br>
            <a:r>
              <a:rPr lang="de-DE"/>
              <a:t>Zur freien Gestaltung</a:t>
            </a:r>
            <a:endParaRPr lang="en-US"/>
          </a:p>
        </p:txBody>
      </p:sp>
      <p:sp>
        <p:nvSpPr>
          <p:cNvPr id="3" name="Datumsplatzhalter 2">
            <a:extLst>
              <a:ext uri="{FF2B5EF4-FFF2-40B4-BE49-F238E27FC236}">
                <a16:creationId xmlns:a16="http://schemas.microsoft.com/office/drawing/2014/main" id="{9FEB47C2-3C17-42A1-979F-ADB13DCEA21D}"/>
              </a:ext>
            </a:extLst>
          </p:cNvPr>
          <p:cNvSpPr>
            <a:spLocks noGrp="1"/>
          </p:cNvSpPr>
          <p:nvPr>
            <p:ph type="dt" sz="half" idx="10"/>
          </p:nvPr>
        </p:nvSpPr>
        <p:spPr/>
        <p:txBody>
          <a:bodyPr/>
          <a:lstStyle/>
          <a:p>
            <a:fld id="{00EC2584-5F0B-4A07-A456-EB4ECA99B775}" type="datetime1">
              <a:rPr lang="de-DE" smtClean="0"/>
              <a:t>19.10.26</a:t>
            </a:fld>
            <a:endParaRPr lang="en-US"/>
          </a:p>
        </p:txBody>
      </p:sp>
      <p:sp>
        <p:nvSpPr>
          <p:cNvPr id="5" name="Foliennummernplatzhalter 4">
            <a:extLst>
              <a:ext uri="{FF2B5EF4-FFF2-40B4-BE49-F238E27FC236}">
                <a16:creationId xmlns:a16="http://schemas.microsoft.com/office/drawing/2014/main" id="{69D0547F-3831-4DE1-A9F6-CC869168587E}"/>
              </a:ext>
            </a:extLst>
          </p:cNvPr>
          <p:cNvSpPr>
            <a:spLocks noGrp="1"/>
          </p:cNvSpPr>
          <p:nvPr>
            <p:ph type="sldNum" sz="quarter" idx="12"/>
          </p:nvPr>
        </p:nvSpPr>
        <p:spPr/>
        <p:txBody>
          <a:bodyPr/>
          <a:lstStyle/>
          <a:p>
            <a:fld id="{64647E8F-5052-4581-98D0-7C32D5A45346}" type="slidenum">
              <a:rPr lang="en-US" smtClean="0"/>
              <a:pPr/>
              <a:t>‹#›</a:t>
            </a:fld>
            <a:endParaRPr lang="en-US"/>
          </a:p>
        </p:txBody>
      </p:sp>
      <p:sp>
        <p:nvSpPr>
          <p:cNvPr id="7" name="Rechteck 6">
            <a:extLst>
              <a:ext uri="{FF2B5EF4-FFF2-40B4-BE49-F238E27FC236}">
                <a16:creationId xmlns:a16="http://schemas.microsoft.com/office/drawing/2014/main" id="{92592323-0F20-49E2-B449-ADBAA6030981}"/>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Fußzeilenplatzhalter 12">
            <a:extLst>
              <a:ext uri="{FF2B5EF4-FFF2-40B4-BE49-F238E27FC236}">
                <a16:creationId xmlns:a16="http://schemas.microsoft.com/office/drawing/2014/main" id="{AE14F9F8-D7D5-942F-7C45-09EA6B900FCB}"/>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25177405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ldfolie_ganzflächig_Alternative 01">
    <p:spTree>
      <p:nvGrpSpPr>
        <p:cNvPr id="1" name=""/>
        <p:cNvGrpSpPr/>
        <p:nvPr/>
      </p:nvGrpSpPr>
      <p:grpSpPr>
        <a:xfrm>
          <a:off x="0" y="0"/>
          <a:ext cx="0" cy="0"/>
          <a:chOff x="0" y="0"/>
          <a:chExt cx="0" cy="0"/>
        </a:xfrm>
      </p:grpSpPr>
      <p:sp>
        <p:nvSpPr>
          <p:cNvPr id="5" name="Bildplatzhalter 103">
            <a:extLst>
              <a:ext uri="{FF2B5EF4-FFF2-40B4-BE49-F238E27FC236}">
                <a16:creationId xmlns:a16="http://schemas.microsoft.com/office/drawing/2014/main" id="{F3225292-8427-46B3-8FE3-58275ADCFF3C}"/>
              </a:ext>
            </a:extLst>
          </p:cNvPr>
          <p:cNvSpPr>
            <a:spLocks noGrp="1"/>
          </p:cNvSpPr>
          <p:nvPr>
            <p:ph type="pic" sz="quarter" idx="13" hasCustomPrompt="1"/>
          </p:nvPr>
        </p:nvSpPr>
        <p:spPr>
          <a:xfrm>
            <a:off x="27" y="1233489"/>
            <a:ext cx="12191979" cy="5624514"/>
          </a:xfrm>
          <a:custGeom>
            <a:avLst/>
            <a:gdLst>
              <a:gd name="connsiteX0" fmla="*/ 0 w 9905983"/>
              <a:gd name="connsiteY0" fmla="*/ 0 h 6857989"/>
              <a:gd name="connsiteX1" fmla="*/ 9905983 w 9905983"/>
              <a:gd name="connsiteY1" fmla="*/ 0 h 6857989"/>
              <a:gd name="connsiteX2" fmla="*/ 9905983 w 9905983"/>
              <a:gd name="connsiteY2" fmla="*/ 6857989 h 6857989"/>
              <a:gd name="connsiteX3" fmla="*/ 0 w 9905983"/>
              <a:gd name="connsiteY3" fmla="*/ 6857989 h 6857989"/>
            </a:gdLst>
            <a:ahLst/>
            <a:cxnLst>
              <a:cxn ang="0">
                <a:pos x="connsiteX0" y="connsiteY0"/>
              </a:cxn>
              <a:cxn ang="0">
                <a:pos x="connsiteX1" y="connsiteY1"/>
              </a:cxn>
              <a:cxn ang="0">
                <a:pos x="connsiteX2" y="connsiteY2"/>
              </a:cxn>
              <a:cxn ang="0">
                <a:pos x="connsiteX3" y="connsiteY3"/>
              </a:cxn>
            </a:cxnLst>
            <a:rect l="l" t="t" r="r" b="b"/>
            <a:pathLst>
              <a:path w="9905983" h="6857989">
                <a:moveTo>
                  <a:pt x="0" y="0"/>
                </a:moveTo>
                <a:lnTo>
                  <a:pt x="9905983" y="0"/>
                </a:lnTo>
                <a:lnTo>
                  <a:pt x="9905983" y="6857989"/>
                </a:lnTo>
                <a:lnTo>
                  <a:pt x="0" y="6857989"/>
                </a:lnTo>
                <a:close/>
              </a:path>
            </a:pathLst>
          </a:custGeom>
          <a:solidFill>
            <a:srgbClr val="B2C5D9"/>
          </a:solidFill>
        </p:spPr>
        <p:txBody>
          <a:bodyPr wrap="square">
            <a:noAutofit/>
          </a:bodyPr>
          <a:lstStyle>
            <a:lvl1pPr marL="0" indent="0">
              <a:buNone/>
              <a:defRPr/>
            </a:lvl1pPr>
          </a:lstStyle>
          <a:p>
            <a:r>
              <a:rPr lang="de-DE"/>
              <a:t> </a:t>
            </a:r>
            <a:endParaRPr lang="en-US"/>
          </a:p>
        </p:txBody>
      </p:sp>
      <p:sp>
        <p:nvSpPr>
          <p:cNvPr id="105" name="Textplatzhalter 14">
            <a:extLst>
              <a:ext uri="{FF2B5EF4-FFF2-40B4-BE49-F238E27FC236}">
                <a16:creationId xmlns:a16="http://schemas.microsoft.com/office/drawing/2014/main" id="{D36D93C0-DCCD-41F5-9030-B5A2BD03FBF2}"/>
              </a:ext>
            </a:extLst>
          </p:cNvPr>
          <p:cNvSpPr>
            <a:spLocks noGrp="1"/>
          </p:cNvSpPr>
          <p:nvPr>
            <p:ph type="body" sz="quarter" idx="14" hasCustomPrompt="1"/>
          </p:nvPr>
        </p:nvSpPr>
        <p:spPr>
          <a:xfrm>
            <a:off x="1" y="5265142"/>
            <a:ext cx="6096000" cy="936625"/>
          </a:xfrm>
          <a:solidFill>
            <a:schemeClr val="bg1"/>
          </a:solidFill>
          <a:effectLst>
            <a:outerShdw blurRad="63500" algn="ctr" rotWithShape="0">
              <a:prstClr val="black">
                <a:alpha val="40000"/>
              </a:prstClr>
            </a:outerShdw>
          </a:effectLst>
        </p:spPr>
        <p:txBody>
          <a:bodyPr lIns="540000" tIns="108000" rIns="180000" bIns="108000" anchor="ctr"/>
          <a:lstStyle>
            <a:lvl1pPr marL="0" indent="0">
              <a:buNone/>
              <a:defRPr/>
            </a:lvl1pPr>
          </a:lstStyle>
          <a:p>
            <a:pPr lvl="0"/>
            <a:r>
              <a:rPr lang="de-DE"/>
              <a:t>Lorem Ipsum</a:t>
            </a:r>
            <a:endParaRPr lang="en-US"/>
          </a:p>
        </p:txBody>
      </p:sp>
      <p:sp>
        <p:nvSpPr>
          <p:cNvPr id="106" name="Textplatzhalter 14">
            <a:extLst>
              <a:ext uri="{FF2B5EF4-FFF2-40B4-BE49-F238E27FC236}">
                <a16:creationId xmlns:a16="http://schemas.microsoft.com/office/drawing/2014/main" id="{ACE5DE88-914A-45E9-B338-44AD922FD845}"/>
              </a:ext>
            </a:extLst>
          </p:cNvPr>
          <p:cNvSpPr>
            <a:spLocks noGrp="1"/>
          </p:cNvSpPr>
          <p:nvPr>
            <p:ph type="body" sz="quarter" idx="16" hasCustomPrompt="1"/>
          </p:nvPr>
        </p:nvSpPr>
        <p:spPr>
          <a:xfrm>
            <a:off x="0" y="5265142"/>
            <a:ext cx="232507" cy="936625"/>
          </a:xfrm>
          <a:prstGeom prst="homePlate">
            <a:avLst>
              <a:gd name="adj" fmla="val 100000"/>
            </a:avLst>
          </a:prstGeom>
          <a:solidFill>
            <a:schemeClr val="tx2"/>
          </a:solidFill>
          <a:effectLst/>
        </p:spPr>
        <p:txBody>
          <a:bodyPr lIns="972000" tIns="108000" rIns="180000" bIns="108000" anchor="ctr"/>
          <a:lstStyle>
            <a:lvl1pPr marL="0" indent="0">
              <a:buNone/>
              <a:defRPr/>
            </a:lvl1pPr>
          </a:lstStyle>
          <a:p>
            <a:pPr lvl="0"/>
            <a:r>
              <a:rPr lang="de-DE"/>
              <a:t> </a:t>
            </a:r>
            <a:endParaRPr lang="en-US"/>
          </a:p>
        </p:txBody>
      </p:sp>
    </p:spTree>
    <p:extLst>
      <p:ext uri="{BB962C8B-B14F-4D97-AF65-F5344CB8AC3E}">
        <p14:creationId xmlns:p14="http://schemas.microsoft.com/office/powerpoint/2010/main" val="24236878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ildfolie_ganzflächig_Alternative 02">
    <p:spTree>
      <p:nvGrpSpPr>
        <p:cNvPr id="1" name=""/>
        <p:cNvGrpSpPr/>
        <p:nvPr/>
      </p:nvGrpSpPr>
      <p:grpSpPr>
        <a:xfrm>
          <a:off x="0" y="0"/>
          <a:ext cx="0" cy="0"/>
          <a:chOff x="0" y="0"/>
          <a:chExt cx="0" cy="0"/>
        </a:xfrm>
      </p:grpSpPr>
      <p:sp>
        <p:nvSpPr>
          <p:cNvPr id="104" name="Bildplatzhalter 103">
            <a:extLst>
              <a:ext uri="{FF2B5EF4-FFF2-40B4-BE49-F238E27FC236}">
                <a16:creationId xmlns:a16="http://schemas.microsoft.com/office/drawing/2014/main" id="{41167E96-D4AB-44BD-BBF3-59586ABEF409}"/>
              </a:ext>
            </a:extLst>
          </p:cNvPr>
          <p:cNvSpPr>
            <a:spLocks noGrp="1"/>
          </p:cNvSpPr>
          <p:nvPr>
            <p:ph type="pic" sz="quarter" idx="13" hasCustomPrompt="1"/>
          </p:nvPr>
        </p:nvSpPr>
        <p:spPr>
          <a:xfrm>
            <a:off x="27" y="1233490"/>
            <a:ext cx="12191979" cy="5624515"/>
          </a:xfrm>
          <a:custGeom>
            <a:avLst/>
            <a:gdLst>
              <a:gd name="connsiteX0" fmla="*/ 0 w 9905983"/>
              <a:gd name="connsiteY0" fmla="*/ 0 h 6857989"/>
              <a:gd name="connsiteX1" fmla="*/ 9905983 w 9905983"/>
              <a:gd name="connsiteY1" fmla="*/ 0 h 6857989"/>
              <a:gd name="connsiteX2" fmla="*/ 9905983 w 9905983"/>
              <a:gd name="connsiteY2" fmla="*/ 6857989 h 6857989"/>
              <a:gd name="connsiteX3" fmla="*/ 0 w 9905983"/>
              <a:gd name="connsiteY3" fmla="*/ 6857989 h 6857989"/>
            </a:gdLst>
            <a:ahLst/>
            <a:cxnLst>
              <a:cxn ang="0">
                <a:pos x="connsiteX0" y="connsiteY0"/>
              </a:cxn>
              <a:cxn ang="0">
                <a:pos x="connsiteX1" y="connsiteY1"/>
              </a:cxn>
              <a:cxn ang="0">
                <a:pos x="connsiteX2" y="connsiteY2"/>
              </a:cxn>
              <a:cxn ang="0">
                <a:pos x="connsiteX3" y="connsiteY3"/>
              </a:cxn>
            </a:cxnLst>
            <a:rect l="l" t="t" r="r" b="b"/>
            <a:pathLst>
              <a:path w="9905983" h="6857989">
                <a:moveTo>
                  <a:pt x="0" y="0"/>
                </a:moveTo>
                <a:lnTo>
                  <a:pt x="9905983" y="0"/>
                </a:lnTo>
                <a:lnTo>
                  <a:pt x="9905983" y="6857989"/>
                </a:lnTo>
                <a:lnTo>
                  <a:pt x="0" y="6857989"/>
                </a:lnTo>
                <a:close/>
              </a:path>
            </a:pathLst>
          </a:custGeom>
          <a:solidFill>
            <a:srgbClr val="B2C5D9"/>
          </a:solidFill>
        </p:spPr>
        <p:txBody>
          <a:bodyPr wrap="square">
            <a:noAutofit/>
          </a:bodyPr>
          <a:lstStyle>
            <a:lvl1pPr marL="0" indent="0">
              <a:buNone/>
              <a:defRPr/>
            </a:lvl1pPr>
          </a:lstStyle>
          <a:p>
            <a:r>
              <a:rPr lang="de-DE"/>
              <a:t> </a:t>
            </a:r>
            <a:endParaRPr lang="en-US"/>
          </a:p>
        </p:txBody>
      </p:sp>
      <p:sp>
        <p:nvSpPr>
          <p:cNvPr id="105" name="Textplatzhalter 14">
            <a:extLst>
              <a:ext uri="{FF2B5EF4-FFF2-40B4-BE49-F238E27FC236}">
                <a16:creationId xmlns:a16="http://schemas.microsoft.com/office/drawing/2014/main" id="{D36D93C0-DCCD-41F5-9030-B5A2BD03FBF2}"/>
              </a:ext>
            </a:extLst>
          </p:cNvPr>
          <p:cNvSpPr>
            <a:spLocks noGrp="1"/>
          </p:cNvSpPr>
          <p:nvPr>
            <p:ph type="body" sz="quarter" idx="14" hasCustomPrompt="1"/>
          </p:nvPr>
        </p:nvSpPr>
        <p:spPr>
          <a:xfrm>
            <a:off x="6096000" y="1457063"/>
            <a:ext cx="6096000" cy="936625"/>
          </a:xfrm>
          <a:solidFill>
            <a:schemeClr val="bg1"/>
          </a:solidFill>
          <a:effectLst>
            <a:outerShdw blurRad="63500" algn="ctr" rotWithShape="0">
              <a:prstClr val="black">
                <a:alpha val="40000"/>
              </a:prstClr>
            </a:outerShdw>
          </a:effectLst>
        </p:spPr>
        <p:txBody>
          <a:bodyPr lIns="468000" tIns="108000" rIns="432000" bIns="108000" anchor="ctr"/>
          <a:lstStyle>
            <a:lvl1pPr marL="0" indent="0" algn="l">
              <a:buNone/>
              <a:defRPr/>
            </a:lvl1pPr>
          </a:lstStyle>
          <a:p>
            <a:pPr lvl="0"/>
            <a:r>
              <a:rPr lang="de-DE"/>
              <a:t>Lorem Ipsum</a:t>
            </a:r>
            <a:endParaRPr lang="en-US"/>
          </a:p>
        </p:txBody>
      </p:sp>
      <p:sp>
        <p:nvSpPr>
          <p:cNvPr id="106" name="Textplatzhalter 14">
            <a:extLst>
              <a:ext uri="{FF2B5EF4-FFF2-40B4-BE49-F238E27FC236}">
                <a16:creationId xmlns:a16="http://schemas.microsoft.com/office/drawing/2014/main" id="{E7330922-7F51-4C91-8DC7-07C149FD3E62}"/>
              </a:ext>
            </a:extLst>
          </p:cNvPr>
          <p:cNvSpPr>
            <a:spLocks noGrp="1"/>
          </p:cNvSpPr>
          <p:nvPr>
            <p:ph type="body" sz="quarter" idx="16" hasCustomPrompt="1"/>
          </p:nvPr>
        </p:nvSpPr>
        <p:spPr>
          <a:xfrm>
            <a:off x="6096000" y="1457063"/>
            <a:ext cx="232507" cy="936625"/>
          </a:xfrm>
          <a:prstGeom prst="homePlate">
            <a:avLst>
              <a:gd name="adj" fmla="val 100000"/>
            </a:avLst>
          </a:prstGeom>
          <a:solidFill>
            <a:schemeClr val="tx2"/>
          </a:solidFill>
          <a:effectLst/>
        </p:spPr>
        <p:txBody>
          <a:bodyPr lIns="972000" tIns="108000" rIns="180000" bIns="108000" anchor="ctr"/>
          <a:lstStyle>
            <a:lvl1pPr marL="0" indent="0">
              <a:buNone/>
              <a:defRPr/>
            </a:lvl1pPr>
          </a:lstStyle>
          <a:p>
            <a:pPr lvl="0"/>
            <a:r>
              <a:rPr lang="de-DE"/>
              <a:t> </a:t>
            </a:r>
            <a:endParaRPr lang="en-US"/>
          </a:p>
        </p:txBody>
      </p:sp>
    </p:spTree>
    <p:extLst>
      <p:ext uri="{BB962C8B-B14F-4D97-AF65-F5344CB8AC3E}">
        <p14:creationId xmlns:p14="http://schemas.microsoft.com/office/powerpoint/2010/main" val="56071358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ildfolie_ganzflächig_05">
    <p:spTree>
      <p:nvGrpSpPr>
        <p:cNvPr id="1" name=""/>
        <p:cNvGrpSpPr/>
        <p:nvPr/>
      </p:nvGrpSpPr>
      <p:grpSpPr>
        <a:xfrm>
          <a:off x="0" y="0"/>
          <a:ext cx="0" cy="0"/>
          <a:chOff x="0" y="0"/>
          <a:chExt cx="0" cy="0"/>
        </a:xfrm>
      </p:grpSpPr>
      <p:sp>
        <p:nvSpPr>
          <p:cNvPr id="104" name="Bildplatzhalter 103">
            <a:extLst>
              <a:ext uri="{FF2B5EF4-FFF2-40B4-BE49-F238E27FC236}">
                <a16:creationId xmlns:a16="http://schemas.microsoft.com/office/drawing/2014/main" id="{41167E96-D4AB-44BD-BBF3-59586ABEF409}"/>
              </a:ext>
            </a:extLst>
          </p:cNvPr>
          <p:cNvSpPr>
            <a:spLocks noGrp="1"/>
          </p:cNvSpPr>
          <p:nvPr>
            <p:ph type="pic" sz="quarter" idx="13" hasCustomPrompt="1"/>
          </p:nvPr>
        </p:nvSpPr>
        <p:spPr>
          <a:xfrm>
            <a:off x="27" y="1233490"/>
            <a:ext cx="12191979" cy="5624515"/>
          </a:xfrm>
          <a:custGeom>
            <a:avLst/>
            <a:gdLst>
              <a:gd name="connsiteX0" fmla="*/ 0 w 9905983"/>
              <a:gd name="connsiteY0" fmla="*/ 0 h 6857989"/>
              <a:gd name="connsiteX1" fmla="*/ 9905983 w 9905983"/>
              <a:gd name="connsiteY1" fmla="*/ 0 h 6857989"/>
              <a:gd name="connsiteX2" fmla="*/ 9905983 w 9905983"/>
              <a:gd name="connsiteY2" fmla="*/ 6857989 h 6857989"/>
              <a:gd name="connsiteX3" fmla="*/ 0 w 9905983"/>
              <a:gd name="connsiteY3" fmla="*/ 6857989 h 6857989"/>
            </a:gdLst>
            <a:ahLst/>
            <a:cxnLst>
              <a:cxn ang="0">
                <a:pos x="connsiteX0" y="connsiteY0"/>
              </a:cxn>
              <a:cxn ang="0">
                <a:pos x="connsiteX1" y="connsiteY1"/>
              </a:cxn>
              <a:cxn ang="0">
                <a:pos x="connsiteX2" y="connsiteY2"/>
              </a:cxn>
              <a:cxn ang="0">
                <a:pos x="connsiteX3" y="connsiteY3"/>
              </a:cxn>
            </a:cxnLst>
            <a:rect l="l" t="t" r="r" b="b"/>
            <a:pathLst>
              <a:path w="9905983" h="6857989">
                <a:moveTo>
                  <a:pt x="0" y="0"/>
                </a:moveTo>
                <a:lnTo>
                  <a:pt x="9905983" y="0"/>
                </a:lnTo>
                <a:lnTo>
                  <a:pt x="9905983" y="6857989"/>
                </a:lnTo>
                <a:lnTo>
                  <a:pt x="0" y="6857989"/>
                </a:lnTo>
                <a:close/>
              </a:path>
            </a:pathLst>
          </a:custGeom>
          <a:solidFill>
            <a:srgbClr val="B2C5D9"/>
          </a:solidFill>
        </p:spPr>
        <p:txBody>
          <a:bodyPr wrap="square">
            <a:noAutofit/>
          </a:bodyPr>
          <a:lstStyle>
            <a:lvl1pPr marL="0" indent="0">
              <a:buNone/>
              <a:defRPr/>
            </a:lvl1pPr>
          </a:lstStyle>
          <a:p>
            <a:r>
              <a:rPr lang="de-DE"/>
              <a:t> </a:t>
            </a:r>
            <a:endParaRPr lang="en-US"/>
          </a:p>
        </p:txBody>
      </p:sp>
      <p:sp>
        <p:nvSpPr>
          <p:cNvPr id="105" name="Textplatzhalter 14">
            <a:extLst>
              <a:ext uri="{FF2B5EF4-FFF2-40B4-BE49-F238E27FC236}">
                <a16:creationId xmlns:a16="http://schemas.microsoft.com/office/drawing/2014/main" id="{D36D93C0-DCCD-41F5-9030-B5A2BD03FBF2}"/>
              </a:ext>
            </a:extLst>
          </p:cNvPr>
          <p:cNvSpPr>
            <a:spLocks noGrp="1"/>
          </p:cNvSpPr>
          <p:nvPr>
            <p:ph type="body" sz="quarter" idx="14" hasCustomPrompt="1"/>
          </p:nvPr>
        </p:nvSpPr>
        <p:spPr>
          <a:xfrm>
            <a:off x="4" y="5595038"/>
            <a:ext cx="6095999" cy="606724"/>
          </a:xfrm>
          <a:solidFill>
            <a:schemeClr val="bg1"/>
          </a:solidFill>
          <a:effectLst>
            <a:outerShdw blurRad="63500" algn="ctr" rotWithShape="0">
              <a:prstClr val="black">
                <a:alpha val="40000"/>
              </a:prstClr>
            </a:outerShdw>
          </a:effectLst>
        </p:spPr>
        <p:txBody>
          <a:bodyPr lIns="540000" tIns="108000" rIns="180000" bIns="108000" anchor="ctr"/>
          <a:lstStyle>
            <a:lvl1pPr marL="0" indent="0">
              <a:buNone/>
              <a:defRPr/>
            </a:lvl1pPr>
          </a:lstStyle>
          <a:p>
            <a:pPr lvl="0"/>
            <a:r>
              <a:rPr lang="de-DE"/>
              <a:t>Lorem Ipsum</a:t>
            </a:r>
            <a:endParaRPr lang="en-US"/>
          </a:p>
        </p:txBody>
      </p:sp>
      <p:sp>
        <p:nvSpPr>
          <p:cNvPr id="106" name="Textplatzhalter 14">
            <a:extLst>
              <a:ext uri="{FF2B5EF4-FFF2-40B4-BE49-F238E27FC236}">
                <a16:creationId xmlns:a16="http://schemas.microsoft.com/office/drawing/2014/main" id="{0176A9EC-3AD0-4E01-8563-18A9AB2C1621}"/>
              </a:ext>
            </a:extLst>
          </p:cNvPr>
          <p:cNvSpPr>
            <a:spLocks noGrp="1"/>
          </p:cNvSpPr>
          <p:nvPr>
            <p:ph type="body" sz="quarter" idx="16" hasCustomPrompt="1"/>
          </p:nvPr>
        </p:nvSpPr>
        <p:spPr>
          <a:xfrm>
            <a:off x="0" y="5595038"/>
            <a:ext cx="232507" cy="606724"/>
          </a:xfrm>
          <a:prstGeom prst="homePlate">
            <a:avLst>
              <a:gd name="adj" fmla="val 100000"/>
            </a:avLst>
          </a:prstGeom>
          <a:solidFill>
            <a:schemeClr val="tx2"/>
          </a:solidFill>
          <a:effectLst/>
        </p:spPr>
        <p:txBody>
          <a:bodyPr lIns="972000" tIns="108000" rIns="180000" bIns="108000" anchor="ctr"/>
          <a:lstStyle>
            <a:lvl1pPr marL="0" indent="0">
              <a:buNone/>
              <a:defRPr/>
            </a:lvl1pPr>
          </a:lstStyle>
          <a:p>
            <a:pPr lvl="0"/>
            <a:r>
              <a:rPr lang="de-DE"/>
              <a:t> </a:t>
            </a:r>
            <a:endParaRPr lang="en-US"/>
          </a:p>
        </p:txBody>
      </p:sp>
    </p:spTree>
    <p:extLst>
      <p:ext uri="{BB962C8B-B14F-4D97-AF65-F5344CB8AC3E}">
        <p14:creationId xmlns:p14="http://schemas.microsoft.com/office/powerpoint/2010/main" val="11132437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Schlussfolie">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23447" y="34131"/>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5" name="Rechteck 134">
            <a:extLst>
              <a:ext uri="{FF2B5EF4-FFF2-40B4-BE49-F238E27FC236}">
                <a16:creationId xmlns:a16="http://schemas.microsoft.com/office/drawing/2014/main" id="{02829C90-5D86-4C21-88CE-D32F8B602506}"/>
              </a:ext>
            </a:extLst>
          </p:cNvPr>
          <p:cNvSpPr/>
          <p:nvPr userDrawn="1"/>
        </p:nvSpPr>
        <p:spPr>
          <a:xfrm>
            <a:off x="339969" y="238126"/>
            <a:ext cx="11465169"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558277" y="1403759"/>
            <a:ext cx="7086599" cy="252000"/>
          </a:xfrm>
        </p:spPr>
        <p:txBody>
          <a:bodyPr/>
          <a:lstStyle>
            <a:lvl1pPr>
              <a:defRPr sz="1800"/>
            </a:lvl1pPr>
          </a:lstStyle>
          <a:p>
            <a:r>
              <a:rPr lang="de-DE" err="1"/>
              <a:t>Lorem</a:t>
            </a:r>
            <a:r>
              <a:rPr lang="de-DE"/>
              <a:t> Ipsum Ihre Ansprechpersonen</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8077201" y="68262"/>
            <a:ext cx="4114800" cy="6789738"/>
          </a:xfrm>
          <a:solidFill>
            <a:srgbClr val="B2C5D9"/>
          </a:solidFill>
        </p:spPr>
        <p:txBody>
          <a:bodyPr/>
          <a:lstStyle>
            <a:lvl1pPr marL="0" indent="0">
              <a:buNone/>
              <a:defRPr/>
            </a:lvl1pPr>
          </a:lstStyle>
          <a:p>
            <a:r>
              <a:rPr lang="de-DE"/>
              <a:t> </a:t>
            </a:r>
            <a:endParaRPr lang="en-US"/>
          </a:p>
        </p:txBody>
      </p:sp>
      <p:cxnSp>
        <p:nvCxnSpPr>
          <p:cNvPr id="36" name="Gerader Verbinder 35">
            <a:extLst>
              <a:ext uri="{FF2B5EF4-FFF2-40B4-BE49-F238E27FC236}">
                <a16:creationId xmlns:a16="http://schemas.microsoft.com/office/drawing/2014/main" id="{0A6A1785-717B-4105-AEF1-3558EA09322A}"/>
              </a:ext>
            </a:extLst>
          </p:cNvPr>
          <p:cNvCxnSpPr>
            <a:cxnSpLocks/>
          </p:cNvCxnSpPr>
          <p:nvPr userDrawn="1"/>
        </p:nvCxnSpPr>
        <p:spPr>
          <a:xfrm>
            <a:off x="560837" y="1243648"/>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7" name="Gerader Verbinder 136">
            <a:extLst>
              <a:ext uri="{FF2B5EF4-FFF2-40B4-BE49-F238E27FC236}">
                <a16:creationId xmlns:a16="http://schemas.microsoft.com/office/drawing/2014/main" id="{9F27BDD9-D063-403B-A5F1-57C38EF89F35}"/>
              </a:ext>
            </a:extLst>
          </p:cNvPr>
          <p:cNvCxnSpPr>
            <a:cxnSpLocks/>
          </p:cNvCxnSpPr>
          <p:nvPr userDrawn="1"/>
        </p:nvCxnSpPr>
        <p:spPr>
          <a:xfrm>
            <a:off x="560837" y="1243648"/>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Bildplatzhalter 9">
            <a:extLst>
              <a:ext uri="{FF2B5EF4-FFF2-40B4-BE49-F238E27FC236}">
                <a16:creationId xmlns:a16="http://schemas.microsoft.com/office/drawing/2014/main" id="{E8210739-A7B5-4727-996A-6EBB55D2A10E}"/>
              </a:ext>
            </a:extLst>
          </p:cNvPr>
          <p:cNvSpPr>
            <a:spLocks noGrp="1"/>
          </p:cNvSpPr>
          <p:nvPr>
            <p:ph type="pic" sz="quarter" idx="15" hasCustomPrompt="1"/>
          </p:nvPr>
        </p:nvSpPr>
        <p:spPr>
          <a:xfrm>
            <a:off x="558277" y="1814400"/>
            <a:ext cx="1357200" cy="1357200"/>
          </a:xfrm>
          <a:blipFill>
            <a:blip r:embed="rId2"/>
            <a:stretch>
              <a:fillRect/>
            </a:stretch>
          </a:blipFill>
        </p:spPr>
        <p:txBody>
          <a:bodyPr/>
          <a:lstStyle>
            <a:lvl1pPr marL="0" indent="0">
              <a:buNone/>
              <a:defRPr/>
            </a:lvl1pPr>
          </a:lstStyle>
          <a:p>
            <a:r>
              <a:rPr lang="de-DE"/>
              <a:t> </a:t>
            </a:r>
            <a:endParaRPr lang="en-US"/>
          </a:p>
        </p:txBody>
      </p:sp>
      <p:sp>
        <p:nvSpPr>
          <p:cNvPr id="19" name="Textplatzhalter 11">
            <a:extLst>
              <a:ext uri="{FF2B5EF4-FFF2-40B4-BE49-F238E27FC236}">
                <a16:creationId xmlns:a16="http://schemas.microsoft.com/office/drawing/2014/main" id="{24A0ECCC-1B76-41FA-9A42-339CA6A54D03}"/>
              </a:ext>
            </a:extLst>
          </p:cNvPr>
          <p:cNvSpPr>
            <a:spLocks noGrp="1"/>
          </p:cNvSpPr>
          <p:nvPr>
            <p:ph type="body" sz="quarter" idx="16" hasCustomPrompt="1"/>
          </p:nvPr>
        </p:nvSpPr>
        <p:spPr>
          <a:xfrm>
            <a:off x="2380576" y="1815996"/>
            <a:ext cx="5262050" cy="216000"/>
          </a:xfrm>
        </p:spPr>
        <p:txBody>
          <a:bodyPr anchor="t"/>
          <a:lstStyle>
            <a:lvl1pPr marL="0" indent="0">
              <a:lnSpc>
                <a:spcPct val="100000"/>
              </a:lnSpc>
              <a:spcBef>
                <a:spcPts val="0"/>
              </a:spcBef>
              <a:buNone/>
              <a:defRPr b="1"/>
            </a:lvl1pPr>
          </a:lstStyle>
          <a:p>
            <a:pPr lvl="0"/>
            <a:r>
              <a:rPr lang="de-DE"/>
              <a:t>Name</a:t>
            </a:r>
            <a:endParaRPr lang="en-US"/>
          </a:p>
        </p:txBody>
      </p:sp>
      <p:sp>
        <p:nvSpPr>
          <p:cNvPr id="23" name="Textplatzhalter 11">
            <a:extLst>
              <a:ext uri="{FF2B5EF4-FFF2-40B4-BE49-F238E27FC236}">
                <a16:creationId xmlns:a16="http://schemas.microsoft.com/office/drawing/2014/main" id="{A80D7F4A-717E-4AE7-802E-EFBF5EB3A3B7}"/>
              </a:ext>
            </a:extLst>
          </p:cNvPr>
          <p:cNvSpPr>
            <a:spLocks noGrp="1"/>
          </p:cNvSpPr>
          <p:nvPr>
            <p:ph type="body" sz="quarter" idx="17" hasCustomPrompt="1"/>
          </p:nvPr>
        </p:nvSpPr>
        <p:spPr>
          <a:xfrm>
            <a:off x="2679821" y="2314359"/>
            <a:ext cx="4962805" cy="144000"/>
          </a:xfrm>
        </p:spPr>
        <p:txBody>
          <a:bodyPr anchor="ctr"/>
          <a:lstStyle>
            <a:lvl1pPr marL="0" indent="0">
              <a:lnSpc>
                <a:spcPct val="100000"/>
              </a:lnSpc>
              <a:spcBef>
                <a:spcPts val="0"/>
              </a:spcBef>
              <a:buNone/>
              <a:defRPr sz="1200" b="0"/>
            </a:lvl1pPr>
          </a:lstStyle>
          <a:p>
            <a:pPr lvl="0"/>
            <a:r>
              <a:rPr lang="de-DE"/>
              <a:t>E-Mail</a:t>
            </a:r>
            <a:endParaRPr lang="en-US"/>
          </a:p>
        </p:txBody>
      </p:sp>
      <p:sp>
        <p:nvSpPr>
          <p:cNvPr id="24" name="Textplatzhalter 11">
            <a:extLst>
              <a:ext uri="{FF2B5EF4-FFF2-40B4-BE49-F238E27FC236}">
                <a16:creationId xmlns:a16="http://schemas.microsoft.com/office/drawing/2014/main" id="{778C4C83-CBBB-43B7-8CA1-15800F4FF145}"/>
              </a:ext>
            </a:extLst>
          </p:cNvPr>
          <p:cNvSpPr>
            <a:spLocks noGrp="1"/>
          </p:cNvSpPr>
          <p:nvPr>
            <p:ph type="body" sz="quarter" idx="18" hasCustomPrompt="1"/>
          </p:nvPr>
        </p:nvSpPr>
        <p:spPr>
          <a:xfrm>
            <a:off x="2682996" y="2524966"/>
            <a:ext cx="4959629" cy="144000"/>
          </a:xfrm>
        </p:spPr>
        <p:txBody>
          <a:bodyPr anchor="ctr"/>
          <a:lstStyle>
            <a:lvl1pPr marL="0" indent="0">
              <a:lnSpc>
                <a:spcPct val="100000"/>
              </a:lnSpc>
              <a:spcBef>
                <a:spcPts val="0"/>
              </a:spcBef>
              <a:buNone/>
              <a:defRPr sz="1200" b="0"/>
            </a:lvl1pPr>
          </a:lstStyle>
          <a:p>
            <a:pPr lvl="0"/>
            <a:r>
              <a:rPr lang="de-DE"/>
              <a:t>Telefonnummer</a:t>
            </a:r>
            <a:endParaRPr lang="en-US"/>
          </a:p>
        </p:txBody>
      </p:sp>
      <p:sp>
        <p:nvSpPr>
          <p:cNvPr id="26" name="Textplatzhalter 11">
            <a:extLst>
              <a:ext uri="{FF2B5EF4-FFF2-40B4-BE49-F238E27FC236}">
                <a16:creationId xmlns:a16="http://schemas.microsoft.com/office/drawing/2014/main" id="{2D5A83F5-D380-405C-A134-1681FA791A4C}"/>
              </a:ext>
            </a:extLst>
          </p:cNvPr>
          <p:cNvSpPr>
            <a:spLocks noGrp="1"/>
          </p:cNvSpPr>
          <p:nvPr>
            <p:ph type="body" sz="quarter" idx="20" hasCustomPrompt="1"/>
          </p:nvPr>
        </p:nvSpPr>
        <p:spPr>
          <a:xfrm>
            <a:off x="2380576" y="2034628"/>
            <a:ext cx="5262050" cy="216000"/>
          </a:xfrm>
        </p:spPr>
        <p:txBody>
          <a:bodyPr anchor="ctr"/>
          <a:lstStyle>
            <a:lvl1pPr marL="0" indent="0">
              <a:lnSpc>
                <a:spcPct val="100000"/>
              </a:lnSpc>
              <a:spcBef>
                <a:spcPts val="0"/>
              </a:spcBef>
              <a:buNone/>
              <a:defRPr b="0"/>
            </a:lvl1pPr>
          </a:lstStyle>
          <a:p>
            <a:pPr lvl="0"/>
            <a:r>
              <a:rPr lang="de-DE"/>
              <a:t>Position/Organisation</a:t>
            </a:r>
            <a:endParaRPr lang="en-US"/>
          </a:p>
        </p:txBody>
      </p:sp>
      <p:sp>
        <p:nvSpPr>
          <p:cNvPr id="42" name="Bildplatzhalter 9">
            <a:extLst>
              <a:ext uri="{FF2B5EF4-FFF2-40B4-BE49-F238E27FC236}">
                <a16:creationId xmlns:a16="http://schemas.microsoft.com/office/drawing/2014/main" id="{F47AC124-B133-412E-B0C8-C733A5A92C1C}"/>
              </a:ext>
            </a:extLst>
          </p:cNvPr>
          <p:cNvSpPr>
            <a:spLocks noGrp="1"/>
          </p:cNvSpPr>
          <p:nvPr>
            <p:ph type="pic" sz="quarter" idx="21" hasCustomPrompt="1"/>
          </p:nvPr>
        </p:nvSpPr>
        <p:spPr>
          <a:xfrm>
            <a:off x="558277" y="3327959"/>
            <a:ext cx="1357200" cy="1357200"/>
          </a:xfrm>
          <a:blipFill>
            <a:blip r:embed="rId2"/>
            <a:stretch>
              <a:fillRect/>
            </a:stretch>
          </a:blipFill>
        </p:spPr>
        <p:txBody>
          <a:bodyPr/>
          <a:lstStyle>
            <a:lvl1pPr marL="0" indent="0">
              <a:buNone/>
              <a:defRPr/>
            </a:lvl1pPr>
          </a:lstStyle>
          <a:p>
            <a:r>
              <a:rPr lang="de-DE"/>
              <a:t> </a:t>
            </a:r>
            <a:endParaRPr lang="en-US"/>
          </a:p>
        </p:txBody>
      </p:sp>
      <p:sp>
        <p:nvSpPr>
          <p:cNvPr id="51" name="Bildplatzhalter 9">
            <a:extLst>
              <a:ext uri="{FF2B5EF4-FFF2-40B4-BE49-F238E27FC236}">
                <a16:creationId xmlns:a16="http://schemas.microsoft.com/office/drawing/2014/main" id="{BF3FDFB1-FE4B-4E00-8A5E-7C705C797BED}"/>
              </a:ext>
            </a:extLst>
          </p:cNvPr>
          <p:cNvSpPr>
            <a:spLocks noGrp="1"/>
          </p:cNvSpPr>
          <p:nvPr>
            <p:ph type="pic" sz="quarter" idx="27" hasCustomPrompt="1"/>
          </p:nvPr>
        </p:nvSpPr>
        <p:spPr>
          <a:xfrm>
            <a:off x="558277" y="4843800"/>
            <a:ext cx="1357200" cy="1357200"/>
          </a:xfrm>
          <a:blipFill>
            <a:blip r:embed="rId2"/>
            <a:stretch>
              <a:fillRect/>
            </a:stretch>
          </a:blipFill>
        </p:spPr>
        <p:txBody>
          <a:bodyPr/>
          <a:lstStyle>
            <a:lvl1pPr marL="0" indent="0">
              <a:buNone/>
              <a:defRPr/>
            </a:lvl1pPr>
          </a:lstStyle>
          <a:p>
            <a:r>
              <a:rPr lang="de-DE"/>
              <a:t> </a:t>
            </a:r>
            <a:endParaRPr lang="en-US"/>
          </a:p>
        </p:txBody>
      </p:sp>
      <p:sp>
        <p:nvSpPr>
          <p:cNvPr id="76" name="Textplatzhalter 11">
            <a:extLst>
              <a:ext uri="{FF2B5EF4-FFF2-40B4-BE49-F238E27FC236}">
                <a16:creationId xmlns:a16="http://schemas.microsoft.com/office/drawing/2014/main" id="{E1CC5647-09AC-43CF-8FB0-495250281B1B}"/>
              </a:ext>
            </a:extLst>
          </p:cNvPr>
          <p:cNvSpPr>
            <a:spLocks noGrp="1"/>
          </p:cNvSpPr>
          <p:nvPr>
            <p:ph type="body" sz="quarter" idx="28" hasCustomPrompt="1"/>
          </p:nvPr>
        </p:nvSpPr>
        <p:spPr>
          <a:xfrm>
            <a:off x="2382815" y="3326504"/>
            <a:ext cx="5259810" cy="216000"/>
          </a:xfrm>
        </p:spPr>
        <p:txBody>
          <a:bodyPr anchor="t"/>
          <a:lstStyle>
            <a:lvl1pPr marL="0" indent="0">
              <a:lnSpc>
                <a:spcPct val="100000"/>
              </a:lnSpc>
              <a:spcBef>
                <a:spcPts val="0"/>
              </a:spcBef>
              <a:buNone/>
              <a:defRPr b="1"/>
            </a:lvl1pPr>
          </a:lstStyle>
          <a:p>
            <a:pPr lvl="0"/>
            <a:r>
              <a:rPr lang="de-DE"/>
              <a:t>Name</a:t>
            </a:r>
            <a:endParaRPr lang="en-US"/>
          </a:p>
        </p:txBody>
      </p:sp>
      <p:sp>
        <p:nvSpPr>
          <p:cNvPr id="80" name="Textplatzhalter 11">
            <a:extLst>
              <a:ext uri="{FF2B5EF4-FFF2-40B4-BE49-F238E27FC236}">
                <a16:creationId xmlns:a16="http://schemas.microsoft.com/office/drawing/2014/main" id="{34482FC8-39A7-4E44-8BF0-6701234DA9A8}"/>
              </a:ext>
            </a:extLst>
          </p:cNvPr>
          <p:cNvSpPr>
            <a:spLocks noGrp="1"/>
          </p:cNvSpPr>
          <p:nvPr>
            <p:ph type="body" sz="quarter" idx="29" hasCustomPrompt="1"/>
          </p:nvPr>
        </p:nvSpPr>
        <p:spPr>
          <a:xfrm>
            <a:off x="2673265" y="3823736"/>
            <a:ext cx="4969359" cy="144000"/>
          </a:xfrm>
        </p:spPr>
        <p:txBody>
          <a:bodyPr anchor="ctr"/>
          <a:lstStyle>
            <a:lvl1pPr marL="0" indent="0">
              <a:lnSpc>
                <a:spcPct val="100000"/>
              </a:lnSpc>
              <a:spcBef>
                <a:spcPts val="0"/>
              </a:spcBef>
              <a:buNone/>
              <a:defRPr sz="1200" b="0"/>
            </a:lvl1pPr>
          </a:lstStyle>
          <a:p>
            <a:pPr lvl="0"/>
            <a:r>
              <a:rPr lang="de-DE"/>
              <a:t>E-Mail</a:t>
            </a:r>
            <a:endParaRPr lang="en-US"/>
          </a:p>
        </p:txBody>
      </p:sp>
      <p:sp>
        <p:nvSpPr>
          <p:cNvPr id="81" name="Textplatzhalter 11">
            <a:extLst>
              <a:ext uri="{FF2B5EF4-FFF2-40B4-BE49-F238E27FC236}">
                <a16:creationId xmlns:a16="http://schemas.microsoft.com/office/drawing/2014/main" id="{03AE6129-D0F8-4E57-B4D8-ADE21CF624A9}"/>
              </a:ext>
            </a:extLst>
          </p:cNvPr>
          <p:cNvSpPr>
            <a:spLocks noGrp="1"/>
          </p:cNvSpPr>
          <p:nvPr>
            <p:ph type="body" sz="quarter" idx="30" hasCustomPrompt="1"/>
          </p:nvPr>
        </p:nvSpPr>
        <p:spPr>
          <a:xfrm>
            <a:off x="2673265" y="4034343"/>
            <a:ext cx="4969359" cy="144000"/>
          </a:xfrm>
        </p:spPr>
        <p:txBody>
          <a:bodyPr anchor="ctr"/>
          <a:lstStyle>
            <a:lvl1pPr marL="0" indent="0">
              <a:lnSpc>
                <a:spcPct val="100000"/>
              </a:lnSpc>
              <a:spcBef>
                <a:spcPts val="0"/>
              </a:spcBef>
              <a:buNone/>
              <a:defRPr sz="1200" b="0"/>
            </a:lvl1pPr>
          </a:lstStyle>
          <a:p>
            <a:pPr lvl="0"/>
            <a:r>
              <a:rPr lang="de-DE"/>
              <a:t>Telefonnummer</a:t>
            </a:r>
            <a:endParaRPr lang="en-US"/>
          </a:p>
        </p:txBody>
      </p:sp>
      <p:sp>
        <p:nvSpPr>
          <p:cNvPr id="83" name="Textplatzhalter 11">
            <a:extLst>
              <a:ext uri="{FF2B5EF4-FFF2-40B4-BE49-F238E27FC236}">
                <a16:creationId xmlns:a16="http://schemas.microsoft.com/office/drawing/2014/main" id="{ED3F554C-E345-450A-9FA5-BA988E0D9B44}"/>
              </a:ext>
            </a:extLst>
          </p:cNvPr>
          <p:cNvSpPr>
            <a:spLocks noGrp="1"/>
          </p:cNvSpPr>
          <p:nvPr>
            <p:ph type="body" sz="quarter" idx="32" hasCustomPrompt="1"/>
          </p:nvPr>
        </p:nvSpPr>
        <p:spPr>
          <a:xfrm>
            <a:off x="2382815" y="3544005"/>
            <a:ext cx="5259810" cy="216000"/>
          </a:xfrm>
        </p:spPr>
        <p:txBody>
          <a:bodyPr anchor="ctr"/>
          <a:lstStyle>
            <a:lvl1pPr marL="0" indent="0">
              <a:lnSpc>
                <a:spcPct val="100000"/>
              </a:lnSpc>
              <a:spcBef>
                <a:spcPts val="0"/>
              </a:spcBef>
              <a:buNone/>
              <a:defRPr b="0"/>
            </a:lvl1pPr>
          </a:lstStyle>
          <a:p>
            <a:pPr lvl="0"/>
            <a:r>
              <a:rPr lang="de-DE"/>
              <a:t>Position/Organisation</a:t>
            </a:r>
            <a:endParaRPr lang="en-US"/>
          </a:p>
        </p:txBody>
      </p:sp>
      <p:sp>
        <p:nvSpPr>
          <p:cNvPr id="48" name="Textplatzhalter 11">
            <a:extLst>
              <a:ext uri="{FF2B5EF4-FFF2-40B4-BE49-F238E27FC236}">
                <a16:creationId xmlns:a16="http://schemas.microsoft.com/office/drawing/2014/main" id="{03464F00-E2CE-4EF3-B4D6-73F09D87EFFA}"/>
              </a:ext>
            </a:extLst>
          </p:cNvPr>
          <p:cNvSpPr>
            <a:spLocks noGrp="1"/>
          </p:cNvSpPr>
          <p:nvPr>
            <p:ph type="body" sz="quarter" idx="38" hasCustomPrompt="1"/>
          </p:nvPr>
        </p:nvSpPr>
        <p:spPr>
          <a:xfrm>
            <a:off x="2382814" y="4850504"/>
            <a:ext cx="5259809" cy="216000"/>
          </a:xfrm>
        </p:spPr>
        <p:txBody>
          <a:bodyPr anchor="t"/>
          <a:lstStyle>
            <a:lvl1pPr marL="0" indent="0">
              <a:lnSpc>
                <a:spcPct val="100000"/>
              </a:lnSpc>
              <a:spcBef>
                <a:spcPts val="0"/>
              </a:spcBef>
              <a:buNone/>
              <a:defRPr b="1"/>
            </a:lvl1pPr>
          </a:lstStyle>
          <a:p>
            <a:pPr lvl="0"/>
            <a:r>
              <a:rPr lang="de-DE"/>
              <a:t>Name</a:t>
            </a:r>
            <a:endParaRPr lang="en-US"/>
          </a:p>
        </p:txBody>
      </p:sp>
      <p:sp>
        <p:nvSpPr>
          <p:cNvPr id="54" name="Textplatzhalter 11">
            <a:extLst>
              <a:ext uri="{FF2B5EF4-FFF2-40B4-BE49-F238E27FC236}">
                <a16:creationId xmlns:a16="http://schemas.microsoft.com/office/drawing/2014/main" id="{315E5A50-1AD0-43A4-9E5E-507A33A226AE}"/>
              </a:ext>
            </a:extLst>
          </p:cNvPr>
          <p:cNvSpPr>
            <a:spLocks noGrp="1"/>
          </p:cNvSpPr>
          <p:nvPr>
            <p:ph type="body" sz="quarter" idx="41" hasCustomPrompt="1"/>
          </p:nvPr>
        </p:nvSpPr>
        <p:spPr>
          <a:xfrm>
            <a:off x="2382814" y="5068005"/>
            <a:ext cx="5259809" cy="216000"/>
          </a:xfrm>
        </p:spPr>
        <p:txBody>
          <a:bodyPr anchor="ctr"/>
          <a:lstStyle>
            <a:lvl1pPr marL="0" indent="0">
              <a:lnSpc>
                <a:spcPct val="100000"/>
              </a:lnSpc>
              <a:spcBef>
                <a:spcPts val="0"/>
              </a:spcBef>
              <a:buNone/>
              <a:defRPr b="0"/>
            </a:lvl1pPr>
          </a:lstStyle>
          <a:p>
            <a:pPr lvl="0"/>
            <a:r>
              <a:rPr lang="de-DE"/>
              <a:t>Position/Organisation</a:t>
            </a:r>
            <a:endParaRPr lang="en-US"/>
          </a:p>
        </p:txBody>
      </p:sp>
      <p:sp>
        <p:nvSpPr>
          <p:cNvPr id="55" name="Textplatzhalter 11">
            <a:extLst>
              <a:ext uri="{FF2B5EF4-FFF2-40B4-BE49-F238E27FC236}">
                <a16:creationId xmlns:a16="http://schemas.microsoft.com/office/drawing/2014/main" id="{E6AFFAD5-B741-4842-BF57-A739170380F1}"/>
              </a:ext>
            </a:extLst>
          </p:cNvPr>
          <p:cNvSpPr>
            <a:spLocks noGrp="1"/>
          </p:cNvSpPr>
          <p:nvPr>
            <p:ph type="body" sz="quarter" idx="39" hasCustomPrompt="1"/>
          </p:nvPr>
        </p:nvSpPr>
        <p:spPr>
          <a:xfrm>
            <a:off x="2673265" y="5347736"/>
            <a:ext cx="4969358" cy="144000"/>
          </a:xfrm>
        </p:spPr>
        <p:txBody>
          <a:bodyPr anchor="ctr"/>
          <a:lstStyle>
            <a:lvl1pPr marL="0" indent="0">
              <a:lnSpc>
                <a:spcPct val="100000"/>
              </a:lnSpc>
              <a:spcBef>
                <a:spcPts val="0"/>
              </a:spcBef>
              <a:buNone/>
              <a:defRPr sz="1200" b="0"/>
            </a:lvl1pPr>
          </a:lstStyle>
          <a:p>
            <a:pPr lvl="0"/>
            <a:r>
              <a:rPr lang="de-DE"/>
              <a:t>E-Mail</a:t>
            </a:r>
            <a:endParaRPr lang="en-US"/>
          </a:p>
        </p:txBody>
      </p:sp>
      <p:sp>
        <p:nvSpPr>
          <p:cNvPr id="56" name="Textplatzhalter 11">
            <a:extLst>
              <a:ext uri="{FF2B5EF4-FFF2-40B4-BE49-F238E27FC236}">
                <a16:creationId xmlns:a16="http://schemas.microsoft.com/office/drawing/2014/main" id="{870B6530-504A-49B7-8D2E-F785F2B1739C}"/>
              </a:ext>
            </a:extLst>
          </p:cNvPr>
          <p:cNvSpPr>
            <a:spLocks noGrp="1"/>
          </p:cNvSpPr>
          <p:nvPr>
            <p:ph type="body" sz="quarter" idx="40" hasCustomPrompt="1"/>
          </p:nvPr>
        </p:nvSpPr>
        <p:spPr>
          <a:xfrm>
            <a:off x="2673265" y="5558343"/>
            <a:ext cx="4969358" cy="144000"/>
          </a:xfrm>
        </p:spPr>
        <p:txBody>
          <a:bodyPr anchor="ctr"/>
          <a:lstStyle>
            <a:lvl1pPr marL="0" indent="0">
              <a:lnSpc>
                <a:spcPct val="100000"/>
              </a:lnSpc>
              <a:spcBef>
                <a:spcPts val="0"/>
              </a:spcBef>
              <a:buNone/>
              <a:defRPr sz="1200" b="0"/>
            </a:lvl1pPr>
          </a:lstStyle>
          <a:p>
            <a:pPr lvl="0"/>
            <a:r>
              <a:rPr lang="de-DE"/>
              <a:t>Telefonnummer</a:t>
            </a:r>
            <a:endParaRPr lang="en-US"/>
          </a:p>
        </p:txBody>
      </p:sp>
      <p:pic>
        <p:nvPicPr>
          <p:cNvPr id="85" name="Grafik 84" descr="Ein Bild, das Text enthält.&#10;&#10;Automatisch generierte Beschreibung">
            <a:extLst>
              <a:ext uri="{FF2B5EF4-FFF2-40B4-BE49-F238E27FC236}">
                <a16:creationId xmlns:a16="http://schemas.microsoft.com/office/drawing/2014/main" id="{9D224331-A6F6-49B1-A0D9-E7B854D68A4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9531" y="408748"/>
            <a:ext cx="1647997" cy="426122"/>
          </a:xfrm>
          <a:prstGeom prst="rect">
            <a:avLst/>
          </a:prstGeom>
        </p:spPr>
      </p:pic>
      <p:pic>
        <p:nvPicPr>
          <p:cNvPr id="86" name="Grafik 85">
            <a:extLst>
              <a:ext uri="{FF2B5EF4-FFF2-40B4-BE49-F238E27FC236}">
                <a16:creationId xmlns:a16="http://schemas.microsoft.com/office/drawing/2014/main" id="{2D89C30E-356B-4A8B-AEF0-B38E3EA111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7423" y="408747"/>
            <a:ext cx="1285200" cy="351964"/>
          </a:xfrm>
          <a:prstGeom prst="rect">
            <a:avLst/>
          </a:prstGeom>
        </p:spPr>
      </p:pic>
      <p:pic>
        <p:nvPicPr>
          <p:cNvPr id="87" name="Grafik 86">
            <a:extLst>
              <a:ext uri="{FF2B5EF4-FFF2-40B4-BE49-F238E27FC236}">
                <a16:creationId xmlns:a16="http://schemas.microsoft.com/office/drawing/2014/main" id="{2E0F8827-46CF-4888-97F2-72A1682E4E8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564023" y="408747"/>
            <a:ext cx="1526047" cy="426123"/>
          </a:xfrm>
          <a:prstGeom prst="rect">
            <a:avLst/>
          </a:prstGeom>
        </p:spPr>
      </p:pic>
      <p:pic>
        <p:nvPicPr>
          <p:cNvPr id="34" name="Grafik 33">
            <a:extLst>
              <a:ext uri="{FF2B5EF4-FFF2-40B4-BE49-F238E27FC236}">
                <a16:creationId xmlns:a16="http://schemas.microsoft.com/office/drawing/2014/main" id="{E66E3DDA-83CB-4FED-9EEB-5E4769C080B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80416" y="2513490"/>
            <a:ext cx="162000" cy="162000"/>
          </a:xfrm>
          <a:prstGeom prst="rect">
            <a:avLst/>
          </a:prstGeom>
        </p:spPr>
      </p:pic>
      <p:pic>
        <p:nvPicPr>
          <p:cNvPr id="35" name="Grafik 34">
            <a:extLst>
              <a:ext uri="{FF2B5EF4-FFF2-40B4-BE49-F238E27FC236}">
                <a16:creationId xmlns:a16="http://schemas.microsoft.com/office/drawing/2014/main" id="{739042BF-CD3B-4804-97DD-0C379841997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80416" y="2306336"/>
            <a:ext cx="162000" cy="162000"/>
          </a:xfrm>
          <a:prstGeom prst="rect">
            <a:avLst/>
          </a:prstGeom>
        </p:spPr>
      </p:pic>
      <p:pic>
        <p:nvPicPr>
          <p:cNvPr id="37" name="Grafik 36">
            <a:extLst>
              <a:ext uri="{FF2B5EF4-FFF2-40B4-BE49-F238E27FC236}">
                <a16:creationId xmlns:a16="http://schemas.microsoft.com/office/drawing/2014/main" id="{62D12DF0-6F68-4EF3-90A1-0916C729C9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80416" y="4026129"/>
            <a:ext cx="162000" cy="162000"/>
          </a:xfrm>
          <a:prstGeom prst="rect">
            <a:avLst/>
          </a:prstGeom>
        </p:spPr>
      </p:pic>
      <p:pic>
        <p:nvPicPr>
          <p:cNvPr id="38" name="Grafik 37">
            <a:extLst>
              <a:ext uri="{FF2B5EF4-FFF2-40B4-BE49-F238E27FC236}">
                <a16:creationId xmlns:a16="http://schemas.microsoft.com/office/drawing/2014/main" id="{619143DB-C8EE-4BBF-AEED-8C311F312F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82814" y="3816174"/>
            <a:ext cx="162000" cy="162000"/>
          </a:xfrm>
          <a:prstGeom prst="rect">
            <a:avLst/>
          </a:prstGeom>
        </p:spPr>
      </p:pic>
      <p:pic>
        <p:nvPicPr>
          <p:cNvPr id="39" name="Grafik 38">
            <a:extLst>
              <a:ext uri="{FF2B5EF4-FFF2-40B4-BE49-F238E27FC236}">
                <a16:creationId xmlns:a16="http://schemas.microsoft.com/office/drawing/2014/main" id="{7EA0A531-B6F5-4B88-B574-815F562C7D0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82814" y="5549343"/>
            <a:ext cx="162000" cy="162000"/>
          </a:xfrm>
          <a:prstGeom prst="rect">
            <a:avLst/>
          </a:prstGeom>
        </p:spPr>
      </p:pic>
      <p:pic>
        <p:nvPicPr>
          <p:cNvPr id="40" name="Grafik 39">
            <a:extLst>
              <a:ext uri="{FF2B5EF4-FFF2-40B4-BE49-F238E27FC236}">
                <a16:creationId xmlns:a16="http://schemas.microsoft.com/office/drawing/2014/main" id="{CE2FCB26-6E9D-4A50-ACCE-797103AF0C0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82814" y="5338736"/>
            <a:ext cx="162000" cy="162000"/>
          </a:xfrm>
          <a:prstGeom prst="rect">
            <a:avLst/>
          </a:prstGeom>
        </p:spPr>
      </p:pic>
      <p:pic>
        <p:nvPicPr>
          <p:cNvPr id="3" name="Grafik 2">
            <a:extLst>
              <a:ext uri="{FF2B5EF4-FFF2-40B4-BE49-F238E27FC236}">
                <a16:creationId xmlns:a16="http://schemas.microsoft.com/office/drawing/2014/main" id="{EF406984-D74F-BA73-59CD-6DFC6EF6816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90074" y="407212"/>
            <a:ext cx="1335739" cy="585850"/>
          </a:xfrm>
          <a:prstGeom prst="rect">
            <a:avLst/>
          </a:prstGeom>
        </p:spPr>
      </p:pic>
    </p:spTree>
    <p:extLst>
      <p:ext uri="{BB962C8B-B14F-4D97-AF65-F5344CB8AC3E}">
        <p14:creationId xmlns:p14="http://schemas.microsoft.com/office/powerpoint/2010/main" val="367460020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chlussfolie mit Kontakt">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5" name="Rechteck 134">
            <a:extLst>
              <a:ext uri="{FF2B5EF4-FFF2-40B4-BE49-F238E27FC236}">
                <a16:creationId xmlns:a16="http://schemas.microsoft.com/office/drawing/2014/main" id="{02829C90-5D86-4C21-88CE-D32F8B602506}"/>
              </a:ext>
            </a:extLst>
          </p:cNvPr>
          <p:cNvSpPr/>
          <p:nvPr userDrawn="1"/>
        </p:nvSpPr>
        <p:spPr>
          <a:xfrm>
            <a:off x="339969" y="238126"/>
            <a:ext cx="11465169"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8077201" y="68262"/>
            <a:ext cx="4114800" cy="6789738"/>
          </a:xfrm>
          <a:solidFill>
            <a:srgbClr val="B2C5D9"/>
          </a:solidFill>
        </p:spPr>
        <p:txBody>
          <a:bodyPr/>
          <a:lstStyle>
            <a:lvl1pPr marL="0" indent="0">
              <a:buNone/>
              <a:defRPr/>
            </a:lvl1pPr>
          </a:lstStyle>
          <a:p>
            <a:r>
              <a:rPr lang="de-DE"/>
              <a:t> </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Titel 1">
            <a:extLst>
              <a:ext uri="{FF2B5EF4-FFF2-40B4-BE49-F238E27FC236}">
                <a16:creationId xmlns:a16="http://schemas.microsoft.com/office/drawing/2014/main" id="{7EBD8B3E-1EF0-4260-9B96-B63981505DC8}"/>
              </a:ext>
            </a:extLst>
          </p:cNvPr>
          <p:cNvSpPr>
            <a:spLocks noGrp="1"/>
          </p:cNvSpPr>
          <p:nvPr>
            <p:ph type="title" hasCustomPrompt="1"/>
          </p:nvPr>
        </p:nvSpPr>
        <p:spPr>
          <a:xfrm>
            <a:off x="557539" y="1449000"/>
            <a:ext cx="7086599" cy="776288"/>
          </a:xfrm>
        </p:spPr>
        <p:txBody>
          <a:bodyPr/>
          <a:lstStyle>
            <a:lvl1pPr>
              <a:defRPr sz="2800"/>
            </a:lvl1pPr>
          </a:lstStyle>
          <a:p>
            <a:r>
              <a:rPr lang="de-DE" err="1"/>
              <a:t>Lorem</a:t>
            </a:r>
            <a:r>
              <a:rPr lang="de-DE"/>
              <a:t> Ipsum Vielen Dank für Ihre Aufmerksamkeit</a:t>
            </a:r>
            <a:endParaRPr lang="en-US"/>
          </a:p>
        </p:txBody>
      </p:sp>
      <p:sp>
        <p:nvSpPr>
          <p:cNvPr id="29" name="Textplatzhalter 38">
            <a:extLst>
              <a:ext uri="{FF2B5EF4-FFF2-40B4-BE49-F238E27FC236}">
                <a16:creationId xmlns:a16="http://schemas.microsoft.com/office/drawing/2014/main" id="{31F9CB24-C951-491B-94A5-93BCD28B95D0}"/>
              </a:ext>
            </a:extLst>
          </p:cNvPr>
          <p:cNvSpPr>
            <a:spLocks noGrp="1"/>
          </p:cNvSpPr>
          <p:nvPr>
            <p:ph type="body" sz="quarter" idx="14" hasCustomPrompt="1"/>
          </p:nvPr>
        </p:nvSpPr>
        <p:spPr>
          <a:xfrm>
            <a:off x="557539" y="2444401"/>
            <a:ext cx="7086599" cy="494571"/>
          </a:xfrm>
        </p:spPr>
        <p:txBody>
          <a:bodyPr/>
          <a:lstStyle>
            <a:lvl1pPr marL="0" indent="0">
              <a:spcBef>
                <a:spcPts val="0"/>
              </a:spcBef>
              <a:buNone/>
              <a:defRPr sz="1600"/>
            </a:lvl1pPr>
            <a:lvl2pPr>
              <a:defRPr sz="1600"/>
            </a:lvl2pPr>
            <a:lvl3pPr>
              <a:defRPr sz="1400"/>
            </a:lvl3pPr>
            <a:lvl4pPr>
              <a:defRPr sz="1200"/>
            </a:lvl4pPr>
            <a:lvl5pPr>
              <a:defRPr sz="1200"/>
            </a:lvl5pPr>
          </a:lstStyle>
          <a:p>
            <a:pPr lvl="0"/>
            <a:r>
              <a:rPr lang="de-DE"/>
              <a:t>Subheadline </a:t>
            </a:r>
            <a:r>
              <a:rPr lang="de-DE" err="1"/>
              <a:t>Lorem</a:t>
            </a:r>
            <a:br>
              <a:rPr lang="de-DE"/>
            </a:br>
            <a:r>
              <a:rPr lang="de-DE"/>
              <a:t>Zweite Zeile Ipsum</a:t>
            </a:r>
            <a:endParaRPr lang="en-US"/>
          </a:p>
        </p:txBody>
      </p:sp>
      <p:cxnSp>
        <p:nvCxnSpPr>
          <p:cNvPr id="31" name="Gerader Verbinder 30">
            <a:extLst>
              <a:ext uri="{FF2B5EF4-FFF2-40B4-BE49-F238E27FC236}">
                <a16:creationId xmlns:a16="http://schemas.microsoft.com/office/drawing/2014/main" id="{4BB69AF9-128B-4745-B95C-72CFA53827A8}"/>
              </a:ext>
            </a:extLst>
          </p:cNvPr>
          <p:cNvCxnSpPr>
            <a:cxnSpLocks/>
          </p:cNvCxnSpPr>
          <p:nvPr userDrawn="1"/>
        </p:nvCxnSpPr>
        <p:spPr>
          <a:xfrm>
            <a:off x="558277" y="3081600"/>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2" name="Bildplatzhalter 9">
            <a:extLst>
              <a:ext uri="{FF2B5EF4-FFF2-40B4-BE49-F238E27FC236}">
                <a16:creationId xmlns:a16="http://schemas.microsoft.com/office/drawing/2014/main" id="{5AEB2A05-54AF-476C-BD47-D4F5A4D64D4D}"/>
              </a:ext>
            </a:extLst>
          </p:cNvPr>
          <p:cNvSpPr>
            <a:spLocks noGrp="1"/>
          </p:cNvSpPr>
          <p:nvPr>
            <p:ph type="pic" sz="quarter" idx="15" hasCustomPrompt="1"/>
          </p:nvPr>
        </p:nvSpPr>
        <p:spPr>
          <a:xfrm>
            <a:off x="557456" y="3657600"/>
            <a:ext cx="1764000" cy="1763712"/>
          </a:xfrm>
          <a:blipFill>
            <a:blip r:embed="rId2"/>
            <a:stretch>
              <a:fillRect/>
            </a:stretch>
          </a:blipFill>
        </p:spPr>
        <p:txBody>
          <a:bodyPr/>
          <a:lstStyle>
            <a:lvl1pPr marL="0" indent="0">
              <a:buNone/>
              <a:defRPr/>
            </a:lvl1pPr>
          </a:lstStyle>
          <a:p>
            <a:r>
              <a:rPr lang="de-DE"/>
              <a:t> </a:t>
            </a:r>
            <a:endParaRPr lang="en-US"/>
          </a:p>
        </p:txBody>
      </p:sp>
      <p:sp>
        <p:nvSpPr>
          <p:cNvPr id="33" name="Textplatzhalter 11">
            <a:extLst>
              <a:ext uri="{FF2B5EF4-FFF2-40B4-BE49-F238E27FC236}">
                <a16:creationId xmlns:a16="http://schemas.microsoft.com/office/drawing/2014/main" id="{D93A3093-020E-4C4A-BB44-8E73D06E865E}"/>
              </a:ext>
            </a:extLst>
          </p:cNvPr>
          <p:cNvSpPr>
            <a:spLocks noGrp="1"/>
          </p:cNvSpPr>
          <p:nvPr>
            <p:ph type="body" sz="quarter" idx="16" hasCustomPrompt="1"/>
          </p:nvPr>
        </p:nvSpPr>
        <p:spPr>
          <a:xfrm>
            <a:off x="2880332" y="3657600"/>
            <a:ext cx="4763806" cy="234871"/>
          </a:xfrm>
        </p:spPr>
        <p:txBody>
          <a:bodyPr anchor="t"/>
          <a:lstStyle>
            <a:lvl1pPr marL="0" indent="0">
              <a:lnSpc>
                <a:spcPct val="100000"/>
              </a:lnSpc>
              <a:spcBef>
                <a:spcPts val="0"/>
              </a:spcBef>
              <a:buNone/>
              <a:defRPr b="1"/>
            </a:lvl1pPr>
          </a:lstStyle>
          <a:p>
            <a:pPr lvl="0"/>
            <a:r>
              <a:rPr lang="de-DE"/>
              <a:t>Name</a:t>
            </a:r>
            <a:endParaRPr lang="en-US"/>
          </a:p>
        </p:txBody>
      </p:sp>
      <p:sp>
        <p:nvSpPr>
          <p:cNvPr id="37" name="Textplatzhalter 11">
            <a:extLst>
              <a:ext uri="{FF2B5EF4-FFF2-40B4-BE49-F238E27FC236}">
                <a16:creationId xmlns:a16="http://schemas.microsoft.com/office/drawing/2014/main" id="{60CA7A47-57E9-487D-AA1F-8A06FEF75984}"/>
              </a:ext>
            </a:extLst>
          </p:cNvPr>
          <p:cNvSpPr>
            <a:spLocks noGrp="1"/>
          </p:cNvSpPr>
          <p:nvPr>
            <p:ph type="body" sz="quarter" idx="17" hasCustomPrompt="1"/>
          </p:nvPr>
        </p:nvSpPr>
        <p:spPr>
          <a:xfrm>
            <a:off x="3334674" y="4258972"/>
            <a:ext cx="4309465" cy="234873"/>
          </a:xfrm>
        </p:spPr>
        <p:txBody>
          <a:bodyPr anchor="ctr"/>
          <a:lstStyle>
            <a:lvl1pPr marL="0" indent="0">
              <a:lnSpc>
                <a:spcPct val="100000"/>
              </a:lnSpc>
              <a:spcBef>
                <a:spcPts val="0"/>
              </a:spcBef>
              <a:buNone/>
              <a:defRPr b="0"/>
            </a:lvl1pPr>
          </a:lstStyle>
          <a:p>
            <a:pPr lvl="0"/>
            <a:r>
              <a:rPr lang="de-DE"/>
              <a:t>E-Mail</a:t>
            </a:r>
            <a:endParaRPr lang="en-US"/>
          </a:p>
        </p:txBody>
      </p:sp>
      <p:sp>
        <p:nvSpPr>
          <p:cNvPr id="38" name="Textplatzhalter 11">
            <a:extLst>
              <a:ext uri="{FF2B5EF4-FFF2-40B4-BE49-F238E27FC236}">
                <a16:creationId xmlns:a16="http://schemas.microsoft.com/office/drawing/2014/main" id="{EB971443-14B3-4564-B92A-16AA36DF7A68}"/>
              </a:ext>
            </a:extLst>
          </p:cNvPr>
          <p:cNvSpPr>
            <a:spLocks noGrp="1"/>
          </p:cNvSpPr>
          <p:nvPr>
            <p:ph type="body" sz="quarter" idx="18" hasCustomPrompt="1"/>
          </p:nvPr>
        </p:nvSpPr>
        <p:spPr>
          <a:xfrm>
            <a:off x="3334673" y="4566309"/>
            <a:ext cx="4309465" cy="234873"/>
          </a:xfrm>
        </p:spPr>
        <p:txBody>
          <a:bodyPr anchor="ctr"/>
          <a:lstStyle>
            <a:lvl1pPr marL="0" indent="0">
              <a:lnSpc>
                <a:spcPct val="100000"/>
              </a:lnSpc>
              <a:spcBef>
                <a:spcPts val="0"/>
              </a:spcBef>
              <a:buNone/>
              <a:defRPr b="0"/>
            </a:lvl1pPr>
          </a:lstStyle>
          <a:p>
            <a:pPr lvl="0"/>
            <a:r>
              <a:rPr lang="de-DE"/>
              <a:t>Telefonnummer</a:t>
            </a:r>
            <a:endParaRPr lang="en-US"/>
          </a:p>
        </p:txBody>
      </p:sp>
      <p:sp>
        <p:nvSpPr>
          <p:cNvPr id="40" name="Textplatzhalter 11">
            <a:extLst>
              <a:ext uri="{FF2B5EF4-FFF2-40B4-BE49-F238E27FC236}">
                <a16:creationId xmlns:a16="http://schemas.microsoft.com/office/drawing/2014/main" id="{BC014FD6-2FE7-4F17-96C1-2281D981E3F3}"/>
              </a:ext>
            </a:extLst>
          </p:cNvPr>
          <p:cNvSpPr>
            <a:spLocks noGrp="1"/>
          </p:cNvSpPr>
          <p:nvPr>
            <p:ph type="body" sz="quarter" idx="19" hasCustomPrompt="1"/>
          </p:nvPr>
        </p:nvSpPr>
        <p:spPr>
          <a:xfrm>
            <a:off x="3334673" y="4875527"/>
            <a:ext cx="4309465" cy="234873"/>
          </a:xfrm>
        </p:spPr>
        <p:txBody>
          <a:bodyPr anchor="ctr"/>
          <a:lstStyle>
            <a:lvl1pPr marL="0" indent="0">
              <a:lnSpc>
                <a:spcPct val="100000"/>
              </a:lnSpc>
              <a:spcBef>
                <a:spcPts val="0"/>
              </a:spcBef>
              <a:buNone/>
              <a:defRPr b="0"/>
            </a:lvl1pPr>
          </a:lstStyle>
          <a:p>
            <a:pPr lvl="0"/>
            <a:r>
              <a:rPr lang="de-DE"/>
              <a:t>LinkedIn</a:t>
            </a:r>
            <a:endParaRPr lang="en-US"/>
          </a:p>
        </p:txBody>
      </p:sp>
      <p:sp>
        <p:nvSpPr>
          <p:cNvPr id="41" name="Textplatzhalter 11">
            <a:extLst>
              <a:ext uri="{FF2B5EF4-FFF2-40B4-BE49-F238E27FC236}">
                <a16:creationId xmlns:a16="http://schemas.microsoft.com/office/drawing/2014/main" id="{3556376F-B2A9-40C5-A9E1-AC3E455FB955}"/>
              </a:ext>
            </a:extLst>
          </p:cNvPr>
          <p:cNvSpPr>
            <a:spLocks noGrp="1"/>
          </p:cNvSpPr>
          <p:nvPr>
            <p:ph type="body" sz="quarter" idx="20" hasCustomPrompt="1"/>
          </p:nvPr>
        </p:nvSpPr>
        <p:spPr>
          <a:xfrm>
            <a:off x="2880332" y="3896405"/>
            <a:ext cx="4763806" cy="234872"/>
          </a:xfrm>
        </p:spPr>
        <p:txBody>
          <a:bodyPr anchor="ctr"/>
          <a:lstStyle>
            <a:lvl1pPr marL="0" indent="0">
              <a:lnSpc>
                <a:spcPct val="100000"/>
              </a:lnSpc>
              <a:spcBef>
                <a:spcPts val="0"/>
              </a:spcBef>
              <a:buNone/>
              <a:defRPr b="0"/>
            </a:lvl1pPr>
          </a:lstStyle>
          <a:p>
            <a:pPr lvl="0"/>
            <a:r>
              <a:rPr lang="de-DE"/>
              <a:t>Position/Organisation</a:t>
            </a:r>
            <a:endParaRPr lang="en-US"/>
          </a:p>
        </p:txBody>
      </p:sp>
      <p:sp>
        <p:nvSpPr>
          <p:cNvPr id="42" name="Textplatzhalter 11">
            <a:extLst>
              <a:ext uri="{FF2B5EF4-FFF2-40B4-BE49-F238E27FC236}">
                <a16:creationId xmlns:a16="http://schemas.microsoft.com/office/drawing/2014/main" id="{5325C0F0-1B0C-4E64-BC25-B07BCFBC9810}"/>
              </a:ext>
            </a:extLst>
          </p:cNvPr>
          <p:cNvSpPr>
            <a:spLocks noGrp="1"/>
          </p:cNvSpPr>
          <p:nvPr>
            <p:ph type="body" sz="quarter" idx="21" hasCustomPrompt="1"/>
          </p:nvPr>
        </p:nvSpPr>
        <p:spPr>
          <a:xfrm>
            <a:off x="3334672" y="5186438"/>
            <a:ext cx="4309465" cy="234873"/>
          </a:xfrm>
        </p:spPr>
        <p:txBody>
          <a:bodyPr anchor="ctr"/>
          <a:lstStyle>
            <a:lvl1pPr marL="0" indent="0">
              <a:lnSpc>
                <a:spcPct val="100000"/>
              </a:lnSpc>
              <a:spcBef>
                <a:spcPts val="0"/>
              </a:spcBef>
              <a:buNone/>
              <a:defRPr b="0"/>
            </a:lvl1pPr>
          </a:lstStyle>
          <a:p>
            <a:pPr lvl="0"/>
            <a:r>
              <a:rPr lang="de-DE"/>
              <a:t>Weitere Kontaktangabe</a:t>
            </a:r>
            <a:endParaRPr lang="en-US"/>
          </a:p>
        </p:txBody>
      </p:sp>
      <p:sp>
        <p:nvSpPr>
          <p:cNvPr id="44" name="Textplatzhalter 38">
            <a:extLst>
              <a:ext uri="{FF2B5EF4-FFF2-40B4-BE49-F238E27FC236}">
                <a16:creationId xmlns:a16="http://schemas.microsoft.com/office/drawing/2014/main" id="{FC8043D3-066C-4977-8E23-969B6531975F}"/>
              </a:ext>
            </a:extLst>
          </p:cNvPr>
          <p:cNvSpPr>
            <a:spLocks noGrp="1"/>
          </p:cNvSpPr>
          <p:nvPr>
            <p:ph type="body" sz="quarter" idx="22" hasCustomPrompt="1"/>
          </p:nvPr>
        </p:nvSpPr>
        <p:spPr>
          <a:xfrm>
            <a:off x="558277" y="3225600"/>
            <a:ext cx="7086599" cy="288000"/>
          </a:xfrm>
        </p:spPr>
        <p:txBody>
          <a:bodyPr anchor="ctr"/>
          <a:lstStyle>
            <a:lvl1pPr marL="0" indent="0">
              <a:spcBef>
                <a:spcPts val="0"/>
              </a:spcBef>
              <a:buNone/>
              <a:defRPr sz="1800"/>
            </a:lvl1pPr>
            <a:lvl2pPr>
              <a:defRPr sz="1600"/>
            </a:lvl2pPr>
            <a:lvl3pPr>
              <a:defRPr sz="1400"/>
            </a:lvl3pPr>
            <a:lvl4pPr>
              <a:defRPr sz="1200"/>
            </a:lvl4pPr>
            <a:lvl5pPr>
              <a:defRPr sz="1200"/>
            </a:lvl5pPr>
          </a:lstStyle>
          <a:p>
            <a:pPr lvl="0"/>
            <a:r>
              <a:rPr lang="de-DE" err="1"/>
              <a:t>Lorem</a:t>
            </a:r>
            <a:r>
              <a:rPr lang="de-DE"/>
              <a:t> Ipsum Ihre Ansprechperson:</a:t>
            </a:r>
            <a:endParaRPr lang="en-US"/>
          </a:p>
        </p:txBody>
      </p:sp>
      <p:pic>
        <p:nvPicPr>
          <p:cNvPr id="74" name="Grafik 73" descr="Ein Bild, das Text enthält.&#10;&#10;Automatisch generierte Beschreibung">
            <a:extLst>
              <a:ext uri="{FF2B5EF4-FFF2-40B4-BE49-F238E27FC236}">
                <a16:creationId xmlns:a16="http://schemas.microsoft.com/office/drawing/2014/main" id="{3220A176-9EF1-4F39-A759-4E799C474A7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9531" y="408748"/>
            <a:ext cx="1647997" cy="426122"/>
          </a:xfrm>
          <a:prstGeom prst="rect">
            <a:avLst/>
          </a:prstGeom>
        </p:spPr>
      </p:pic>
      <p:pic>
        <p:nvPicPr>
          <p:cNvPr id="75" name="Grafik 74">
            <a:extLst>
              <a:ext uri="{FF2B5EF4-FFF2-40B4-BE49-F238E27FC236}">
                <a16:creationId xmlns:a16="http://schemas.microsoft.com/office/drawing/2014/main" id="{1631ECA4-4AAA-4D36-8094-FB3CFEFB579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7423" y="408747"/>
            <a:ext cx="1285200" cy="351964"/>
          </a:xfrm>
          <a:prstGeom prst="rect">
            <a:avLst/>
          </a:prstGeom>
        </p:spPr>
      </p:pic>
      <p:pic>
        <p:nvPicPr>
          <p:cNvPr id="76" name="Grafik 75">
            <a:extLst>
              <a:ext uri="{FF2B5EF4-FFF2-40B4-BE49-F238E27FC236}">
                <a16:creationId xmlns:a16="http://schemas.microsoft.com/office/drawing/2014/main" id="{0E154DBE-0078-4AF3-B4CD-B09CD27B85E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564023" y="408747"/>
            <a:ext cx="1526047" cy="426123"/>
          </a:xfrm>
          <a:prstGeom prst="rect">
            <a:avLst/>
          </a:prstGeom>
        </p:spPr>
      </p:pic>
      <p:pic>
        <p:nvPicPr>
          <p:cNvPr id="24" name="Grafik 23">
            <a:extLst>
              <a:ext uri="{FF2B5EF4-FFF2-40B4-BE49-F238E27FC236}">
                <a16:creationId xmlns:a16="http://schemas.microsoft.com/office/drawing/2014/main" id="{0D779F4D-1C04-4BFB-907A-659FE6E2D7F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78911" y="4593745"/>
            <a:ext cx="180000" cy="180000"/>
          </a:xfrm>
          <a:prstGeom prst="rect">
            <a:avLst/>
          </a:prstGeom>
        </p:spPr>
      </p:pic>
      <p:pic>
        <p:nvPicPr>
          <p:cNvPr id="25" name="Grafik 24">
            <a:extLst>
              <a:ext uri="{FF2B5EF4-FFF2-40B4-BE49-F238E27FC236}">
                <a16:creationId xmlns:a16="http://schemas.microsoft.com/office/drawing/2014/main" id="{45991154-86FA-4C07-92A4-7B41528DF7B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78911" y="4899677"/>
            <a:ext cx="180000" cy="180000"/>
          </a:xfrm>
          <a:prstGeom prst="rect">
            <a:avLst/>
          </a:prstGeom>
        </p:spPr>
      </p:pic>
      <p:pic>
        <p:nvPicPr>
          <p:cNvPr id="26" name="Grafik 25">
            <a:extLst>
              <a:ext uri="{FF2B5EF4-FFF2-40B4-BE49-F238E27FC236}">
                <a16:creationId xmlns:a16="http://schemas.microsoft.com/office/drawing/2014/main" id="{5A310BEC-4CC4-49BE-A7E1-A24D5121F61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78911" y="4287813"/>
            <a:ext cx="180000" cy="180000"/>
          </a:xfrm>
          <a:prstGeom prst="rect">
            <a:avLst/>
          </a:prstGeom>
        </p:spPr>
      </p:pic>
      <p:pic>
        <p:nvPicPr>
          <p:cNvPr id="2" name="Grafik 1">
            <a:extLst>
              <a:ext uri="{FF2B5EF4-FFF2-40B4-BE49-F238E27FC236}">
                <a16:creationId xmlns:a16="http://schemas.microsoft.com/office/drawing/2014/main" id="{FB8E568A-E899-1863-3B88-740D7402B79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490074" y="407212"/>
            <a:ext cx="1335739" cy="585850"/>
          </a:xfrm>
          <a:prstGeom prst="rect">
            <a:avLst/>
          </a:prstGeom>
        </p:spPr>
      </p:pic>
    </p:spTree>
    <p:extLst>
      <p:ext uri="{BB962C8B-B14F-4D97-AF65-F5344CB8AC3E}">
        <p14:creationId xmlns:p14="http://schemas.microsoft.com/office/powerpoint/2010/main" val="4968978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chlussfolie">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2AA9AF9-C1E4-45D7-81EE-22A40C9977F1}"/>
              </a:ext>
            </a:extLst>
          </p:cNvPr>
          <p:cNvSpPr/>
          <p:nvPr userDrawn="1"/>
        </p:nvSpPr>
        <p:spPr>
          <a:xfrm>
            <a:off x="1" y="68262"/>
            <a:ext cx="12192000" cy="678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 name="Titel 1">
            <a:extLst>
              <a:ext uri="{FF2B5EF4-FFF2-40B4-BE49-F238E27FC236}">
                <a16:creationId xmlns:a16="http://schemas.microsoft.com/office/drawing/2014/main" id="{CE8B9819-F136-4869-839D-BB089F223A86}"/>
              </a:ext>
            </a:extLst>
          </p:cNvPr>
          <p:cNvSpPr>
            <a:spLocks noGrp="1"/>
          </p:cNvSpPr>
          <p:nvPr>
            <p:ph type="title" hasCustomPrompt="1"/>
          </p:nvPr>
        </p:nvSpPr>
        <p:spPr>
          <a:xfrm>
            <a:off x="550800" y="1403759"/>
            <a:ext cx="7086599" cy="776288"/>
          </a:xfrm>
        </p:spPr>
        <p:txBody>
          <a:bodyPr/>
          <a:lstStyle>
            <a:lvl1pPr>
              <a:defRPr sz="2800"/>
            </a:lvl1pPr>
          </a:lstStyle>
          <a:p>
            <a:r>
              <a:rPr lang="de-DE"/>
              <a:t>Schlussfolie Lorem</a:t>
            </a:r>
            <a:br>
              <a:rPr lang="de-DE"/>
            </a:br>
            <a:r>
              <a:rPr lang="de-DE"/>
              <a:t>Zweite Zeile Ipsum</a:t>
            </a:r>
            <a:endParaRPr lang="en-US"/>
          </a:p>
        </p:txBody>
      </p:sp>
      <p:sp>
        <p:nvSpPr>
          <p:cNvPr id="7" name="Bildplatzhalter 6">
            <a:extLst>
              <a:ext uri="{FF2B5EF4-FFF2-40B4-BE49-F238E27FC236}">
                <a16:creationId xmlns:a16="http://schemas.microsoft.com/office/drawing/2014/main" id="{B9E3A918-C7A3-4B04-91C1-386B3A47E839}"/>
              </a:ext>
            </a:extLst>
          </p:cNvPr>
          <p:cNvSpPr>
            <a:spLocks noGrp="1"/>
          </p:cNvSpPr>
          <p:nvPr>
            <p:ph type="pic" sz="quarter" idx="13" hasCustomPrompt="1"/>
          </p:nvPr>
        </p:nvSpPr>
        <p:spPr>
          <a:xfrm>
            <a:off x="8077203" y="68262"/>
            <a:ext cx="4114800" cy="6789738"/>
          </a:xfrm>
          <a:solidFill>
            <a:srgbClr val="B2C5D9"/>
          </a:solidFill>
        </p:spPr>
        <p:txBody>
          <a:bodyPr/>
          <a:lstStyle>
            <a:lvl1pPr marL="0" indent="0">
              <a:buNone/>
              <a:defRPr/>
            </a:lvl1pPr>
          </a:lstStyle>
          <a:p>
            <a:r>
              <a:rPr lang="de-DE"/>
              <a:t> </a:t>
            </a:r>
            <a:endParaRPr lang="en-US"/>
          </a:p>
        </p:txBody>
      </p:sp>
      <p:cxnSp>
        <p:nvCxnSpPr>
          <p:cNvPr id="36" name="Gerader Verbinder 35">
            <a:extLst>
              <a:ext uri="{FF2B5EF4-FFF2-40B4-BE49-F238E27FC236}">
                <a16:creationId xmlns:a16="http://schemas.microsoft.com/office/drawing/2014/main" id="{0A6A1785-717B-4105-AEF1-3558EA09322A}"/>
              </a:ext>
            </a:extLst>
          </p:cNvPr>
          <p:cNvCxnSpPr>
            <a:cxnSpLocks/>
          </p:cNvCxnSpPr>
          <p:nvPr userDrawn="1"/>
        </p:nvCxnSpPr>
        <p:spPr>
          <a:xfrm>
            <a:off x="560837" y="1243648"/>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9" name="Textplatzhalter 38">
            <a:extLst>
              <a:ext uri="{FF2B5EF4-FFF2-40B4-BE49-F238E27FC236}">
                <a16:creationId xmlns:a16="http://schemas.microsoft.com/office/drawing/2014/main" id="{7CB5CBC7-4143-4DEA-8809-9B114E002A77}"/>
              </a:ext>
            </a:extLst>
          </p:cNvPr>
          <p:cNvSpPr>
            <a:spLocks noGrp="1"/>
          </p:cNvSpPr>
          <p:nvPr userDrawn="1">
            <p:ph type="body" sz="quarter" idx="14" hasCustomPrompt="1"/>
          </p:nvPr>
        </p:nvSpPr>
        <p:spPr>
          <a:xfrm>
            <a:off x="550800" y="2398214"/>
            <a:ext cx="7086599" cy="494571"/>
          </a:xfrm>
        </p:spPr>
        <p:txBody>
          <a:bodyPr/>
          <a:lstStyle>
            <a:lvl1pPr marL="0" indent="0">
              <a:spcBef>
                <a:spcPts val="0"/>
              </a:spcBef>
              <a:buNone/>
              <a:defRPr sz="1600">
                <a:solidFill>
                  <a:srgbClr val="4B4B4B"/>
                </a:solidFill>
              </a:defRPr>
            </a:lvl1pPr>
            <a:lvl2pPr>
              <a:defRPr sz="1600"/>
            </a:lvl2pPr>
            <a:lvl3pPr>
              <a:defRPr sz="1400"/>
            </a:lvl3pPr>
            <a:lvl4pPr>
              <a:defRPr sz="1200"/>
            </a:lvl4pPr>
            <a:lvl5pPr>
              <a:defRPr sz="1200"/>
            </a:lvl5pPr>
          </a:lstStyle>
          <a:p>
            <a:pPr lvl="0"/>
            <a:r>
              <a:rPr lang="de-DE"/>
              <a:t>Subheadline </a:t>
            </a:r>
            <a:r>
              <a:rPr lang="de-DE" err="1"/>
              <a:t>Lorem</a:t>
            </a:r>
            <a:br>
              <a:rPr lang="de-DE"/>
            </a:br>
            <a:r>
              <a:rPr lang="de-DE"/>
              <a:t>Zweite Zeile Ipsum</a:t>
            </a:r>
            <a:endParaRPr lang="en-US"/>
          </a:p>
        </p:txBody>
      </p:sp>
      <p:sp>
        <p:nvSpPr>
          <p:cNvPr id="134" name="Rechteck 133">
            <a:extLst>
              <a:ext uri="{FF2B5EF4-FFF2-40B4-BE49-F238E27FC236}">
                <a16:creationId xmlns:a16="http://schemas.microsoft.com/office/drawing/2014/main" id="{5160DD39-B6E4-4C35-9F28-B07F49DEFDF7}"/>
              </a:ext>
            </a:extLst>
          </p:cNvPr>
          <p:cNvSpPr/>
          <p:nvPr userDrawn="1"/>
        </p:nvSpPr>
        <p:spPr>
          <a:xfrm>
            <a:off x="0" y="0"/>
            <a:ext cx="12192000" cy="682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cxnSp>
        <p:nvCxnSpPr>
          <p:cNvPr id="137" name="Gerader Verbinder 136">
            <a:extLst>
              <a:ext uri="{FF2B5EF4-FFF2-40B4-BE49-F238E27FC236}">
                <a16:creationId xmlns:a16="http://schemas.microsoft.com/office/drawing/2014/main" id="{9F27BDD9-D063-403B-A5F1-57C38EF89F35}"/>
              </a:ext>
            </a:extLst>
          </p:cNvPr>
          <p:cNvCxnSpPr>
            <a:cxnSpLocks/>
          </p:cNvCxnSpPr>
          <p:nvPr userDrawn="1"/>
        </p:nvCxnSpPr>
        <p:spPr>
          <a:xfrm>
            <a:off x="550800" y="1243648"/>
            <a:ext cx="708659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8" name="Grafik 17" descr="Ein Bild, das Text enthält.&#10;&#10;Automatisch generierte Beschreibung">
            <a:extLst>
              <a:ext uri="{FF2B5EF4-FFF2-40B4-BE49-F238E27FC236}">
                <a16:creationId xmlns:a16="http://schemas.microsoft.com/office/drawing/2014/main" id="{9701A6AC-3AEB-4ECB-9547-F8AF9F7833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9531" y="408748"/>
            <a:ext cx="1647997" cy="426122"/>
          </a:xfrm>
          <a:prstGeom prst="rect">
            <a:avLst/>
          </a:prstGeom>
        </p:spPr>
      </p:pic>
      <p:pic>
        <p:nvPicPr>
          <p:cNvPr id="19" name="Grafik 18">
            <a:extLst>
              <a:ext uri="{FF2B5EF4-FFF2-40B4-BE49-F238E27FC236}">
                <a16:creationId xmlns:a16="http://schemas.microsoft.com/office/drawing/2014/main" id="{FB4197B3-120F-4111-B831-9CAC3DAB1C9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57423" y="408747"/>
            <a:ext cx="1285200" cy="351964"/>
          </a:xfrm>
          <a:prstGeom prst="rect">
            <a:avLst/>
          </a:prstGeom>
        </p:spPr>
      </p:pic>
      <p:pic>
        <p:nvPicPr>
          <p:cNvPr id="20" name="Grafik 19">
            <a:extLst>
              <a:ext uri="{FF2B5EF4-FFF2-40B4-BE49-F238E27FC236}">
                <a16:creationId xmlns:a16="http://schemas.microsoft.com/office/drawing/2014/main" id="{14DF98AE-8D24-41A1-9CC1-6500D22A957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564023" y="408747"/>
            <a:ext cx="1526047" cy="426123"/>
          </a:xfrm>
          <a:prstGeom prst="rect">
            <a:avLst/>
          </a:prstGeom>
        </p:spPr>
      </p:pic>
      <p:pic>
        <p:nvPicPr>
          <p:cNvPr id="3" name="Grafik 2">
            <a:extLst>
              <a:ext uri="{FF2B5EF4-FFF2-40B4-BE49-F238E27FC236}">
                <a16:creationId xmlns:a16="http://schemas.microsoft.com/office/drawing/2014/main" id="{69E65665-0046-4F6E-9F90-59D9162A7E5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90074" y="407212"/>
            <a:ext cx="1335739" cy="585850"/>
          </a:xfrm>
          <a:prstGeom prst="rect">
            <a:avLst/>
          </a:prstGeom>
        </p:spPr>
      </p:pic>
    </p:spTree>
    <p:extLst>
      <p:ext uri="{BB962C8B-B14F-4D97-AF65-F5344CB8AC3E}">
        <p14:creationId xmlns:p14="http://schemas.microsoft.com/office/powerpoint/2010/main" val="2158707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Abschluss">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A9AA4FD1-AF41-4DD5-937F-459FA9235E3B}"/>
              </a:ext>
            </a:extLst>
          </p:cNvPr>
          <p:cNvSpPr/>
          <p:nvPr userDrawn="1"/>
        </p:nvSpPr>
        <p:spPr bwMode="auto">
          <a:xfrm>
            <a:off x="0" y="0"/>
            <a:ext cx="12192000" cy="6858000"/>
          </a:xfrm>
          <a:prstGeom prst="rect">
            <a:avLst/>
          </a:prstGeom>
          <a:solidFill>
            <a:schemeClr val="tx2"/>
          </a:solidFill>
          <a:ln w="127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01713"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rebuchet MS" pitchFamily="34" charset="0"/>
            </a:endParaRPr>
          </a:p>
        </p:txBody>
      </p:sp>
      <p:grpSp>
        <p:nvGrpSpPr>
          <p:cNvPr id="3" name="Group 59">
            <a:extLst>
              <a:ext uri="{FF2B5EF4-FFF2-40B4-BE49-F238E27FC236}">
                <a16:creationId xmlns:a16="http://schemas.microsoft.com/office/drawing/2014/main" id="{8B16DD28-3358-41ED-A6FD-FD0CE2490E89}"/>
              </a:ext>
            </a:extLst>
          </p:cNvPr>
          <p:cNvGrpSpPr/>
          <p:nvPr userDrawn="1"/>
        </p:nvGrpSpPr>
        <p:grpSpPr>
          <a:xfrm>
            <a:off x="873883" y="2341625"/>
            <a:ext cx="2839915" cy="2174750"/>
            <a:chOff x="310166" y="5375508"/>
            <a:chExt cx="491206" cy="410670"/>
          </a:xfrm>
          <a:solidFill>
            <a:schemeClr val="bg1"/>
          </a:solidFill>
        </p:grpSpPr>
        <p:sp>
          <p:nvSpPr>
            <p:cNvPr id="4" name="Freeform 166">
              <a:extLst>
                <a:ext uri="{FF2B5EF4-FFF2-40B4-BE49-F238E27FC236}">
                  <a16:creationId xmlns:a16="http://schemas.microsoft.com/office/drawing/2014/main" id="{888FE86F-8894-4EA7-A86C-5B552906FA8C}"/>
                </a:ext>
              </a:extLst>
            </p:cNvPr>
            <p:cNvSpPr>
              <a:spLocks/>
            </p:cNvSpPr>
            <p:nvPr/>
          </p:nvSpPr>
          <p:spPr bwMode="auto">
            <a:xfrm>
              <a:off x="549752" y="5375508"/>
              <a:ext cx="23812" cy="69850"/>
            </a:xfrm>
            <a:custGeom>
              <a:avLst/>
              <a:gdLst>
                <a:gd name="T0" fmla="*/ 8 w 15"/>
                <a:gd name="T1" fmla="*/ 44 h 44"/>
                <a:gd name="T2" fmla="*/ 8 w 15"/>
                <a:gd name="T3" fmla="*/ 44 h 44"/>
                <a:gd name="T4" fmla="*/ 11 w 15"/>
                <a:gd name="T5" fmla="*/ 44 h 44"/>
                <a:gd name="T6" fmla="*/ 13 w 15"/>
                <a:gd name="T7" fmla="*/ 42 h 44"/>
                <a:gd name="T8" fmla="*/ 15 w 15"/>
                <a:gd name="T9" fmla="*/ 40 h 44"/>
                <a:gd name="T10" fmla="*/ 15 w 15"/>
                <a:gd name="T11" fmla="*/ 37 h 44"/>
                <a:gd name="T12" fmla="*/ 15 w 15"/>
                <a:gd name="T13" fmla="*/ 7 h 44"/>
                <a:gd name="T14" fmla="*/ 15 w 15"/>
                <a:gd name="T15" fmla="*/ 7 h 44"/>
                <a:gd name="T16" fmla="*/ 15 w 15"/>
                <a:gd name="T17" fmla="*/ 5 h 44"/>
                <a:gd name="T18" fmla="*/ 13 w 15"/>
                <a:gd name="T19" fmla="*/ 4 h 44"/>
                <a:gd name="T20" fmla="*/ 11 w 15"/>
                <a:gd name="T21" fmla="*/ 2 h 44"/>
                <a:gd name="T22" fmla="*/ 8 w 15"/>
                <a:gd name="T23" fmla="*/ 0 h 44"/>
                <a:gd name="T24" fmla="*/ 8 w 15"/>
                <a:gd name="T25" fmla="*/ 0 h 44"/>
                <a:gd name="T26" fmla="*/ 4 w 15"/>
                <a:gd name="T27" fmla="*/ 2 h 44"/>
                <a:gd name="T28" fmla="*/ 2 w 15"/>
                <a:gd name="T29" fmla="*/ 4 h 44"/>
                <a:gd name="T30" fmla="*/ 0 w 15"/>
                <a:gd name="T31" fmla="*/ 5 h 44"/>
                <a:gd name="T32" fmla="*/ 0 w 15"/>
                <a:gd name="T33" fmla="*/ 7 h 44"/>
                <a:gd name="T34" fmla="*/ 0 w 15"/>
                <a:gd name="T35" fmla="*/ 37 h 44"/>
                <a:gd name="T36" fmla="*/ 0 w 15"/>
                <a:gd name="T37" fmla="*/ 37 h 44"/>
                <a:gd name="T38" fmla="*/ 0 w 15"/>
                <a:gd name="T39" fmla="*/ 40 h 44"/>
                <a:gd name="T40" fmla="*/ 2 w 15"/>
                <a:gd name="T41" fmla="*/ 42 h 44"/>
                <a:gd name="T42" fmla="*/ 4 w 15"/>
                <a:gd name="T43" fmla="*/ 44 h 44"/>
                <a:gd name="T44" fmla="*/ 8 w 15"/>
                <a:gd name="T45" fmla="*/ 44 h 44"/>
                <a:gd name="T46" fmla="*/ 8 w 15"/>
                <a:gd name="T4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 h="44">
                  <a:moveTo>
                    <a:pt x="8" y="44"/>
                  </a:moveTo>
                  <a:lnTo>
                    <a:pt x="8" y="44"/>
                  </a:lnTo>
                  <a:lnTo>
                    <a:pt x="11" y="44"/>
                  </a:lnTo>
                  <a:lnTo>
                    <a:pt x="13" y="42"/>
                  </a:lnTo>
                  <a:lnTo>
                    <a:pt x="15" y="40"/>
                  </a:lnTo>
                  <a:lnTo>
                    <a:pt x="15" y="37"/>
                  </a:lnTo>
                  <a:lnTo>
                    <a:pt x="15" y="7"/>
                  </a:lnTo>
                  <a:lnTo>
                    <a:pt x="15" y="7"/>
                  </a:lnTo>
                  <a:lnTo>
                    <a:pt x="15" y="5"/>
                  </a:lnTo>
                  <a:lnTo>
                    <a:pt x="13" y="4"/>
                  </a:lnTo>
                  <a:lnTo>
                    <a:pt x="11" y="2"/>
                  </a:lnTo>
                  <a:lnTo>
                    <a:pt x="8" y="0"/>
                  </a:lnTo>
                  <a:lnTo>
                    <a:pt x="8" y="0"/>
                  </a:lnTo>
                  <a:lnTo>
                    <a:pt x="4" y="2"/>
                  </a:lnTo>
                  <a:lnTo>
                    <a:pt x="2" y="4"/>
                  </a:lnTo>
                  <a:lnTo>
                    <a:pt x="0" y="5"/>
                  </a:lnTo>
                  <a:lnTo>
                    <a:pt x="0" y="7"/>
                  </a:lnTo>
                  <a:lnTo>
                    <a:pt x="0" y="37"/>
                  </a:lnTo>
                  <a:lnTo>
                    <a:pt x="0" y="37"/>
                  </a:lnTo>
                  <a:lnTo>
                    <a:pt x="0" y="40"/>
                  </a:lnTo>
                  <a:lnTo>
                    <a:pt x="2" y="42"/>
                  </a:lnTo>
                  <a:lnTo>
                    <a:pt x="4" y="44"/>
                  </a:lnTo>
                  <a:lnTo>
                    <a:pt x="8" y="44"/>
                  </a:lnTo>
                  <a:lnTo>
                    <a:pt x="8" y="44"/>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en-US" sz="1800">
                <a:latin typeface="+mn-lt"/>
              </a:endParaRPr>
            </a:p>
          </p:txBody>
        </p:sp>
        <p:sp>
          <p:nvSpPr>
            <p:cNvPr id="5" name="Freeform 167">
              <a:extLst>
                <a:ext uri="{FF2B5EF4-FFF2-40B4-BE49-F238E27FC236}">
                  <a16:creationId xmlns:a16="http://schemas.microsoft.com/office/drawing/2014/main" id="{EE2EC14B-8A22-4353-ABAB-0571ACA5E633}"/>
                </a:ext>
              </a:extLst>
            </p:cNvPr>
            <p:cNvSpPr>
              <a:spLocks/>
            </p:cNvSpPr>
            <p:nvPr/>
          </p:nvSpPr>
          <p:spPr bwMode="auto">
            <a:xfrm>
              <a:off x="310166" y="5551720"/>
              <a:ext cx="69850" cy="22225"/>
            </a:xfrm>
            <a:custGeom>
              <a:avLst/>
              <a:gdLst>
                <a:gd name="T0" fmla="*/ 37 w 44"/>
                <a:gd name="T1" fmla="*/ 0 h 14"/>
                <a:gd name="T2" fmla="*/ 7 w 44"/>
                <a:gd name="T3" fmla="*/ 0 h 14"/>
                <a:gd name="T4" fmla="*/ 7 w 44"/>
                <a:gd name="T5" fmla="*/ 0 h 14"/>
                <a:gd name="T6" fmla="*/ 5 w 44"/>
                <a:gd name="T7" fmla="*/ 0 h 14"/>
                <a:gd name="T8" fmla="*/ 3 w 44"/>
                <a:gd name="T9" fmla="*/ 1 h 14"/>
                <a:gd name="T10" fmla="*/ 2 w 44"/>
                <a:gd name="T11" fmla="*/ 3 h 14"/>
                <a:gd name="T12" fmla="*/ 0 w 44"/>
                <a:gd name="T13" fmla="*/ 7 h 14"/>
                <a:gd name="T14" fmla="*/ 0 w 44"/>
                <a:gd name="T15" fmla="*/ 7 h 14"/>
                <a:gd name="T16" fmla="*/ 2 w 44"/>
                <a:gd name="T17" fmla="*/ 10 h 14"/>
                <a:gd name="T18" fmla="*/ 3 w 44"/>
                <a:gd name="T19" fmla="*/ 12 h 14"/>
                <a:gd name="T20" fmla="*/ 5 w 44"/>
                <a:gd name="T21" fmla="*/ 14 h 14"/>
                <a:gd name="T22" fmla="*/ 7 w 44"/>
                <a:gd name="T23" fmla="*/ 14 h 14"/>
                <a:gd name="T24" fmla="*/ 37 w 44"/>
                <a:gd name="T25" fmla="*/ 14 h 14"/>
                <a:gd name="T26" fmla="*/ 37 w 44"/>
                <a:gd name="T27" fmla="*/ 14 h 14"/>
                <a:gd name="T28" fmla="*/ 40 w 44"/>
                <a:gd name="T29" fmla="*/ 14 h 14"/>
                <a:gd name="T30" fmla="*/ 42 w 44"/>
                <a:gd name="T31" fmla="*/ 12 h 14"/>
                <a:gd name="T32" fmla="*/ 44 w 44"/>
                <a:gd name="T33" fmla="*/ 10 h 14"/>
                <a:gd name="T34" fmla="*/ 44 w 44"/>
                <a:gd name="T35" fmla="*/ 7 h 14"/>
                <a:gd name="T36" fmla="*/ 44 w 44"/>
                <a:gd name="T37" fmla="*/ 7 h 14"/>
                <a:gd name="T38" fmla="*/ 44 w 44"/>
                <a:gd name="T39" fmla="*/ 3 h 14"/>
                <a:gd name="T40" fmla="*/ 42 w 44"/>
                <a:gd name="T41" fmla="*/ 1 h 14"/>
                <a:gd name="T42" fmla="*/ 40 w 44"/>
                <a:gd name="T43" fmla="*/ 0 h 14"/>
                <a:gd name="T44" fmla="*/ 37 w 44"/>
                <a:gd name="T45" fmla="*/ 0 h 14"/>
                <a:gd name="T46" fmla="*/ 37 w 44"/>
                <a:gd name="T4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4" h="14">
                  <a:moveTo>
                    <a:pt x="37" y="0"/>
                  </a:moveTo>
                  <a:lnTo>
                    <a:pt x="7" y="0"/>
                  </a:lnTo>
                  <a:lnTo>
                    <a:pt x="7" y="0"/>
                  </a:lnTo>
                  <a:lnTo>
                    <a:pt x="5" y="0"/>
                  </a:lnTo>
                  <a:lnTo>
                    <a:pt x="3" y="1"/>
                  </a:lnTo>
                  <a:lnTo>
                    <a:pt x="2" y="3"/>
                  </a:lnTo>
                  <a:lnTo>
                    <a:pt x="0" y="7"/>
                  </a:lnTo>
                  <a:lnTo>
                    <a:pt x="0" y="7"/>
                  </a:lnTo>
                  <a:lnTo>
                    <a:pt x="2" y="10"/>
                  </a:lnTo>
                  <a:lnTo>
                    <a:pt x="3" y="12"/>
                  </a:lnTo>
                  <a:lnTo>
                    <a:pt x="5" y="14"/>
                  </a:lnTo>
                  <a:lnTo>
                    <a:pt x="7" y="14"/>
                  </a:lnTo>
                  <a:lnTo>
                    <a:pt x="37" y="14"/>
                  </a:lnTo>
                  <a:lnTo>
                    <a:pt x="37" y="14"/>
                  </a:lnTo>
                  <a:lnTo>
                    <a:pt x="40" y="14"/>
                  </a:lnTo>
                  <a:lnTo>
                    <a:pt x="42" y="12"/>
                  </a:lnTo>
                  <a:lnTo>
                    <a:pt x="44" y="10"/>
                  </a:lnTo>
                  <a:lnTo>
                    <a:pt x="44" y="7"/>
                  </a:lnTo>
                  <a:lnTo>
                    <a:pt x="44" y="7"/>
                  </a:lnTo>
                  <a:lnTo>
                    <a:pt x="44" y="3"/>
                  </a:lnTo>
                  <a:lnTo>
                    <a:pt x="42" y="1"/>
                  </a:lnTo>
                  <a:lnTo>
                    <a:pt x="40" y="0"/>
                  </a:lnTo>
                  <a:lnTo>
                    <a:pt x="37" y="0"/>
                  </a:lnTo>
                  <a:lnTo>
                    <a:pt x="37" y="0"/>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en-US" sz="1800">
                <a:latin typeface="+mn-lt"/>
              </a:endParaRPr>
            </a:p>
          </p:txBody>
        </p:sp>
        <p:sp>
          <p:nvSpPr>
            <p:cNvPr id="6" name="Freeform 168">
              <a:extLst>
                <a:ext uri="{FF2B5EF4-FFF2-40B4-BE49-F238E27FC236}">
                  <a16:creationId xmlns:a16="http://schemas.microsoft.com/office/drawing/2014/main" id="{95E13893-5155-4BDC-B790-993416A56E11}"/>
                </a:ext>
              </a:extLst>
            </p:cNvPr>
            <p:cNvSpPr>
              <a:spLocks/>
            </p:cNvSpPr>
            <p:nvPr/>
          </p:nvSpPr>
          <p:spPr bwMode="auto">
            <a:xfrm>
              <a:off x="422752" y="5423133"/>
              <a:ext cx="55562" cy="55562"/>
            </a:xfrm>
            <a:custGeom>
              <a:avLst/>
              <a:gdLst>
                <a:gd name="T0" fmla="*/ 33 w 35"/>
                <a:gd name="T1" fmla="*/ 23 h 35"/>
                <a:gd name="T2" fmla="*/ 12 w 35"/>
                <a:gd name="T3" fmla="*/ 2 h 35"/>
                <a:gd name="T4" fmla="*/ 12 w 35"/>
                <a:gd name="T5" fmla="*/ 2 h 35"/>
                <a:gd name="T6" fmla="*/ 10 w 35"/>
                <a:gd name="T7" fmla="*/ 0 h 35"/>
                <a:gd name="T8" fmla="*/ 7 w 35"/>
                <a:gd name="T9" fmla="*/ 0 h 35"/>
                <a:gd name="T10" fmla="*/ 5 w 35"/>
                <a:gd name="T11" fmla="*/ 0 h 35"/>
                <a:gd name="T12" fmla="*/ 1 w 35"/>
                <a:gd name="T13" fmla="*/ 2 h 35"/>
                <a:gd name="T14" fmla="*/ 1 w 35"/>
                <a:gd name="T15" fmla="*/ 2 h 35"/>
                <a:gd name="T16" fmla="*/ 0 w 35"/>
                <a:gd name="T17" fmla="*/ 5 h 35"/>
                <a:gd name="T18" fmla="*/ 0 w 35"/>
                <a:gd name="T19" fmla="*/ 7 h 35"/>
                <a:gd name="T20" fmla="*/ 0 w 35"/>
                <a:gd name="T21" fmla="*/ 10 h 35"/>
                <a:gd name="T22" fmla="*/ 1 w 35"/>
                <a:gd name="T23" fmla="*/ 12 h 35"/>
                <a:gd name="T24" fmla="*/ 22 w 35"/>
                <a:gd name="T25" fmla="*/ 33 h 35"/>
                <a:gd name="T26" fmla="*/ 22 w 35"/>
                <a:gd name="T27" fmla="*/ 33 h 35"/>
                <a:gd name="T28" fmla="*/ 24 w 35"/>
                <a:gd name="T29" fmla="*/ 35 h 35"/>
                <a:gd name="T30" fmla="*/ 28 w 35"/>
                <a:gd name="T31" fmla="*/ 35 h 35"/>
                <a:gd name="T32" fmla="*/ 28 w 35"/>
                <a:gd name="T33" fmla="*/ 35 h 35"/>
                <a:gd name="T34" fmla="*/ 31 w 35"/>
                <a:gd name="T35" fmla="*/ 35 h 35"/>
                <a:gd name="T36" fmla="*/ 33 w 35"/>
                <a:gd name="T37" fmla="*/ 33 h 35"/>
                <a:gd name="T38" fmla="*/ 33 w 35"/>
                <a:gd name="T39" fmla="*/ 33 h 35"/>
                <a:gd name="T40" fmla="*/ 35 w 35"/>
                <a:gd name="T41" fmla="*/ 32 h 35"/>
                <a:gd name="T42" fmla="*/ 35 w 35"/>
                <a:gd name="T43" fmla="*/ 28 h 35"/>
                <a:gd name="T44" fmla="*/ 35 w 35"/>
                <a:gd name="T45" fmla="*/ 24 h 35"/>
                <a:gd name="T46" fmla="*/ 33 w 35"/>
                <a:gd name="T47" fmla="*/ 23 h 35"/>
                <a:gd name="T48" fmla="*/ 33 w 35"/>
                <a:gd name="T49" fmla="*/ 2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 h="35">
                  <a:moveTo>
                    <a:pt x="33" y="23"/>
                  </a:moveTo>
                  <a:lnTo>
                    <a:pt x="12" y="2"/>
                  </a:lnTo>
                  <a:lnTo>
                    <a:pt x="12" y="2"/>
                  </a:lnTo>
                  <a:lnTo>
                    <a:pt x="10" y="0"/>
                  </a:lnTo>
                  <a:lnTo>
                    <a:pt x="7" y="0"/>
                  </a:lnTo>
                  <a:lnTo>
                    <a:pt x="5" y="0"/>
                  </a:lnTo>
                  <a:lnTo>
                    <a:pt x="1" y="2"/>
                  </a:lnTo>
                  <a:lnTo>
                    <a:pt x="1" y="2"/>
                  </a:lnTo>
                  <a:lnTo>
                    <a:pt x="0" y="5"/>
                  </a:lnTo>
                  <a:lnTo>
                    <a:pt x="0" y="7"/>
                  </a:lnTo>
                  <a:lnTo>
                    <a:pt x="0" y="10"/>
                  </a:lnTo>
                  <a:lnTo>
                    <a:pt x="1" y="12"/>
                  </a:lnTo>
                  <a:lnTo>
                    <a:pt x="22" y="33"/>
                  </a:lnTo>
                  <a:lnTo>
                    <a:pt x="22" y="33"/>
                  </a:lnTo>
                  <a:lnTo>
                    <a:pt x="24" y="35"/>
                  </a:lnTo>
                  <a:lnTo>
                    <a:pt x="28" y="35"/>
                  </a:lnTo>
                  <a:lnTo>
                    <a:pt x="28" y="35"/>
                  </a:lnTo>
                  <a:lnTo>
                    <a:pt x="31" y="35"/>
                  </a:lnTo>
                  <a:lnTo>
                    <a:pt x="33" y="33"/>
                  </a:lnTo>
                  <a:lnTo>
                    <a:pt x="33" y="33"/>
                  </a:lnTo>
                  <a:lnTo>
                    <a:pt x="35" y="32"/>
                  </a:lnTo>
                  <a:lnTo>
                    <a:pt x="35" y="28"/>
                  </a:lnTo>
                  <a:lnTo>
                    <a:pt x="35" y="24"/>
                  </a:lnTo>
                  <a:lnTo>
                    <a:pt x="33" y="23"/>
                  </a:lnTo>
                  <a:lnTo>
                    <a:pt x="33" y="23"/>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en-US" sz="1800">
                <a:latin typeface="+mn-lt"/>
              </a:endParaRPr>
            </a:p>
          </p:txBody>
        </p:sp>
        <p:sp>
          <p:nvSpPr>
            <p:cNvPr id="7" name="Freeform 169">
              <a:extLst>
                <a:ext uri="{FF2B5EF4-FFF2-40B4-BE49-F238E27FC236}">
                  <a16:creationId xmlns:a16="http://schemas.microsoft.com/office/drawing/2014/main" id="{A41FE90B-7032-425B-AF82-2611149902BE}"/>
                </a:ext>
              </a:extLst>
            </p:cNvPr>
            <p:cNvSpPr>
              <a:spLocks/>
            </p:cNvSpPr>
            <p:nvPr/>
          </p:nvSpPr>
          <p:spPr bwMode="auto">
            <a:xfrm>
              <a:off x="645002" y="5423134"/>
              <a:ext cx="55562" cy="55562"/>
            </a:xfrm>
            <a:custGeom>
              <a:avLst/>
              <a:gdLst>
                <a:gd name="T0" fmla="*/ 34 w 35"/>
                <a:gd name="T1" fmla="*/ 2 h 35"/>
                <a:gd name="T2" fmla="*/ 34 w 35"/>
                <a:gd name="T3" fmla="*/ 2 h 35"/>
                <a:gd name="T4" fmla="*/ 30 w 35"/>
                <a:gd name="T5" fmla="*/ 0 h 35"/>
                <a:gd name="T6" fmla="*/ 28 w 35"/>
                <a:gd name="T7" fmla="*/ 0 h 35"/>
                <a:gd name="T8" fmla="*/ 25 w 35"/>
                <a:gd name="T9" fmla="*/ 0 h 35"/>
                <a:gd name="T10" fmla="*/ 23 w 35"/>
                <a:gd name="T11" fmla="*/ 2 h 35"/>
                <a:gd name="T12" fmla="*/ 2 w 35"/>
                <a:gd name="T13" fmla="*/ 23 h 35"/>
                <a:gd name="T14" fmla="*/ 2 w 35"/>
                <a:gd name="T15" fmla="*/ 23 h 35"/>
                <a:gd name="T16" fmla="*/ 0 w 35"/>
                <a:gd name="T17" fmla="*/ 24 h 35"/>
                <a:gd name="T18" fmla="*/ 0 w 35"/>
                <a:gd name="T19" fmla="*/ 28 h 35"/>
                <a:gd name="T20" fmla="*/ 0 w 35"/>
                <a:gd name="T21" fmla="*/ 32 h 35"/>
                <a:gd name="T22" fmla="*/ 2 w 35"/>
                <a:gd name="T23" fmla="*/ 33 h 35"/>
                <a:gd name="T24" fmla="*/ 2 w 35"/>
                <a:gd name="T25" fmla="*/ 33 h 35"/>
                <a:gd name="T26" fmla="*/ 4 w 35"/>
                <a:gd name="T27" fmla="*/ 35 h 35"/>
                <a:gd name="T28" fmla="*/ 7 w 35"/>
                <a:gd name="T29" fmla="*/ 35 h 35"/>
                <a:gd name="T30" fmla="*/ 7 w 35"/>
                <a:gd name="T31" fmla="*/ 35 h 35"/>
                <a:gd name="T32" fmla="*/ 11 w 35"/>
                <a:gd name="T33" fmla="*/ 35 h 35"/>
                <a:gd name="T34" fmla="*/ 13 w 35"/>
                <a:gd name="T35" fmla="*/ 33 h 35"/>
                <a:gd name="T36" fmla="*/ 34 w 35"/>
                <a:gd name="T37" fmla="*/ 12 h 35"/>
                <a:gd name="T38" fmla="*/ 34 w 35"/>
                <a:gd name="T39" fmla="*/ 12 h 35"/>
                <a:gd name="T40" fmla="*/ 35 w 35"/>
                <a:gd name="T41" fmla="*/ 10 h 35"/>
                <a:gd name="T42" fmla="*/ 35 w 35"/>
                <a:gd name="T43" fmla="*/ 7 h 35"/>
                <a:gd name="T44" fmla="*/ 35 w 35"/>
                <a:gd name="T45" fmla="*/ 5 h 35"/>
                <a:gd name="T46" fmla="*/ 34 w 35"/>
                <a:gd name="T47" fmla="*/ 2 h 35"/>
                <a:gd name="T48" fmla="*/ 34 w 35"/>
                <a:gd name="T49" fmla="*/ 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 h="35">
                  <a:moveTo>
                    <a:pt x="34" y="2"/>
                  </a:moveTo>
                  <a:lnTo>
                    <a:pt x="34" y="2"/>
                  </a:lnTo>
                  <a:lnTo>
                    <a:pt x="30" y="0"/>
                  </a:lnTo>
                  <a:lnTo>
                    <a:pt x="28" y="0"/>
                  </a:lnTo>
                  <a:lnTo>
                    <a:pt x="25" y="0"/>
                  </a:lnTo>
                  <a:lnTo>
                    <a:pt x="23" y="2"/>
                  </a:lnTo>
                  <a:lnTo>
                    <a:pt x="2" y="23"/>
                  </a:lnTo>
                  <a:lnTo>
                    <a:pt x="2" y="23"/>
                  </a:lnTo>
                  <a:lnTo>
                    <a:pt x="0" y="24"/>
                  </a:lnTo>
                  <a:lnTo>
                    <a:pt x="0" y="28"/>
                  </a:lnTo>
                  <a:lnTo>
                    <a:pt x="0" y="32"/>
                  </a:lnTo>
                  <a:lnTo>
                    <a:pt x="2" y="33"/>
                  </a:lnTo>
                  <a:lnTo>
                    <a:pt x="2" y="33"/>
                  </a:lnTo>
                  <a:lnTo>
                    <a:pt x="4" y="35"/>
                  </a:lnTo>
                  <a:lnTo>
                    <a:pt x="7" y="35"/>
                  </a:lnTo>
                  <a:lnTo>
                    <a:pt x="7" y="35"/>
                  </a:lnTo>
                  <a:lnTo>
                    <a:pt x="11" y="35"/>
                  </a:lnTo>
                  <a:lnTo>
                    <a:pt x="13" y="33"/>
                  </a:lnTo>
                  <a:lnTo>
                    <a:pt x="34" y="12"/>
                  </a:lnTo>
                  <a:lnTo>
                    <a:pt x="34" y="12"/>
                  </a:lnTo>
                  <a:lnTo>
                    <a:pt x="35" y="10"/>
                  </a:lnTo>
                  <a:lnTo>
                    <a:pt x="35" y="7"/>
                  </a:lnTo>
                  <a:lnTo>
                    <a:pt x="35" y="5"/>
                  </a:lnTo>
                  <a:lnTo>
                    <a:pt x="34" y="2"/>
                  </a:lnTo>
                  <a:lnTo>
                    <a:pt x="34" y="2"/>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en-US" sz="1800">
                <a:latin typeface="+mn-lt"/>
              </a:endParaRPr>
            </a:p>
          </p:txBody>
        </p:sp>
        <p:sp>
          <p:nvSpPr>
            <p:cNvPr id="8" name="Freeform 170">
              <a:extLst>
                <a:ext uri="{FF2B5EF4-FFF2-40B4-BE49-F238E27FC236}">
                  <a16:creationId xmlns:a16="http://schemas.microsoft.com/office/drawing/2014/main" id="{1930D321-B9AF-479C-B38D-1D602FA22CA9}"/>
                </a:ext>
              </a:extLst>
            </p:cNvPr>
            <p:cNvSpPr>
              <a:spLocks/>
            </p:cNvSpPr>
            <p:nvPr/>
          </p:nvSpPr>
          <p:spPr bwMode="auto">
            <a:xfrm>
              <a:off x="731522" y="5551721"/>
              <a:ext cx="69850" cy="22225"/>
            </a:xfrm>
            <a:custGeom>
              <a:avLst/>
              <a:gdLst>
                <a:gd name="T0" fmla="*/ 37 w 44"/>
                <a:gd name="T1" fmla="*/ 0 h 14"/>
                <a:gd name="T2" fmla="*/ 7 w 44"/>
                <a:gd name="T3" fmla="*/ 0 h 14"/>
                <a:gd name="T4" fmla="*/ 7 w 44"/>
                <a:gd name="T5" fmla="*/ 0 h 14"/>
                <a:gd name="T6" fmla="*/ 4 w 44"/>
                <a:gd name="T7" fmla="*/ 0 h 14"/>
                <a:gd name="T8" fmla="*/ 2 w 44"/>
                <a:gd name="T9" fmla="*/ 1 h 14"/>
                <a:gd name="T10" fmla="*/ 0 w 44"/>
                <a:gd name="T11" fmla="*/ 3 h 14"/>
                <a:gd name="T12" fmla="*/ 0 w 44"/>
                <a:gd name="T13" fmla="*/ 7 h 14"/>
                <a:gd name="T14" fmla="*/ 0 w 44"/>
                <a:gd name="T15" fmla="*/ 7 h 14"/>
                <a:gd name="T16" fmla="*/ 0 w 44"/>
                <a:gd name="T17" fmla="*/ 10 h 14"/>
                <a:gd name="T18" fmla="*/ 2 w 44"/>
                <a:gd name="T19" fmla="*/ 12 h 14"/>
                <a:gd name="T20" fmla="*/ 4 w 44"/>
                <a:gd name="T21" fmla="*/ 14 h 14"/>
                <a:gd name="T22" fmla="*/ 7 w 44"/>
                <a:gd name="T23" fmla="*/ 14 h 14"/>
                <a:gd name="T24" fmla="*/ 37 w 44"/>
                <a:gd name="T25" fmla="*/ 14 h 14"/>
                <a:gd name="T26" fmla="*/ 37 w 44"/>
                <a:gd name="T27" fmla="*/ 14 h 14"/>
                <a:gd name="T28" fmla="*/ 39 w 44"/>
                <a:gd name="T29" fmla="*/ 14 h 14"/>
                <a:gd name="T30" fmla="*/ 41 w 44"/>
                <a:gd name="T31" fmla="*/ 12 h 14"/>
                <a:gd name="T32" fmla="*/ 42 w 44"/>
                <a:gd name="T33" fmla="*/ 10 h 14"/>
                <a:gd name="T34" fmla="*/ 44 w 44"/>
                <a:gd name="T35" fmla="*/ 7 h 14"/>
                <a:gd name="T36" fmla="*/ 44 w 44"/>
                <a:gd name="T37" fmla="*/ 7 h 14"/>
                <a:gd name="T38" fmla="*/ 42 w 44"/>
                <a:gd name="T39" fmla="*/ 3 h 14"/>
                <a:gd name="T40" fmla="*/ 41 w 44"/>
                <a:gd name="T41" fmla="*/ 1 h 14"/>
                <a:gd name="T42" fmla="*/ 39 w 44"/>
                <a:gd name="T43" fmla="*/ 0 h 14"/>
                <a:gd name="T44" fmla="*/ 37 w 44"/>
                <a:gd name="T45" fmla="*/ 0 h 14"/>
                <a:gd name="T46" fmla="*/ 37 w 44"/>
                <a:gd name="T4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4" h="14">
                  <a:moveTo>
                    <a:pt x="37" y="0"/>
                  </a:moveTo>
                  <a:lnTo>
                    <a:pt x="7" y="0"/>
                  </a:lnTo>
                  <a:lnTo>
                    <a:pt x="7" y="0"/>
                  </a:lnTo>
                  <a:lnTo>
                    <a:pt x="4" y="0"/>
                  </a:lnTo>
                  <a:lnTo>
                    <a:pt x="2" y="1"/>
                  </a:lnTo>
                  <a:lnTo>
                    <a:pt x="0" y="3"/>
                  </a:lnTo>
                  <a:lnTo>
                    <a:pt x="0" y="7"/>
                  </a:lnTo>
                  <a:lnTo>
                    <a:pt x="0" y="7"/>
                  </a:lnTo>
                  <a:lnTo>
                    <a:pt x="0" y="10"/>
                  </a:lnTo>
                  <a:lnTo>
                    <a:pt x="2" y="12"/>
                  </a:lnTo>
                  <a:lnTo>
                    <a:pt x="4" y="14"/>
                  </a:lnTo>
                  <a:lnTo>
                    <a:pt x="7" y="14"/>
                  </a:lnTo>
                  <a:lnTo>
                    <a:pt x="37" y="14"/>
                  </a:lnTo>
                  <a:lnTo>
                    <a:pt x="37" y="14"/>
                  </a:lnTo>
                  <a:lnTo>
                    <a:pt x="39" y="14"/>
                  </a:lnTo>
                  <a:lnTo>
                    <a:pt x="41" y="12"/>
                  </a:lnTo>
                  <a:lnTo>
                    <a:pt x="42" y="10"/>
                  </a:lnTo>
                  <a:lnTo>
                    <a:pt x="44" y="7"/>
                  </a:lnTo>
                  <a:lnTo>
                    <a:pt x="44" y="7"/>
                  </a:lnTo>
                  <a:lnTo>
                    <a:pt x="42" y="3"/>
                  </a:lnTo>
                  <a:lnTo>
                    <a:pt x="41" y="1"/>
                  </a:lnTo>
                  <a:lnTo>
                    <a:pt x="39" y="0"/>
                  </a:lnTo>
                  <a:lnTo>
                    <a:pt x="37" y="0"/>
                  </a:lnTo>
                  <a:lnTo>
                    <a:pt x="37" y="0"/>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en-US" sz="1800">
                <a:latin typeface="+mn-lt"/>
              </a:endParaRPr>
            </a:p>
          </p:txBody>
        </p:sp>
        <p:grpSp>
          <p:nvGrpSpPr>
            <p:cNvPr id="9" name="Group 65">
              <a:extLst>
                <a:ext uri="{FF2B5EF4-FFF2-40B4-BE49-F238E27FC236}">
                  <a16:creationId xmlns:a16="http://schemas.microsoft.com/office/drawing/2014/main" id="{6B972CBD-3EFA-4C09-BFA9-1EF41A4F005B}"/>
                </a:ext>
              </a:extLst>
            </p:cNvPr>
            <p:cNvGrpSpPr/>
            <p:nvPr/>
          </p:nvGrpSpPr>
          <p:grpSpPr>
            <a:xfrm>
              <a:off x="432127" y="5519135"/>
              <a:ext cx="243823" cy="267043"/>
              <a:chOff x="-1358901" y="4653498"/>
              <a:chExt cx="400051" cy="438150"/>
            </a:xfrm>
            <a:grpFill/>
          </p:grpSpPr>
          <p:sp>
            <p:nvSpPr>
              <p:cNvPr id="10" name="Freeform 306">
                <a:extLst>
                  <a:ext uri="{FF2B5EF4-FFF2-40B4-BE49-F238E27FC236}">
                    <a16:creationId xmlns:a16="http://schemas.microsoft.com/office/drawing/2014/main" id="{A05AAB9F-45D8-4EDA-8C45-4296663DA8AC}"/>
                  </a:ext>
                </a:extLst>
              </p:cNvPr>
              <p:cNvSpPr>
                <a:spLocks noEditPoints="1"/>
              </p:cNvSpPr>
              <p:nvPr/>
            </p:nvSpPr>
            <p:spPr bwMode="auto">
              <a:xfrm>
                <a:off x="-1150938" y="4653498"/>
                <a:ext cx="192088" cy="438150"/>
              </a:xfrm>
              <a:custGeom>
                <a:avLst/>
                <a:gdLst>
                  <a:gd name="T0" fmla="*/ 306 w 714"/>
                  <a:gd name="T1" fmla="*/ 288 h 1632"/>
                  <a:gd name="T2" fmla="*/ 384 w 714"/>
                  <a:gd name="T3" fmla="*/ 240 h 1632"/>
                  <a:gd name="T4" fmla="*/ 339 w 714"/>
                  <a:gd name="T5" fmla="*/ 71 h 1632"/>
                  <a:gd name="T6" fmla="*/ 127 w 714"/>
                  <a:gd name="T7" fmla="*/ 0 h 1632"/>
                  <a:gd name="T8" fmla="*/ 2 w 714"/>
                  <a:gd name="T9" fmla="*/ 12 h 1632"/>
                  <a:gd name="T10" fmla="*/ 2 w 714"/>
                  <a:gd name="T11" fmla="*/ 1536 h 1632"/>
                  <a:gd name="T12" fmla="*/ 0 w 714"/>
                  <a:gd name="T13" fmla="*/ 1541 h 1632"/>
                  <a:gd name="T14" fmla="*/ 0 w 714"/>
                  <a:gd name="T15" fmla="*/ 1542 h 1632"/>
                  <a:gd name="T16" fmla="*/ 129 w 714"/>
                  <a:gd name="T17" fmla="*/ 1632 h 1632"/>
                  <a:gd name="T18" fmla="*/ 359 w 714"/>
                  <a:gd name="T19" fmla="*/ 1536 h 1632"/>
                  <a:gd name="T20" fmla="*/ 162 w 714"/>
                  <a:gd name="T21" fmla="*/ 1348 h 1632"/>
                  <a:gd name="T22" fmla="*/ 213 w 714"/>
                  <a:gd name="T23" fmla="*/ 1343 h 1632"/>
                  <a:gd name="T24" fmla="*/ 406 w 714"/>
                  <a:gd name="T25" fmla="*/ 1503 h 1632"/>
                  <a:gd name="T26" fmla="*/ 645 w 714"/>
                  <a:gd name="T27" fmla="*/ 1240 h 1632"/>
                  <a:gd name="T28" fmla="*/ 536 w 714"/>
                  <a:gd name="T29" fmla="*/ 1108 h 1632"/>
                  <a:gd name="T30" fmla="*/ 483 w 714"/>
                  <a:gd name="T31" fmla="*/ 1084 h 1632"/>
                  <a:gd name="T32" fmla="*/ 487 w 714"/>
                  <a:gd name="T33" fmla="*/ 1082 h 1632"/>
                  <a:gd name="T34" fmla="*/ 256 w 714"/>
                  <a:gd name="T35" fmla="*/ 1038 h 1632"/>
                  <a:gd name="T36" fmla="*/ 212 w 714"/>
                  <a:gd name="T37" fmla="*/ 1091 h 1632"/>
                  <a:gd name="T38" fmla="*/ 163 w 714"/>
                  <a:gd name="T39" fmla="*/ 1078 h 1632"/>
                  <a:gd name="T40" fmla="*/ 236 w 714"/>
                  <a:gd name="T41" fmla="*/ 991 h 1632"/>
                  <a:gd name="T42" fmla="*/ 548 w 714"/>
                  <a:gd name="T43" fmla="*/ 1056 h 1632"/>
                  <a:gd name="T44" fmla="*/ 658 w 714"/>
                  <a:gd name="T45" fmla="*/ 931 h 1632"/>
                  <a:gd name="T46" fmla="*/ 514 w 714"/>
                  <a:gd name="T47" fmla="*/ 409 h 1632"/>
                  <a:gd name="T48" fmla="*/ 306 w 714"/>
                  <a:gd name="T49" fmla="*/ 288 h 1632"/>
                  <a:gd name="T50" fmla="*/ 353 w 714"/>
                  <a:gd name="T51" fmla="*/ 708 h 1632"/>
                  <a:gd name="T52" fmla="*/ 162 w 714"/>
                  <a:gd name="T53" fmla="*/ 419 h 1632"/>
                  <a:gd name="T54" fmla="*/ 213 w 714"/>
                  <a:gd name="T55" fmla="*/ 425 h 1632"/>
                  <a:gd name="T56" fmla="*/ 382 w 714"/>
                  <a:gd name="T57" fmla="*/ 665 h 1632"/>
                  <a:gd name="T58" fmla="*/ 353 w 714"/>
                  <a:gd name="T59" fmla="*/ 708 h 1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14" h="1632">
                    <a:moveTo>
                      <a:pt x="306" y="288"/>
                    </a:moveTo>
                    <a:cubicBezTo>
                      <a:pt x="310" y="257"/>
                      <a:pt x="347" y="245"/>
                      <a:pt x="384" y="240"/>
                    </a:cubicBezTo>
                    <a:cubicBezTo>
                      <a:pt x="389" y="167"/>
                      <a:pt x="374" y="110"/>
                      <a:pt x="339" y="71"/>
                    </a:cubicBezTo>
                    <a:cubicBezTo>
                      <a:pt x="287" y="12"/>
                      <a:pt x="195" y="0"/>
                      <a:pt x="127" y="0"/>
                    </a:cubicBezTo>
                    <a:cubicBezTo>
                      <a:pt x="76" y="0"/>
                      <a:pt x="30" y="6"/>
                      <a:pt x="2" y="12"/>
                    </a:cubicBezTo>
                    <a:lnTo>
                      <a:pt x="2" y="1536"/>
                    </a:lnTo>
                    <a:lnTo>
                      <a:pt x="0" y="1541"/>
                    </a:lnTo>
                    <a:cubicBezTo>
                      <a:pt x="0" y="1541"/>
                      <a:pt x="0" y="1541"/>
                      <a:pt x="0" y="1542"/>
                    </a:cubicBezTo>
                    <a:cubicBezTo>
                      <a:pt x="28" y="1602"/>
                      <a:pt x="70" y="1632"/>
                      <a:pt x="129" y="1632"/>
                    </a:cubicBezTo>
                    <a:cubicBezTo>
                      <a:pt x="214" y="1632"/>
                      <a:pt x="311" y="1571"/>
                      <a:pt x="359" y="1536"/>
                    </a:cubicBezTo>
                    <a:cubicBezTo>
                      <a:pt x="294" y="1502"/>
                      <a:pt x="169" y="1427"/>
                      <a:pt x="162" y="1348"/>
                    </a:cubicBezTo>
                    <a:lnTo>
                      <a:pt x="213" y="1343"/>
                    </a:lnTo>
                    <a:cubicBezTo>
                      <a:pt x="218" y="1395"/>
                      <a:pt x="329" y="1466"/>
                      <a:pt x="406" y="1503"/>
                    </a:cubicBezTo>
                    <a:cubicBezTo>
                      <a:pt x="566" y="1408"/>
                      <a:pt x="649" y="1318"/>
                      <a:pt x="645" y="1240"/>
                    </a:cubicBezTo>
                    <a:cubicBezTo>
                      <a:pt x="641" y="1157"/>
                      <a:pt x="537" y="1108"/>
                      <a:pt x="536" y="1108"/>
                    </a:cubicBezTo>
                    <a:lnTo>
                      <a:pt x="483" y="1084"/>
                    </a:lnTo>
                    <a:lnTo>
                      <a:pt x="487" y="1082"/>
                    </a:lnTo>
                    <a:cubicBezTo>
                      <a:pt x="419" y="1051"/>
                      <a:pt x="315" y="1014"/>
                      <a:pt x="256" y="1038"/>
                    </a:cubicBezTo>
                    <a:cubicBezTo>
                      <a:pt x="234" y="1048"/>
                      <a:pt x="220" y="1065"/>
                      <a:pt x="212" y="1091"/>
                    </a:cubicBezTo>
                    <a:lnTo>
                      <a:pt x="163" y="1078"/>
                    </a:lnTo>
                    <a:cubicBezTo>
                      <a:pt x="174" y="1036"/>
                      <a:pt x="199" y="1006"/>
                      <a:pt x="236" y="991"/>
                    </a:cubicBezTo>
                    <a:cubicBezTo>
                      <a:pt x="337" y="950"/>
                      <a:pt x="502" y="1031"/>
                      <a:pt x="548" y="1056"/>
                    </a:cubicBezTo>
                    <a:cubicBezTo>
                      <a:pt x="604" y="1028"/>
                      <a:pt x="641" y="988"/>
                      <a:pt x="658" y="931"/>
                    </a:cubicBezTo>
                    <a:cubicBezTo>
                      <a:pt x="714" y="746"/>
                      <a:pt x="545" y="460"/>
                      <a:pt x="514" y="409"/>
                    </a:cubicBezTo>
                    <a:cubicBezTo>
                      <a:pt x="336" y="354"/>
                      <a:pt x="302" y="322"/>
                      <a:pt x="306" y="288"/>
                    </a:cubicBezTo>
                    <a:close/>
                    <a:moveTo>
                      <a:pt x="353" y="708"/>
                    </a:moveTo>
                    <a:cubicBezTo>
                      <a:pt x="344" y="702"/>
                      <a:pt x="144" y="563"/>
                      <a:pt x="162" y="419"/>
                    </a:cubicBezTo>
                    <a:lnTo>
                      <a:pt x="213" y="425"/>
                    </a:lnTo>
                    <a:cubicBezTo>
                      <a:pt x="201" y="519"/>
                      <a:pt x="331" y="630"/>
                      <a:pt x="382" y="665"/>
                    </a:cubicBezTo>
                    <a:lnTo>
                      <a:pt x="353" y="708"/>
                    </a:lnTo>
                    <a:close/>
                  </a:path>
                </a:pathLst>
              </a:custGeom>
              <a:grpFill/>
              <a:ln w="0">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en-US" sz="1800">
                  <a:latin typeface="+mn-lt"/>
                </a:endParaRPr>
              </a:p>
            </p:txBody>
          </p:sp>
          <p:sp>
            <p:nvSpPr>
              <p:cNvPr id="11" name="Freeform 307">
                <a:extLst>
                  <a:ext uri="{FF2B5EF4-FFF2-40B4-BE49-F238E27FC236}">
                    <a16:creationId xmlns:a16="http://schemas.microsoft.com/office/drawing/2014/main" id="{D7A607EC-8331-4374-9C9F-FB6FE7CF86E8}"/>
                  </a:ext>
                </a:extLst>
              </p:cNvPr>
              <p:cNvSpPr>
                <a:spLocks noEditPoints="1"/>
              </p:cNvSpPr>
              <p:nvPr/>
            </p:nvSpPr>
            <p:spPr bwMode="auto">
              <a:xfrm>
                <a:off x="-1358901" y="4653498"/>
                <a:ext cx="192088" cy="438150"/>
              </a:xfrm>
              <a:custGeom>
                <a:avLst/>
                <a:gdLst>
                  <a:gd name="T0" fmla="*/ 712 w 714"/>
                  <a:gd name="T1" fmla="*/ 1536 h 1632"/>
                  <a:gd name="T2" fmla="*/ 712 w 714"/>
                  <a:gd name="T3" fmla="*/ 12 h 1632"/>
                  <a:gd name="T4" fmla="*/ 587 w 714"/>
                  <a:gd name="T5" fmla="*/ 0 h 1632"/>
                  <a:gd name="T6" fmla="*/ 375 w 714"/>
                  <a:gd name="T7" fmla="*/ 71 h 1632"/>
                  <a:gd name="T8" fmla="*/ 330 w 714"/>
                  <a:gd name="T9" fmla="*/ 240 h 1632"/>
                  <a:gd name="T10" fmla="*/ 408 w 714"/>
                  <a:gd name="T11" fmla="*/ 288 h 1632"/>
                  <a:gd name="T12" fmla="*/ 201 w 714"/>
                  <a:gd name="T13" fmla="*/ 409 h 1632"/>
                  <a:gd name="T14" fmla="*/ 56 w 714"/>
                  <a:gd name="T15" fmla="*/ 931 h 1632"/>
                  <a:gd name="T16" fmla="*/ 167 w 714"/>
                  <a:gd name="T17" fmla="*/ 1056 h 1632"/>
                  <a:gd name="T18" fmla="*/ 478 w 714"/>
                  <a:gd name="T19" fmla="*/ 991 h 1632"/>
                  <a:gd name="T20" fmla="*/ 551 w 714"/>
                  <a:gd name="T21" fmla="*/ 1078 h 1632"/>
                  <a:gd name="T22" fmla="*/ 502 w 714"/>
                  <a:gd name="T23" fmla="*/ 1091 h 1632"/>
                  <a:gd name="T24" fmla="*/ 459 w 714"/>
                  <a:gd name="T25" fmla="*/ 1038 h 1632"/>
                  <a:gd name="T26" fmla="*/ 228 w 714"/>
                  <a:gd name="T27" fmla="*/ 1082 h 1632"/>
                  <a:gd name="T28" fmla="*/ 231 w 714"/>
                  <a:gd name="T29" fmla="*/ 1084 h 1632"/>
                  <a:gd name="T30" fmla="*/ 178 w 714"/>
                  <a:gd name="T31" fmla="*/ 1108 h 1632"/>
                  <a:gd name="T32" fmla="*/ 69 w 714"/>
                  <a:gd name="T33" fmla="*/ 1240 h 1632"/>
                  <a:gd name="T34" fmla="*/ 311 w 714"/>
                  <a:gd name="T35" fmla="*/ 1505 h 1632"/>
                  <a:gd name="T36" fmla="*/ 509 w 714"/>
                  <a:gd name="T37" fmla="*/ 1343 h 1632"/>
                  <a:gd name="T38" fmla="*/ 560 w 714"/>
                  <a:gd name="T39" fmla="*/ 1348 h 1632"/>
                  <a:gd name="T40" fmla="*/ 358 w 714"/>
                  <a:gd name="T41" fmla="*/ 1539 h 1632"/>
                  <a:gd name="T42" fmla="*/ 585 w 714"/>
                  <a:gd name="T43" fmla="*/ 1632 h 1632"/>
                  <a:gd name="T44" fmla="*/ 714 w 714"/>
                  <a:gd name="T45" fmla="*/ 1542 h 1632"/>
                  <a:gd name="T46" fmla="*/ 714 w 714"/>
                  <a:gd name="T47" fmla="*/ 1541 h 1632"/>
                  <a:gd name="T48" fmla="*/ 712 w 714"/>
                  <a:gd name="T49" fmla="*/ 1536 h 1632"/>
                  <a:gd name="T50" fmla="*/ 362 w 714"/>
                  <a:gd name="T51" fmla="*/ 708 h 1632"/>
                  <a:gd name="T52" fmla="*/ 333 w 714"/>
                  <a:gd name="T53" fmla="*/ 665 h 1632"/>
                  <a:gd name="T54" fmla="*/ 501 w 714"/>
                  <a:gd name="T55" fmla="*/ 425 h 1632"/>
                  <a:gd name="T56" fmla="*/ 552 w 714"/>
                  <a:gd name="T57" fmla="*/ 419 h 1632"/>
                  <a:gd name="T58" fmla="*/ 362 w 714"/>
                  <a:gd name="T59" fmla="*/ 708 h 1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14" h="1632">
                    <a:moveTo>
                      <a:pt x="712" y="1536"/>
                    </a:moveTo>
                    <a:lnTo>
                      <a:pt x="712" y="12"/>
                    </a:lnTo>
                    <a:cubicBezTo>
                      <a:pt x="684" y="6"/>
                      <a:pt x="638" y="0"/>
                      <a:pt x="587" y="0"/>
                    </a:cubicBezTo>
                    <a:cubicBezTo>
                      <a:pt x="519" y="0"/>
                      <a:pt x="427" y="12"/>
                      <a:pt x="375" y="71"/>
                    </a:cubicBezTo>
                    <a:cubicBezTo>
                      <a:pt x="340" y="110"/>
                      <a:pt x="325" y="167"/>
                      <a:pt x="330" y="240"/>
                    </a:cubicBezTo>
                    <a:cubicBezTo>
                      <a:pt x="367" y="245"/>
                      <a:pt x="405" y="257"/>
                      <a:pt x="408" y="288"/>
                    </a:cubicBezTo>
                    <a:cubicBezTo>
                      <a:pt x="412" y="322"/>
                      <a:pt x="379" y="354"/>
                      <a:pt x="201" y="409"/>
                    </a:cubicBezTo>
                    <a:cubicBezTo>
                      <a:pt x="169" y="460"/>
                      <a:pt x="0" y="746"/>
                      <a:pt x="56" y="931"/>
                    </a:cubicBezTo>
                    <a:cubicBezTo>
                      <a:pt x="74" y="988"/>
                      <a:pt x="110" y="1028"/>
                      <a:pt x="167" y="1056"/>
                    </a:cubicBezTo>
                    <a:cubicBezTo>
                      <a:pt x="213" y="1031"/>
                      <a:pt x="378" y="950"/>
                      <a:pt x="478" y="991"/>
                    </a:cubicBezTo>
                    <a:cubicBezTo>
                      <a:pt x="515" y="1006"/>
                      <a:pt x="540" y="1036"/>
                      <a:pt x="551" y="1078"/>
                    </a:cubicBezTo>
                    <a:lnTo>
                      <a:pt x="502" y="1091"/>
                    </a:lnTo>
                    <a:cubicBezTo>
                      <a:pt x="495" y="1065"/>
                      <a:pt x="480" y="1048"/>
                      <a:pt x="459" y="1038"/>
                    </a:cubicBezTo>
                    <a:cubicBezTo>
                      <a:pt x="399" y="1014"/>
                      <a:pt x="295" y="1051"/>
                      <a:pt x="228" y="1082"/>
                    </a:cubicBezTo>
                    <a:lnTo>
                      <a:pt x="231" y="1084"/>
                    </a:lnTo>
                    <a:lnTo>
                      <a:pt x="178" y="1108"/>
                    </a:lnTo>
                    <a:cubicBezTo>
                      <a:pt x="177" y="1108"/>
                      <a:pt x="73" y="1157"/>
                      <a:pt x="69" y="1240"/>
                    </a:cubicBezTo>
                    <a:cubicBezTo>
                      <a:pt x="65" y="1318"/>
                      <a:pt x="149" y="1410"/>
                      <a:pt x="311" y="1505"/>
                    </a:cubicBezTo>
                    <a:cubicBezTo>
                      <a:pt x="388" y="1468"/>
                      <a:pt x="504" y="1396"/>
                      <a:pt x="509" y="1343"/>
                    </a:cubicBezTo>
                    <a:lnTo>
                      <a:pt x="560" y="1348"/>
                    </a:lnTo>
                    <a:cubicBezTo>
                      <a:pt x="553" y="1429"/>
                      <a:pt x="422" y="1505"/>
                      <a:pt x="358" y="1539"/>
                    </a:cubicBezTo>
                    <a:cubicBezTo>
                      <a:pt x="408" y="1574"/>
                      <a:pt x="502" y="1632"/>
                      <a:pt x="585" y="1632"/>
                    </a:cubicBezTo>
                    <a:cubicBezTo>
                      <a:pt x="644" y="1632"/>
                      <a:pt x="686" y="1602"/>
                      <a:pt x="714" y="1542"/>
                    </a:cubicBezTo>
                    <a:cubicBezTo>
                      <a:pt x="714" y="1541"/>
                      <a:pt x="714" y="1541"/>
                      <a:pt x="714" y="1541"/>
                    </a:cubicBezTo>
                    <a:lnTo>
                      <a:pt x="712" y="1536"/>
                    </a:lnTo>
                    <a:close/>
                    <a:moveTo>
                      <a:pt x="362" y="708"/>
                    </a:moveTo>
                    <a:lnTo>
                      <a:pt x="333" y="665"/>
                    </a:lnTo>
                    <a:cubicBezTo>
                      <a:pt x="384" y="630"/>
                      <a:pt x="513" y="519"/>
                      <a:pt x="501" y="425"/>
                    </a:cubicBezTo>
                    <a:lnTo>
                      <a:pt x="552" y="419"/>
                    </a:lnTo>
                    <a:cubicBezTo>
                      <a:pt x="571" y="563"/>
                      <a:pt x="370" y="702"/>
                      <a:pt x="362" y="708"/>
                    </a:cubicBezTo>
                    <a:close/>
                  </a:path>
                </a:pathLst>
              </a:custGeom>
              <a:grpFill/>
              <a:ln w="0">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en-US" sz="1800">
                  <a:latin typeface="+mn-lt"/>
                </a:endParaRPr>
              </a:p>
            </p:txBody>
          </p:sp>
        </p:grpSp>
      </p:grpSp>
      <p:sp>
        <p:nvSpPr>
          <p:cNvPr id="13" name="Titel 1">
            <a:extLst>
              <a:ext uri="{FF2B5EF4-FFF2-40B4-BE49-F238E27FC236}">
                <a16:creationId xmlns:a16="http://schemas.microsoft.com/office/drawing/2014/main" id="{0ECDDA2D-E87F-4A69-897E-2930B4B658C1}"/>
              </a:ext>
            </a:extLst>
          </p:cNvPr>
          <p:cNvSpPr>
            <a:spLocks noGrp="1"/>
          </p:cNvSpPr>
          <p:nvPr>
            <p:ph type="title"/>
          </p:nvPr>
        </p:nvSpPr>
        <p:spPr>
          <a:xfrm>
            <a:off x="4587680" y="3319401"/>
            <a:ext cx="7020120" cy="332399"/>
          </a:xfrm>
          <a:prstGeom prst="rect">
            <a:avLst/>
          </a:prstGeom>
        </p:spPr>
        <p:txBody>
          <a:bodyPr wrap="square" anchor="ctr">
            <a:spAutoFit/>
          </a:bodyPr>
          <a:lstStyle>
            <a:lvl1pPr>
              <a:defRPr>
                <a:solidFill>
                  <a:schemeClr val="bg1"/>
                </a:solidFill>
              </a:defRPr>
            </a:lvl1pPr>
          </a:lstStyle>
          <a:p>
            <a:r>
              <a:rPr lang="de-DE"/>
              <a:t>Titelmasterformat durch Klicken bearbeiten</a:t>
            </a:r>
          </a:p>
        </p:txBody>
      </p:sp>
    </p:spTree>
    <p:extLst>
      <p:ext uri="{BB962C8B-B14F-4D97-AF65-F5344CB8AC3E}">
        <p14:creationId xmlns:p14="http://schemas.microsoft.com/office/powerpoint/2010/main" val="358703462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theme" Target="../theme/theme2.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image" Target="../media/image1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 name="Rechteck 29">
            <a:extLst>
              <a:ext uri="{FF2B5EF4-FFF2-40B4-BE49-F238E27FC236}">
                <a16:creationId xmlns:a16="http://schemas.microsoft.com/office/drawing/2014/main" id="{75D50384-E3FC-40F9-9015-B304134A640A}"/>
              </a:ext>
            </a:extLst>
          </p:cNvPr>
          <p:cNvSpPr/>
          <p:nvPr userDrawn="1"/>
        </p:nvSpPr>
        <p:spPr>
          <a:xfrm>
            <a:off x="0" y="1236250"/>
            <a:ext cx="12192000" cy="5621750"/>
          </a:xfrm>
          <a:prstGeom prst="rect">
            <a:avLst/>
          </a:prstGeom>
          <a:solidFill>
            <a:schemeClr val="bg1"/>
          </a:solidFill>
          <a:ln>
            <a:noFill/>
          </a:ln>
          <a:effectLst>
            <a:outerShdw blurRad="50800" dist="12700" dir="16200000"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elplatzhalter 9">
            <a:extLst>
              <a:ext uri="{FF2B5EF4-FFF2-40B4-BE49-F238E27FC236}">
                <a16:creationId xmlns:a16="http://schemas.microsoft.com/office/drawing/2014/main" id="{EBF5AABB-91AB-42A6-ACAF-01AFA8D236B1}"/>
              </a:ext>
            </a:extLst>
          </p:cNvPr>
          <p:cNvSpPr>
            <a:spLocks noGrp="1"/>
          </p:cNvSpPr>
          <p:nvPr>
            <p:ph type="title"/>
          </p:nvPr>
        </p:nvSpPr>
        <p:spPr>
          <a:xfrm>
            <a:off x="550863" y="407195"/>
            <a:ext cx="8052580" cy="638175"/>
          </a:xfrm>
          <a:prstGeom prst="rect">
            <a:avLst/>
          </a:prstGeom>
        </p:spPr>
        <p:txBody>
          <a:bodyPr vert="horz" lIns="0" tIns="0" rIns="0" bIns="0" rtlCol="0" anchor="b">
            <a:noAutofit/>
          </a:bodyPr>
          <a:lstStyle/>
          <a:p>
            <a:r>
              <a:rPr lang="de-DE"/>
              <a:t>Mastertitelformat bearbeiten</a:t>
            </a:r>
            <a:br>
              <a:rPr lang="de-DE"/>
            </a:br>
            <a:r>
              <a:rPr lang="de-DE"/>
              <a:t>Zweite Zeile</a:t>
            </a:r>
            <a:endParaRPr lang="en-US"/>
          </a:p>
        </p:txBody>
      </p:sp>
      <p:sp>
        <p:nvSpPr>
          <p:cNvPr id="11" name="Textplatzhalter 10">
            <a:extLst>
              <a:ext uri="{FF2B5EF4-FFF2-40B4-BE49-F238E27FC236}">
                <a16:creationId xmlns:a16="http://schemas.microsoft.com/office/drawing/2014/main" id="{0B00A917-7FEE-4539-BEB6-A05D3A39DA75}"/>
              </a:ext>
            </a:extLst>
          </p:cNvPr>
          <p:cNvSpPr>
            <a:spLocks noGrp="1"/>
          </p:cNvSpPr>
          <p:nvPr>
            <p:ph type="body" idx="1"/>
          </p:nvPr>
        </p:nvSpPr>
        <p:spPr>
          <a:xfrm>
            <a:off x="550863" y="1449389"/>
            <a:ext cx="11088000" cy="4751387"/>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endParaRPr lang="en-US" dirty="0"/>
          </a:p>
        </p:txBody>
      </p:sp>
      <p:sp>
        <p:nvSpPr>
          <p:cNvPr id="12" name="Datumsplatzhalter 11">
            <a:extLst>
              <a:ext uri="{FF2B5EF4-FFF2-40B4-BE49-F238E27FC236}">
                <a16:creationId xmlns:a16="http://schemas.microsoft.com/office/drawing/2014/main" id="{F744D047-DBE7-4837-9765-21AD21D3E1A9}"/>
              </a:ext>
            </a:extLst>
          </p:cNvPr>
          <p:cNvSpPr>
            <a:spLocks noGrp="1"/>
          </p:cNvSpPr>
          <p:nvPr>
            <p:ph type="dt" sz="half" idx="2"/>
          </p:nvPr>
        </p:nvSpPr>
        <p:spPr>
          <a:xfrm>
            <a:off x="550863" y="6584720"/>
            <a:ext cx="777407" cy="139606"/>
          </a:xfrm>
          <a:prstGeom prst="rect">
            <a:avLst/>
          </a:prstGeom>
        </p:spPr>
        <p:txBody>
          <a:bodyPr vert="horz" lIns="0" tIns="0" rIns="0" bIns="0" rtlCol="0" anchor="ctr">
            <a:noAutofit/>
          </a:bodyPr>
          <a:lstStyle>
            <a:lvl1pPr algn="l">
              <a:defRPr sz="900">
                <a:solidFill>
                  <a:schemeClr val="accent2"/>
                </a:solidFill>
              </a:defRPr>
            </a:lvl1pPr>
          </a:lstStyle>
          <a:p>
            <a:fld id="{83BF76C3-AD8D-4FE9-8EA3-F787FCCDDA5C}" type="datetime1">
              <a:rPr lang="de-DE" smtClean="0"/>
              <a:pPr/>
              <a:t>19.10.26</a:t>
            </a:fld>
            <a:endParaRPr lang="en-US"/>
          </a:p>
        </p:txBody>
      </p:sp>
      <p:sp>
        <p:nvSpPr>
          <p:cNvPr id="14" name="Foliennummernplatzhalter 13">
            <a:extLst>
              <a:ext uri="{FF2B5EF4-FFF2-40B4-BE49-F238E27FC236}">
                <a16:creationId xmlns:a16="http://schemas.microsoft.com/office/drawing/2014/main" id="{4435A9C5-FF72-442B-99AC-40BB799414DD}"/>
              </a:ext>
            </a:extLst>
          </p:cNvPr>
          <p:cNvSpPr>
            <a:spLocks noGrp="1"/>
          </p:cNvSpPr>
          <p:nvPr>
            <p:ph type="sldNum" sz="quarter" idx="4"/>
          </p:nvPr>
        </p:nvSpPr>
        <p:spPr>
          <a:xfrm>
            <a:off x="11334063" y="6584720"/>
            <a:ext cx="304800" cy="139606"/>
          </a:xfrm>
          <a:prstGeom prst="rect">
            <a:avLst/>
          </a:prstGeom>
        </p:spPr>
        <p:txBody>
          <a:bodyPr vert="horz" lIns="0" tIns="0" rIns="0" bIns="0" rtlCol="0" anchor="ctr">
            <a:noAutofit/>
          </a:bodyPr>
          <a:lstStyle>
            <a:lvl1pPr algn="r">
              <a:defRPr sz="900">
                <a:solidFill>
                  <a:schemeClr val="accent2"/>
                </a:solidFill>
              </a:defRPr>
            </a:lvl1pPr>
          </a:lstStyle>
          <a:p>
            <a:fld id="{64647E8F-5052-4581-98D0-7C32D5A45346}" type="slidenum">
              <a:rPr lang="en-US" smtClean="0"/>
              <a:pPr/>
              <a:t>‹#›</a:t>
            </a:fld>
            <a:endParaRPr lang="en-US" dirty="0"/>
          </a:p>
        </p:txBody>
      </p:sp>
      <p:cxnSp>
        <p:nvCxnSpPr>
          <p:cNvPr id="3" name="Gerader Verbinder 2">
            <a:extLst>
              <a:ext uri="{FF2B5EF4-FFF2-40B4-BE49-F238E27FC236}">
                <a16:creationId xmlns:a16="http://schemas.microsoft.com/office/drawing/2014/main" id="{863709E5-1A75-444F-B4BE-2340C4E06744}"/>
              </a:ext>
            </a:extLst>
          </p:cNvPr>
          <p:cNvCxnSpPr/>
          <p:nvPr userDrawn="1"/>
        </p:nvCxnSpPr>
        <p:spPr>
          <a:xfrm flipH="1">
            <a:off x="-467201" y="409181"/>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feld 3">
            <a:extLst>
              <a:ext uri="{FF2B5EF4-FFF2-40B4-BE49-F238E27FC236}">
                <a16:creationId xmlns:a16="http://schemas.microsoft.com/office/drawing/2014/main" id="{2C03EDCA-8C9C-4EF3-A61D-BA419E16438B}"/>
              </a:ext>
            </a:extLst>
          </p:cNvPr>
          <p:cNvSpPr txBox="1"/>
          <p:nvPr userDrawn="1"/>
        </p:nvSpPr>
        <p:spPr>
          <a:xfrm>
            <a:off x="-472831" y="445694"/>
            <a:ext cx="357553" cy="133350"/>
          </a:xfrm>
          <a:prstGeom prst="rect">
            <a:avLst/>
          </a:prstGeom>
        </p:spPr>
        <p:txBody>
          <a:bodyPr vert="horz" wrap="square" lIns="0" tIns="0" rIns="0" bIns="0" rtlCol="0">
            <a:noAutofit/>
          </a:bodyPr>
          <a:lstStyle/>
          <a:p>
            <a:pPr marL="0" indent="0" algn="l">
              <a:buNone/>
            </a:pPr>
            <a:r>
              <a:rPr lang="de-DE" sz="800"/>
              <a:t>8,40</a:t>
            </a:r>
            <a:endParaRPr lang="en-US" sz="800" err="1"/>
          </a:p>
        </p:txBody>
      </p:sp>
      <p:cxnSp>
        <p:nvCxnSpPr>
          <p:cNvPr id="33" name="Gerader Verbinder 32">
            <a:extLst>
              <a:ext uri="{FF2B5EF4-FFF2-40B4-BE49-F238E27FC236}">
                <a16:creationId xmlns:a16="http://schemas.microsoft.com/office/drawing/2014/main" id="{FB547E8B-D79C-422A-81DC-5E5DF91B7B52}"/>
              </a:ext>
            </a:extLst>
          </p:cNvPr>
          <p:cNvCxnSpPr/>
          <p:nvPr userDrawn="1"/>
        </p:nvCxnSpPr>
        <p:spPr>
          <a:xfrm flipH="1">
            <a:off x="-467201" y="983775"/>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5F825E4A-066A-42F8-887C-683D950C5AF1}"/>
              </a:ext>
            </a:extLst>
          </p:cNvPr>
          <p:cNvSpPr txBox="1"/>
          <p:nvPr userDrawn="1"/>
        </p:nvSpPr>
        <p:spPr>
          <a:xfrm>
            <a:off x="-472831" y="1020288"/>
            <a:ext cx="357553" cy="133350"/>
          </a:xfrm>
          <a:prstGeom prst="rect">
            <a:avLst/>
          </a:prstGeom>
        </p:spPr>
        <p:txBody>
          <a:bodyPr vert="horz" wrap="square" lIns="0" tIns="0" rIns="0" bIns="0" rtlCol="0">
            <a:noAutofit/>
          </a:bodyPr>
          <a:lstStyle/>
          <a:p>
            <a:pPr marL="0" indent="0" algn="l">
              <a:buNone/>
            </a:pPr>
            <a:r>
              <a:rPr lang="de-DE" sz="800"/>
              <a:t>6,80</a:t>
            </a:r>
            <a:endParaRPr lang="en-US" sz="800" err="1"/>
          </a:p>
        </p:txBody>
      </p:sp>
      <p:cxnSp>
        <p:nvCxnSpPr>
          <p:cNvPr id="35" name="Gerader Verbinder 34">
            <a:extLst>
              <a:ext uri="{FF2B5EF4-FFF2-40B4-BE49-F238E27FC236}">
                <a16:creationId xmlns:a16="http://schemas.microsoft.com/office/drawing/2014/main" id="{10AD2466-4DA2-4326-AE10-6602EA720ED2}"/>
              </a:ext>
            </a:extLst>
          </p:cNvPr>
          <p:cNvCxnSpPr/>
          <p:nvPr userDrawn="1"/>
        </p:nvCxnSpPr>
        <p:spPr>
          <a:xfrm flipH="1">
            <a:off x="-467201" y="1236162"/>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C8AE78C6-42DF-4818-AF8A-7528F1898AC3}"/>
              </a:ext>
            </a:extLst>
          </p:cNvPr>
          <p:cNvSpPr txBox="1"/>
          <p:nvPr userDrawn="1"/>
        </p:nvSpPr>
        <p:spPr>
          <a:xfrm>
            <a:off x="-472831" y="1272675"/>
            <a:ext cx="357553" cy="133350"/>
          </a:xfrm>
          <a:prstGeom prst="rect">
            <a:avLst/>
          </a:prstGeom>
        </p:spPr>
        <p:txBody>
          <a:bodyPr vert="horz" wrap="square" lIns="0" tIns="0" rIns="0" bIns="0" rtlCol="0">
            <a:noAutofit/>
          </a:bodyPr>
          <a:lstStyle/>
          <a:p>
            <a:pPr marL="0" indent="0" algn="l">
              <a:buNone/>
            </a:pPr>
            <a:r>
              <a:rPr lang="de-DE" sz="800"/>
              <a:t>6,10</a:t>
            </a:r>
            <a:endParaRPr lang="en-US" sz="800" err="1"/>
          </a:p>
        </p:txBody>
      </p:sp>
      <p:cxnSp>
        <p:nvCxnSpPr>
          <p:cNvPr id="37" name="Gerader Verbinder 36">
            <a:extLst>
              <a:ext uri="{FF2B5EF4-FFF2-40B4-BE49-F238E27FC236}">
                <a16:creationId xmlns:a16="http://schemas.microsoft.com/office/drawing/2014/main" id="{81A28321-A51B-4143-A2E7-579B4C54E816}"/>
              </a:ext>
            </a:extLst>
          </p:cNvPr>
          <p:cNvCxnSpPr/>
          <p:nvPr userDrawn="1"/>
        </p:nvCxnSpPr>
        <p:spPr>
          <a:xfrm flipH="1">
            <a:off x="-467201" y="1451084"/>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02EE2369-B400-4488-95B0-A229AF97E1D5}"/>
              </a:ext>
            </a:extLst>
          </p:cNvPr>
          <p:cNvSpPr txBox="1"/>
          <p:nvPr userDrawn="1"/>
        </p:nvSpPr>
        <p:spPr>
          <a:xfrm>
            <a:off x="-472831" y="1487597"/>
            <a:ext cx="357553" cy="133350"/>
          </a:xfrm>
          <a:prstGeom prst="rect">
            <a:avLst/>
          </a:prstGeom>
        </p:spPr>
        <p:txBody>
          <a:bodyPr vert="horz" wrap="square" lIns="0" tIns="0" rIns="0" bIns="0" rtlCol="0">
            <a:noAutofit/>
          </a:bodyPr>
          <a:lstStyle/>
          <a:p>
            <a:pPr marL="0" indent="0" algn="l">
              <a:buNone/>
            </a:pPr>
            <a:r>
              <a:rPr lang="de-DE" sz="800"/>
              <a:t>5,50</a:t>
            </a:r>
            <a:endParaRPr lang="en-US" sz="800" err="1"/>
          </a:p>
        </p:txBody>
      </p:sp>
      <p:cxnSp>
        <p:nvCxnSpPr>
          <p:cNvPr id="39" name="Gerader Verbinder 38">
            <a:extLst>
              <a:ext uri="{FF2B5EF4-FFF2-40B4-BE49-F238E27FC236}">
                <a16:creationId xmlns:a16="http://schemas.microsoft.com/office/drawing/2014/main" id="{223C8355-B0EC-44B3-9155-690CB075862B}"/>
              </a:ext>
            </a:extLst>
          </p:cNvPr>
          <p:cNvCxnSpPr/>
          <p:nvPr userDrawn="1"/>
        </p:nvCxnSpPr>
        <p:spPr>
          <a:xfrm flipH="1">
            <a:off x="-467201" y="6202508"/>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468E3FFC-697F-4F9E-B707-E0EBB27D5EEB}"/>
              </a:ext>
            </a:extLst>
          </p:cNvPr>
          <p:cNvSpPr txBox="1"/>
          <p:nvPr userDrawn="1"/>
        </p:nvSpPr>
        <p:spPr>
          <a:xfrm>
            <a:off x="-472831" y="6239021"/>
            <a:ext cx="357553" cy="133350"/>
          </a:xfrm>
          <a:prstGeom prst="rect">
            <a:avLst/>
          </a:prstGeom>
        </p:spPr>
        <p:txBody>
          <a:bodyPr vert="horz" wrap="square" lIns="0" tIns="0" rIns="0" bIns="0" rtlCol="0">
            <a:noAutofit/>
          </a:bodyPr>
          <a:lstStyle/>
          <a:p>
            <a:pPr marL="0" indent="0" algn="l">
              <a:buNone/>
            </a:pPr>
            <a:r>
              <a:rPr lang="de-DE" sz="800"/>
              <a:t>7,70</a:t>
            </a:r>
            <a:endParaRPr lang="en-US" sz="800" err="1"/>
          </a:p>
        </p:txBody>
      </p:sp>
      <p:cxnSp>
        <p:nvCxnSpPr>
          <p:cNvPr id="41" name="Gerader Verbinder 40">
            <a:extLst>
              <a:ext uri="{FF2B5EF4-FFF2-40B4-BE49-F238E27FC236}">
                <a16:creationId xmlns:a16="http://schemas.microsoft.com/office/drawing/2014/main" id="{0A5EA9C0-7BE5-4536-A653-A86353CE4396}"/>
              </a:ext>
            </a:extLst>
          </p:cNvPr>
          <p:cNvCxnSpPr/>
          <p:nvPr userDrawn="1"/>
        </p:nvCxnSpPr>
        <p:spPr>
          <a:xfrm flipH="1">
            <a:off x="-467201" y="6454568"/>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2" name="Textfeld 41">
            <a:extLst>
              <a:ext uri="{FF2B5EF4-FFF2-40B4-BE49-F238E27FC236}">
                <a16:creationId xmlns:a16="http://schemas.microsoft.com/office/drawing/2014/main" id="{C584EB1C-8DF8-4788-AE49-C41F66462D0F}"/>
              </a:ext>
            </a:extLst>
          </p:cNvPr>
          <p:cNvSpPr txBox="1"/>
          <p:nvPr userDrawn="1"/>
        </p:nvSpPr>
        <p:spPr>
          <a:xfrm>
            <a:off x="-472831" y="6491081"/>
            <a:ext cx="357553" cy="133350"/>
          </a:xfrm>
          <a:prstGeom prst="rect">
            <a:avLst/>
          </a:prstGeom>
        </p:spPr>
        <p:txBody>
          <a:bodyPr vert="horz" wrap="square" lIns="0" tIns="0" rIns="0" bIns="0" rtlCol="0">
            <a:noAutofit/>
          </a:bodyPr>
          <a:lstStyle/>
          <a:p>
            <a:pPr marL="0" indent="0" algn="l">
              <a:buNone/>
            </a:pPr>
            <a:r>
              <a:rPr lang="de-DE" sz="800"/>
              <a:t>8,40</a:t>
            </a:r>
            <a:endParaRPr lang="en-US" sz="800" err="1"/>
          </a:p>
        </p:txBody>
      </p:sp>
      <p:cxnSp>
        <p:nvCxnSpPr>
          <p:cNvPr id="43" name="Gerader Verbinder 42">
            <a:extLst>
              <a:ext uri="{FF2B5EF4-FFF2-40B4-BE49-F238E27FC236}">
                <a16:creationId xmlns:a16="http://schemas.microsoft.com/office/drawing/2014/main" id="{86DC8773-8F62-40BC-B53C-9E968DC9CBD4}"/>
              </a:ext>
            </a:extLst>
          </p:cNvPr>
          <p:cNvCxnSpPr>
            <a:cxnSpLocks/>
          </p:cNvCxnSpPr>
          <p:nvPr userDrawn="1"/>
        </p:nvCxnSpPr>
        <p:spPr>
          <a:xfrm flipH="1" flipV="1">
            <a:off x="549707" y="-322265"/>
            <a:ext cx="1" cy="3095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4" name="Textfeld 43">
            <a:extLst>
              <a:ext uri="{FF2B5EF4-FFF2-40B4-BE49-F238E27FC236}">
                <a16:creationId xmlns:a16="http://schemas.microsoft.com/office/drawing/2014/main" id="{4FEC6120-FB4D-4749-B40D-BC7F6F91DFB3}"/>
              </a:ext>
            </a:extLst>
          </p:cNvPr>
          <p:cNvSpPr txBox="1"/>
          <p:nvPr userDrawn="1"/>
        </p:nvSpPr>
        <p:spPr>
          <a:xfrm rot="5400000">
            <a:off x="293079" y="-258275"/>
            <a:ext cx="290512" cy="164123"/>
          </a:xfrm>
          <a:prstGeom prst="rect">
            <a:avLst/>
          </a:prstGeom>
        </p:spPr>
        <p:txBody>
          <a:bodyPr vert="horz" wrap="square" lIns="0" tIns="0" rIns="0" bIns="0" rtlCol="0">
            <a:noAutofit/>
          </a:bodyPr>
          <a:lstStyle/>
          <a:p>
            <a:pPr marL="0" indent="0" algn="l">
              <a:buNone/>
            </a:pPr>
            <a:r>
              <a:rPr lang="de-DE" sz="800"/>
              <a:t>15,40</a:t>
            </a:r>
            <a:endParaRPr lang="en-US" sz="800"/>
          </a:p>
        </p:txBody>
      </p:sp>
      <p:cxnSp>
        <p:nvCxnSpPr>
          <p:cNvPr id="46" name="Gerader Verbinder 45">
            <a:extLst>
              <a:ext uri="{FF2B5EF4-FFF2-40B4-BE49-F238E27FC236}">
                <a16:creationId xmlns:a16="http://schemas.microsoft.com/office/drawing/2014/main" id="{313A28C0-CB38-40AF-9907-5F31DAD75D4B}"/>
              </a:ext>
            </a:extLst>
          </p:cNvPr>
          <p:cNvCxnSpPr>
            <a:cxnSpLocks/>
          </p:cNvCxnSpPr>
          <p:nvPr userDrawn="1"/>
        </p:nvCxnSpPr>
        <p:spPr>
          <a:xfrm flipH="1" flipV="1">
            <a:off x="11640979" y="-322265"/>
            <a:ext cx="1" cy="3095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7" name="Textfeld 46">
            <a:extLst>
              <a:ext uri="{FF2B5EF4-FFF2-40B4-BE49-F238E27FC236}">
                <a16:creationId xmlns:a16="http://schemas.microsoft.com/office/drawing/2014/main" id="{38A52ADB-8FE3-4352-8EB2-DB45B5696BAC}"/>
              </a:ext>
            </a:extLst>
          </p:cNvPr>
          <p:cNvSpPr txBox="1"/>
          <p:nvPr userDrawn="1"/>
        </p:nvSpPr>
        <p:spPr>
          <a:xfrm rot="5400000">
            <a:off x="11384351" y="-258275"/>
            <a:ext cx="290512" cy="164123"/>
          </a:xfrm>
          <a:prstGeom prst="rect">
            <a:avLst/>
          </a:prstGeom>
        </p:spPr>
        <p:txBody>
          <a:bodyPr vert="horz" wrap="square" lIns="0" tIns="0" rIns="0" bIns="0" rtlCol="0">
            <a:noAutofit/>
          </a:bodyPr>
          <a:lstStyle/>
          <a:p>
            <a:pPr marL="0" indent="0" algn="l">
              <a:buNone/>
            </a:pPr>
            <a:r>
              <a:rPr lang="de-DE" sz="800"/>
              <a:t>15,40</a:t>
            </a:r>
            <a:endParaRPr lang="en-US" sz="800"/>
          </a:p>
        </p:txBody>
      </p:sp>
      <p:grpSp>
        <p:nvGrpSpPr>
          <p:cNvPr id="93" name="Gruppieren 92">
            <a:extLst>
              <a:ext uri="{FF2B5EF4-FFF2-40B4-BE49-F238E27FC236}">
                <a16:creationId xmlns:a16="http://schemas.microsoft.com/office/drawing/2014/main" id="{D23612E1-9B10-4A1E-85D3-8086D5EDB3BB}"/>
              </a:ext>
            </a:extLst>
          </p:cNvPr>
          <p:cNvGrpSpPr/>
          <p:nvPr userDrawn="1"/>
        </p:nvGrpSpPr>
        <p:grpSpPr>
          <a:xfrm>
            <a:off x="9674701" y="406700"/>
            <a:ext cx="354393" cy="226841"/>
            <a:chOff x="7955199" y="373667"/>
            <a:chExt cx="533086" cy="341218"/>
          </a:xfrm>
        </p:grpSpPr>
        <p:sp>
          <p:nvSpPr>
            <p:cNvPr id="110" name="Grafik 55">
              <a:extLst>
                <a:ext uri="{FF2B5EF4-FFF2-40B4-BE49-F238E27FC236}">
                  <a16:creationId xmlns:a16="http://schemas.microsoft.com/office/drawing/2014/main" id="{316CA330-6BB5-4845-8EE2-AEBA5DD54A3E}"/>
                </a:ext>
              </a:extLst>
            </p:cNvPr>
            <p:cNvSpPr/>
            <p:nvPr/>
          </p:nvSpPr>
          <p:spPr>
            <a:xfrm>
              <a:off x="7955199" y="373667"/>
              <a:ext cx="533086" cy="341218"/>
            </a:xfrm>
            <a:custGeom>
              <a:avLst/>
              <a:gdLst>
                <a:gd name="connsiteX0" fmla="*/ 0 w 533086"/>
                <a:gd name="connsiteY0" fmla="*/ 44 h 341218"/>
                <a:gd name="connsiteX1" fmla="*/ 498671 w 533086"/>
                <a:gd name="connsiteY1" fmla="*/ 44 h 341218"/>
                <a:gd name="connsiteX2" fmla="*/ 533086 w 533086"/>
                <a:gd name="connsiteY2" fmla="*/ 36811 h 341218"/>
                <a:gd name="connsiteX3" fmla="*/ 533086 w 533086"/>
                <a:gd name="connsiteY3" fmla="*/ 341219 h 341218"/>
                <a:gd name="connsiteX4" fmla="*/ 0 w 533086"/>
                <a:gd name="connsiteY4" fmla="*/ 341219 h 341218"/>
                <a:gd name="connsiteX5" fmla="*/ 0 w 533086"/>
                <a:gd name="connsiteY5" fmla="*/ 44 h 341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086" h="341218">
                  <a:moveTo>
                    <a:pt x="0" y="44"/>
                  </a:moveTo>
                  <a:lnTo>
                    <a:pt x="498671" y="44"/>
                  </a:lnTo>
                  <a:cubicBezTo>
                    <a:pt x="498671" y="44"/>
                    <a:pt x="533086" y="-2778"/>
                    <a:pt x="533086" y="36811"/>
                  </a:cubicBezTo>
                  <a:cubicBezTo>
                    <a:pt x="533086" y="72167"/>
                    <a:pt x="533086" y="341219"/>
                    <a:pt x="533086" y="341219"/>
                  </a:cubicBezTo>
                  <a:lnTo>
                    <a:pt x="0" y="341219"/>
                  </a:lnTo>
                  <a:lnTo>
                    <a:pt x="0" y="44"/>
                  </a:lnTo>
                  <a:close/>
                </a:path>
              </a:pathLst>
            </a:custGeom>
            <a:solidFill>
              <a:srgbClr val="B20933"/>
            </a:solidFill>
            <a:ln w="7838" cap="flat">
              <a:noFill/>
              <a:prstDash val="solid"/>
              <a:miter/>
            </a:ln>
          </p:spPr>
          <p:txBody>
            <a:bodyPr rtlCol="0" anchor="ctr"/>
            <a:lstStyle/>
            <a:p>
              <a:endParaRPr lang="en-US"/>
            </a:p>
          </p:txBody>
        </p:sp>
        <p:sp>
          <p:nvSpPr>
            <p:cNvPr id="111" name="Grafik 55">
              <a:extLst>
                <a:ext uri="{FF2B5EF4-FFF2-40B4-BE49-F238E27FC236}">
                  <a16:creationId xmlns:a16="http://schemas.microsoft.com/office/drawing/2014/main" id="{0A0CB544-66B3-4869-A3E2-EDC77DEF5A23}"/>
                </a:ext>
              </a:extLst>
            </p:cNvPr>
            <p:cNvSpPr/>
            <p:nvPr/>
          </p:nvSpPr>
          <p:spPr>
            <a:xfrm>
              <a:off x="8131509" y="418788"/>
              <a:ext cx="67576" cy="67576"/>
            </a:xfrm>
            <a:custGeom>
              <a:avLst/>
              <a:gdLst>
                <a:gd name="connsiteX0" fmla="*/ 0 w 67576"/>
                <a:gd name="connsiteY0" fmla="*/ 0 h 67576"/>
                <a:gd name="connsiteX1" fmla="*/ 67577 w 67576"/>
                <a:gd name="connsiteY1" fmla="*/ 0 h 67576"/>
                <a:gd name="connsiteX2" fmla="*/ 67577 w 67576"/>
                <a:gd name="connsiteY2" fmla="*/ 67576 h 67576"/>
                <a:gd name="connsiteX3" fmla="*/ 0 w 67576"/>
                <a:gd name="connsiteY3" fmla="*/ 67576 h 67576"/>
              </a:gdLst>
              <a:ahLst/>
              <a:cxnLst>
                <a:cxn ang="0">
                  <a:pos x="connsiteX0" y="connsiteY0"/>
                </a:cxn>
                <a:cxn ang="0">
                  <a:pos x="connsiteX1" y="connsiteY1"/>
                </a:cxn>
                <a:cxn ang="0">
                  <a:pos x="connsiteX2" y="connsiteY2"/>
                </a:cxn>
                <a:cxn ang="0">
                  <a:pos x="connsiteX3" y="connsiteY3"/>
                </a:cxn>
              </a:cxnLst>
              <a:rect l="l" t="t" r="r" b="b"/>
              <a:pathLst>
                <a:path w="67576" h="67576">
                  <a:moveTo>
                    <a:pt x="0" y="0"/>
                  </a:moveTo>
                  <a:lnTo>
                    <a:pt x="67577" y="0"/>
                  </a:lnTo>
                  <a:lnTo>
                    <a:pt x="67577" y="67576"/>
                  </a:lnTo>
                  <a:lnTo>
                    <a:pt x="0" y="67576"/>
                  </a:lnTo>
                  <a:close/>
                </a:path>
              </a:pathLst>
            </a:custGeom>
            <a:solidFill>
              <a:srgbClr val="FFFFFF"/>
            </a:solidFill>
            <a:ln w="7838" cap="flat">
              <a:noFill/>
              <a:prstDash val="solid"/>
              <a:miter/>
            </a:ln>
          </p:spPr>
          <p:txBody>
            <a:bodyPr rtlCol="0" anchor="ctr"/>
            <a:lstStyle/>
            <a:p>
              <a:endParaRPr lang="en-US"/>
            </a:p>
          </p:txBody>
        </p:sp>
        <p:sp>
          <p:nvSpPr>
            <p:cNvPr id="112" name="Grafik 55">
              <a:extLst>
                <a:ext uri="{FF2B5EF4-FFF2-40B4-BE49-F238E27FC236}">
                  <a16:creationId xmlns:a16="http://schemas.microsoft.com/office/drawing/2014/main" id="{5F00CD1B-1D72-4432-8536-5434595C82FF}"/>
                </a:ext>
              </a:extLst>
            </p:cNvPr>
            <p:cNvSpPr/>
            <p:nvPr/>
          </p:nvSpPr>
          <p:spPr>
            <a:xfrm>
              <a:off x="7980834" y="530736"/>
              <a:ext cx="29946" cy="11916"/>
            </a:xfrm>
            <a:custGeom>
              <a:avLst/>
              <a:gdLst>
                <a:gd name="connsiteX0" fmla="*/ 0 w 29946"/>
                <a:gd name="connsiteY0" fmla="*/ 0 h 11916"/>
                <a:gd name="connsiteX1" fmla="*/ 29947 w 29946"/>
                <a:gd name="connsiteY1" fmla="*/ 0 h 11916"/>
                <a:gd name="connsiteX2" fmla="*/ 29947 w 29946"/>
                <a:gd name="connsiteY2" fmla="*/ 11916 h 11916"/>
                <a:gd name="connsiteX3" fmla="*/ 0 w 29946"/>
                <a:gd name="connsiteY3" fmla="*/ 11916 h 11916"/>
              </a:gdLst>
              <a:ahLst/>
              <a:cxnLst>
                <a:cxn ang="0">
                  <a:pos x="connsiteX0" y="connsiteY0"/>
                </a:cxn>
                <a:cxn ang="0">
                  <a:pos x="connsiteX1" y="connsiteY1"/>
                </a:cxn>
                <a:cxn ang="0">
                  <a:pos x="connsiteX2" y="connsiteY2"/>
                </a:cxn>
                <a:cxn ang="0">
                  <a:pos x="connsiteX3" y="connsiteY3"/>
                </a:cxn>
              </a:cxnLst>
              <a:rect l="l" t="t" r="r" b="b"/>
              <a:pathLst>
                <a:path w="29946" h="11916">
                  <a:moveTo>
                    <a:pt x="0" y="0"/>
                  </a:moveTo>
                  <a:lnTo>
                    <a:pt x="29947" y="0"/>
                  </a:lnTo>
                  <a:lnTo>
                    <a:pt x="29947" y="11916"/>
                  </a:lnTo>
                  <a:lnTo>
                    <a:pt x="0" y="11916"/>
                  </a:lnTo>
                  <a:close/>
                </a:path>
              </a:pathLst>
            </a:custGeom>
            <a:solidFill>
              <a:srgbClr val="FFFFFF"/>
            </a:solidFill>
            <a:ln w="7838" cap="flat">
              <a:noFill/>
              <a:prstDash val="solid"/>
              <a:miter/>
            </a:ln>
          </p:spPr>
          <p:txBody>
            <a:bodyPr rtlCol="0" anchor="ctr"/>
            <a:lstStyle/>
            <a:p>
              <a:endParaRPr lang="en-US"/>
            </a:p>
          </p:txBody>
        </p:sp>
        <p:sp>
          <p:nvSpPr>
            <p:cNvPr id="113" name="Grafik 55">
              <a:extLst>
                <a:ext uri="{FF2B5EF4-FFF2-40B4-BE49-F238E27FC236}">
                  <a16:creationId xmlns:a16="http://schemas.microsoft.com/office/drawing/2014/main" id="{20610072-24AD-433E-812F-083238CAD54A}"/>
                </a:ext>
              </a:extLst>
            </p:cNvPr>
            <p:cNvSpPr/>
            <p:nvPr/>
          </p:nvSpPr>
          <p:spPr>
            <a:xfrm>
              <a:off x="8009143" y="418866"/>
              <a:ext cx="110293" cy="250942"/>
            </a:xfrm>
            <a:custGeom>
              <a:avLst/>
              <a:gdLst>
                <a:gd name="connsiteX0" fmla="*/ 70 w 110293"/>
                <a:gd name="connsiteY0" fmla="*/ 250942 h 250942"/>
                <a:gd name="connsiteX1" fmla="*/ 70 w 110293"/>
                <a:gd name="connsiteY1" fmla="*/ 111713 h 250942"/>
                <a:gd name="connsiteX2" fmla="*/ 70 w 110293"/>
                <a:gd name="connsiteY2" fmla="*/ 30025 h 250942"/>
                <a:gd name="connsiteX3" fmla="*/ 28762 w 110293"/>
                <a:gd name="connsiteY3" fmla="*/ 0 h 250942"/>
                <a:gd name="connsiteX4" fmla="*/ 110293 w 110293"/>
                <a:gd name="connsiteY4" fmla="*/ 0 h 250942"/>
                <a:gd name="connsiteX5" fmla="*/ 110293 w 110293"/>
                <a:gd name="connsiteY5" fmla="*/ 11759 h 250942"/>
                <a:gd name="connsiteX6" fmla="*/ 88499 w 110293"/>
                <a:gd name="connsiteY6" fmla="*/ 11759 h 250942"/>
                <a:gd name="connsiteX7" fmla="*/ 67490 w 110293"/>
                <a:gd name="connsiteY7" fmla="*/ 33396 h 250942"/>
                <a:gd name="connsiteX8" fmla="*/ 67490 w 110293"/>
                <a:gd name="connsiteY8" fmla="*/ 122453 h 250942"/>
                <a:gd name="connsiteX9" fmla="*/ 67490 w 110293"/>
                <a:gd name="connsiteY9" fmla="*/ 250864 h 250942"/>
                <a:gd name="connsiteX10" fmla="*/ 70 w 110293"/>
                <a:gd name="connsiteY10" fmla="*/ 250864 h 25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293" h="250942">
                  <a:moveTo>
                    <a:pt x="70" y="250942"/>
                  </a:moveTo>
                  <a:lnTo>
                    <a:pt x="70" y="111713"/>
                  </a:lnTo>
                  <a:lnTo>
                    <a:pt x="70" y="30025"/>
                  </a:lnTo>
                  <a:cubicBezTo>
                    <a:pt x="70" y="30025"/>
                    <a:pt x="-2831" y="0"/>
                    <a:pt x="28762" y="0"/>
                  </a:cubicBezTo>
                  <a:cubicBezTo>
                    <a:pt x="61218" y="0"/>
                    <a:pt x="110293" y="0"/>
                    <a:pt x="110293" y="0"/>
                  </a:cubicBezTo>
                  <a:lnTo>
                    <a:pt x="110293" y="11759"/>
                  </a:lnTo>
                  <a:lnTo>
                    <a:pt x="88499" y="11759"/>
                  </a:lnTo>
                  <a:cubicBezTo>
                    <a:pt x="88499" y="11759"/>
                    <a:pt x="67490" y="10819"/>
                    <a:pt x="67490" y="33396"/>
                  </a:cubicBezTo>
                  <a:cubicBezTo>
                    <a:pt x="67490" y="54328"/>
                    <a:pt x="67490" y="122453"/>
                    <a:pt x="67490" y="122453"/>
                  </a:cubicBezTo>
                  <a:lnTo>
                    <a:pt x="67490" y="250864"/>
                  </a:lnTo>
                  <a:lnTo>
                    <a:pt x="70" y="250864"/>
                  </a:lnTo>
                  <a:close/>
                </a:path>
              </a:pathLst>
            </a:custGeom>
            <a:solidFill>
              <a:srgbClr val="FFFFFF"/>
            </a:solidFill>
            <a:ln w="7838" cap="flat">
              <a:noFill/>
              <a:prstDash val="solid"/>
              <a:miter/>
            </a:ln>
          </p:spPr>
          <p:txBody>
            <a:bodyPr rtlCol="0" anchor="ctr"/>
            <a:lstStyle/>
            <a:p>
              <a:endParaRPr lang="en-US"/>
            </a:p>
          </p:txBody>
        </p:sp>
        <p:sp>
          <p:nvSpPr>
            <p:cNvPr id="114" name="Grafik 55">
              <a:extLst>
                <a:ext uri="{FF2B5EF4-FFF2-40B4-BE49-F238E27FC236}">
                  <a16:creationId xmlns:a16="http://schemas.microsoft.com/office/drawing/2014/main" id="{A0AF82DA-D630-46EB-96FD-D22F918BA03C}"/>
                </a:ext>
              </a:extLst>
            </p:cNvPr>
            <p:cNvSpPr/>
            <p:nvPr/>
          </p:nvSpPr>
          <p:spPr>
            <a:xfrm>
              <a:off x="8088549" y="530679"/>
              <a:ext cx="355364" cy="138894"/>
            </a:xfrm>
            <a:custGeom>
              <a:avLst/>
              <a:gdLst>
                <a:gd name="connsiteX0" fmla="*/ 78 w 355364"/>
                <a:gd name="connsiteY0" fmla="*/ 57 h 138894"/>
                <a:gd name="connsiteX1" fmla="*/ 322282 w 355364"/>
                <a:gd name="connsiteY1" fmla="*/ 57 h 138894"/>
                <a:gd name="connsiteX2" fmla="*/ 355365 w 355364"/>
                <a:gd name="connsiteY2" fmla="*/ 31415 h 138894"/>
                <a:gd name="connsiteX3" fmla="*/ 355365 w 355364"/>
                <a:gd name="connsiteY3" fmla="*/ 138345 h 138894"/>
                <a:gd name="connsiteX4" fmla="*/ 288258 w 355364"/>
                <a:gd name="connsiteY4" fmla="*/ 138345 h 138894"/>
                <a:gd name="connsiteX5" fmla="*/ 288258 w 355364"/>
                <a:gd name="connsiteY5" fmla="*/ 33218 h 138894"/>
                <a:gd name="connsiteX6" fmla="*/ 267719 w 355364"/>
                <a:gd name="connsiteY6" fmla="*/ 11816 h 138894"/>
                <a:gd name="connsiteX7" fmla="*/ 233225 w 355364"/>
                <a:gd name="connsiteY7" fmla="*/ 11816 h 138894"/>
                <a:gd name="connsiteX8" fmla="*/ 233225 w 355364"/>
                <a:gd name="connsiteY8" fmla="*/ 138345 h 138894"/>
                <a:gd name="connsiteX9" fmla="*/ 165727 w 355364"/>
                <a:gd name="connsiteY9" fmla="*/ 138345 h 138894"/>
                <a:gd name="connsiteX10" fmla="*/ 165727 w 355364"/>
                <a:gd name="connsiteY10" fmla="*/ 33218 h 138894"/>
                <a:gd name="connsiteX11" fmla="*/ 145188 w 355364"/>
                <a:gd name="connsiteY11" fmla="*/ 11424 h 138894"/>
                <a:gd name="connsiteX12" fmla="*/ 110380 w 355364"/>
                <a:gd name="connsiteY12" fmla="*/ 11424 h 138894"/>
                <a:gd name="connsiteX13" fmla="*/ 110380 w 355364"/>
                <a:gd name="connsiteY13" fmla="*/ 138894 h 138894"/>
                <a:gd name="connsiteX14" fmla="*/ 42725 w 355364"/>
                <a:gd name="connsiteY14" fmla="*/ 138894 h 138894"/>
                <a:gd name="connsiteX15" fmla="*/ 42725 w 355364"/>
                <a:gd name="connsiteY15" fmla="*/ 11816 h 138894"/>
                <a:gd name="connsiteX16" fmla="*/ 0 w 355364"/>
                <a:gd name="connsiteY16" fmla="*/ 11816 h 138894"/>
                <a:gd name="connsiteX17" fmla="*/ 0 w 355364"/>
                <a:gd name="connsiteY17" fmla="*/ 57 h 138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364" h="138894">
                  <a:moveTo>
                    <a:pt x="78" y="57"/>
                  </a:moveTo>
                  <a:lnTo>
                    <a:pt x="322282" y="57"/>
                  </a:lnTo>
                  <a:cubicBezTo>
                    <a:pt x="322282" y="57"/>
                    <a:pt x="355365" y="-2766"/>
                    <a:pt x="355365" y="31415"/>
                  </a:cubicBezTo>
                  <a:cubicBezTo>
                    <a:pt x="355365" y="63478"/>
                    <a:pt x="355365" y="138345"/>
                    <a:pt x="355365" y="138345"/>
                  </a:cubicBezTo>
                  <a:lnTo>
                    <a:pt x="288258" y="138345"/>
                  </a:lnTo>
                  <a:lnTo>
                    <a:pt x="288258" y="33218"/>
                  </a:lnTo>
                  <a:cubicBezTo>
                    <a:pt x="288258" y="33218"/>
                    <a:pt x="288572" y="11816"/>
                    <a:pt x="267719" y="11816"/>
                  </a:cubicBezTo>
                  <a:cubicBezTo>
                    <a:pt x="249923" y="11816"/>
                    <a:pt x="233225" y="11816"/>
                    <a:pt x="233225" y="11816"/>
                  </a:cubicBezTo>
                  <a:lnTo>
                    <a:pt x="233225" y="138345"/>
                  </a:lnTo>
                  <a:lnTo>
                    <a:pt x="165727" y="138345"/>
                  </a:lnTo>
                  <a:lnTo>
                    <a:pt x="165727" y="33218"/>
                  </a:lnTo>
                  <a:cubicBezTo>
                    <a:pt x="165727" y="33218"/>
                    <a:pt x="166197" y="11424"/>
                    <a:pt x="145188" y="11424"/>
                  </a:cubicBezTo>
                  <a:cubicBezTo>
                    <a:pt x="123080" y="11424"/>
                    <a:pt x="110380" y="11424"/>
                    <a:pt x="110380" y="11424"/>
                  </a:cubicBezTo>
                  <a:lnTo>
                    <a:pt x="110380" y="138894"/>
                  </a:lnTo>
                  <a:lnTo>
                    <a:pt x="42725" y="138894"/>
                  </a:lnTo>
                  <a:lnTo>
                    <a:pt x="42725" y="11816"/>
                  </a:lnTo>
                  <a:lnTo>
                    <a:pt x="0" y="11816"/>
                  </a:lnTo>
                  <a:lnTo>
                    <a:pt x="0" y="57"/>
                  </a:lnTo>
                  <a:close/>
                </a:path>
              </a:pathLst>
            </a:custGeom>
            <a:solidFill>
              <a:srgbClr val="FFFFFF"/>
            </a:solidFill>
            <a:ln w="7838" cap="flat">
              <a:noFill/>
              <a:prstDash val="solid"/>
              <a:miter/>
            </a:ln>
          </p:spPr>
          <p:txBody>
            <a:bodyPr rtlCol="0" anchor="ctr"/>
            <a:lstStyle/>
            <a:p>
              <a:endParaRPr lang="en-US"/>
            </a:p>
          </p:txBody>
        </p:sp>
      </p:grpSp>
      <p:grpSp>
        <p:nvGrpSpPr>
          <p:cNvPr id="94" name="Grafik 4">
            <a:extLst>
              <a:ext uri="{FF2B5EF4-FFF2-40B4-BE49-F238E27FC236}">
                <a16:creationId xmlns:a16="http://schemas.microsoft.com/office/drawing/2014/main" id="{3CEFA27F-089C-41F7-9148-A7D9488BA2F0}"/>
              </a:ext>
            </a:extLst>
          </p:cNvPr>
          <p:cNvGrpSpPr/>
          <p:nvPr userDrawn="1"/>
        </p:nvGrpSpPr>
        <p:grpSpPr>
          <a:xfrm>
            <a:off x="10252632" y="402361"/>
            <a:ext cx="1382523" cy="376309"/>
            <a:chOff x="44048" y="2093266"/>
            <a:chExt cx="9690104" cy="2637553"/>
          </a:xfrm>
        </p:grpSpPr>
        <p:sp>
          <p:nvSpPr>
            <p:cNvPr id="95" name="Freihandform: Form 94">
              <a:extLst>
                <a:ext uri="{FF2B5EF4-FFF2-40B4-BE49-F238E27FC236}">
                  <a16:creationId xmlns:a16="http://schemas.microsoft.com/office/drawing/2014/main" id="{B38C16CE-3991-4A56-8B87-776D2D731015}"/>
                </a:ext>
              </a:extLst>
            </p:cNvPr>
            <p:cNvSpPr/>
            <p:nvPr/>
          </p:nvSpPr>
          <p:spPr>
            <a:xfrm rot="3284151" flipV="1">
              <a:off x="769752" y="2156089"/>
              <a:ext cx="314404" cy="1899008"/>
            </a:xfrm>
            <a:custGeom>
              <a:avLst/>
              <a:gdLst>
                <a:gd name="connsiteX0" fmla="*/ 191474 w 314404"/>
                <a:gd name="connsiteY0" fmla="*/ 89 h 1899008"/>
                <a:gd name="connsiteX1" fmla="*/ 314465 w 314404"/>
                <a:gd name="connsiteY1" fmla="*/ 1812143 h 1899008"/>
                <a:gd name="connsiteX2" fmla="*/ 191474 w 314404"/>
                <a:gd name="connsiteY2" fmla="*/ 1899098 h 1899008"/>
                <a:gd name="connsiteX3" fmla="*/ 61 w 314404"/>
                <a:gd name="connsiteY3" fmla="*/ 135463 h 1899008"/>
                <a:gd name="connsiteX4" fmla="*/ 191474 w 314404"/>
                <a:gd name="connsiteY4" fmla="*/ 89 h 1899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404" h="1899008">
                  <a:moveTo>
                    <a:pt x="191474" y="89"/>
                  </a:moveTo>
                  <a:cubicBezTo>
                    <a:pt x="249378" y="410935"/>
                    <a:pt x="310655" y="1029306"/>
                    <a:pt x="314465" y="1812143"/>
                  </a:cubicBezTo>
                  <a:lnTo>
                    <a:pt x="191474" y="1899098"/>
                  </a:lnTo>
                  <a:cubicBezTo>
                    <a:pt x="167105" y="1225045"/>
                    <a:pt x="77809" y="585163"/>
                    <a:pt x="61" y="135463"/>
                  </a:cubicBezTo>
                  <a:lnTo>
                    <a:pt x="191474" y="89"/>
                  </a:lnTo>
                  <a:close/>
                </a:path>
              </a:pathLst>
            </a:custGeom>
            <a:solidFill>
              <a:srgbClr val="00A38A"/>
            </a:solidFill>
            <a:ln w="39688" cap="flat">
              <a:noFill/>
              <a:prstDash val="solid"/>
              <a:round/>
            </a:ln>
          </p:spPr>
          <p:txBody>
            <a:bodyPr rtlCol="0" anchor="ctr"/>
            <a:lstStyle/>
            <a:p>
              <a:endParaRPr lang="en-US"/>
            </a:p>
          </p:txBody>
        </p:sp>
        <p:sp>
          <p:nvSpPr>
            <p:cNvPr id="96" name="Freihandform: Form 95">
              <a:extLst>
                <a:ext uri="{FF2B5EF4-FFF2-40B4-BE49-F238E27FC236}">
                  <a16:creationId xmlns:a16="http://schemas.microsoft.com/office/drawing/2014/main" id="{28960186-F8D0-4936-BBF8-4CD1A6899DC6}"/>
                </a:ext>
              </a:extLst>
            </p:cNvPr>
            <p:cNvSpPr/>
            <p:nvPr/>
          </p:nvSpPr>
          <p:spPr>
            <a:xfrm rot="3698792" flipV="1">
              <a:off x="729477" y="1846973"/>
              <a:ext cx="342094" cy="1761849"/>
            </a:xfrm>
            <a:custGeom>
              <a:avLst/>
              <a:gdLst>
                <a:gd name="connsiteX0" fmla="*/ 268347 w 342094"/>
                <a:gd name="connsiteY0" fmla="*/ 53 h 1761849"/>
                <a:gd name="connsiteX1" fmla="*/ 333792 w 342094"/>
                <a:gd name="connsiteY1" fmla="*/ 1726581 h 1761849"/>
                <a:gd name="connsiteX2" fmla="*/ 268347 w 342094"/>
                <a:gd name="connsiteY2" fmla="*/ 1761902 h 1761849"/>
                <a:gd name="connsiteX3" fmla="*/ 59 w 342094"/>
                <a:gd name="connsiteY3" fmla="*/ 144833 h 1761849"/>
                <a:gd name="connsiteX4" fmla="*/ 268347 w 342094"/>
                <a:gd name="connsiteY4" fmla="*/ 53 h 1761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94" h="1761849">
                  <a:moveTo>
                    <a:pt x="268347" y="53"/>
                  </a:moveTo>
                  <a:cubicBezTo>
                    <a:pt x="316131" y="440902"/>
                    <a:pt x="361296" y="1068839"/>
                    <a:pt x="333792" y="1726581"/>
                  </a:cubicBezTo>
                  <a:lnTo>
                    <a:pt x="268347" y="1761902"/>
                  </a:lnTo>
                  <a:cubicBezTo>
                    <a:pt x="247948" y="1168653"/>
                    <a:pt x="130870" y="603978"/>
                    <a:pt x="59" y="144833"/>
                  </a:cubicBezTo>
                  <a:lnTo>
                    <a:pt x="268347" y="53"/>
                  </a:lnTo>
                  <a:close/>
                </a:path>
              </a:pathLst>
            </a:custGeom>
            <a:solidFill>
              <a:srgbClr val="00A38A"/>
            </a:solidFill>
            <a:ln w="39688" cap="flat">
              <a:noFill/>
              <a:prstDash val="solid"/>
              <a:round/>
            </a:ln>
          </p:spPr>
          <p:txBody>
            <a:bodyPr rtlCol="0" anchor="ctr"/>
            <a:lstStyle/>
            <a:p>
              <a:endParaRPr lang="en-US"/>
            </a:p>
          </p:txBody>
        </p:sp>
        <p:sp>
          <p:nvSpPr>
            <p:cNvPr id="97" name="Freihandform: Form 96">
              <a:extLst>
                <a:ext uri="{FF2B5EF4-FFF2-40B4-BE49-F238E27FC236}">
                  <a16:creationId xmlns:a16="http://schemas.microsoft.com/office/drawing/2014/main" id="{FDC76523-0EA0-47DF-BEED-8B926A8B3EC7}"/>
                </a:ext>
              </a:extLst>
            </p:cNvPr>
            <p:cNvSpPr/>
            <p:nvPr/>
          </p:nvSpPr>
          <p:spPr>
            <a:xfrm>
              <a:off x="725702" y="2924695"/>
              <a:ext cx="996276" cy="757714"/>
            </a:xfrm>
            <a:custGeom>
              <a:avLst/>
              <a:gdLst>
                <a:gd name="connsiteX0" fmla="*/ 996399 w 996276"/>
                <a:gd name="connsiteY0" fmla="*/ 757829 h 757714"/>
                <a:gd name="connsiteX1" fmla="*/ 996399 w 996276"/>
                <a:gd name="connsiteY1" fmla="*/ 114 h 757714"/>
                <a:gd name="connsiteX2" fmla="*/ 123 w 996276"/>
                <a:gd name="connsiteY2" fmla="*/ 757829 h 757714"/>
                <a:gd name="connsiteX3" fmla="*/ 996399 w 996276"/>
                <a:gd name="connsiteY3" fmla="*/ 757829 h 757714"/>
              </a:gdLst>
              <a:ahLst/>
              <a:cxnLst>
                <a:cxn ang="0">
                  <a:pos x="connsiteX0" y="connsiteY0"/>
                </a:cxn>
                <a:cxn ang="0">
                  <a:pos x="connsiteX1" y="connsiteY1"/>
                </a:cxn>
                <a:cxn ang="0">
                  <a:pos x="connsiteX2" y="connsiteY2"/>
                </a:cxn>
                <a:cxn ang="0">
                  <a:pos x="connsiteX3" y="connsiteY3"/>
                </a:cxn>
              </a:cxnLst>
              <a:rect l="l" t="t" r="r" b="b"/>
              <a:pathLst>
                <a:path w="996276" h="757714">
                  <a:moveTo>
                    <a:pt x="996399" y="757829"/>
                  </a:moveTo>
                  <a:lnTo>
                    <a:pt x="996399" y="114"/>
                  </a:lnTo>
                  <a:cubicBezTo>
                    <a:pt x="643379" y="297691"/>
                    <a:pt x="293811" y="555343"/>
                    <a:pt x="123" y="757829"/>
                  </a:cubicBezTo>
                  <a:lnTo>
                    <a:pt x="996399" y="757829"/>
                  </a:lnTo>
                  <a:close/>
                </a:path>
              </a:pathLst>
            </a:custGeom>
            <a:solidFill>
              <a:srgbClr val="00A38A"/>
            </a:solidFill>
            <a:ln w="39688" cap="flat">
              <a:noFill/>
              <a:prstDash val="solid"/>
              <a:round/>
            </a:ln>
          </p:spPr>
          <p:txBody>
            <a:bodyPr rtlCol="0" anchor="ctr"/>
            <a:lstStyle/>
            <a:p>
              <a:endParaRPr lang="en-US"/>
            </a:p>
          </p:txBody>
        </p:sp>
        <p:sp>
          <p:nvSpPr>
            <p:cNvPr id="98" name="Freihandform: Form 97">
              <a:extLst>
                <a:ext uri="{FF2B5EF4-FFF2-40B4-BE49-F238E27FC236}">
                  <a16:creationId xmlns:a16="http://schemas.microsoft.com/office/drawing/2014/main" id="{0F3927F8-6001-4D5A-B42B-343E1328F4AE}"/>
                </a:ext>
              </a:extLst>
            </p:cNvPr>
            <p:cNvSpPr/>
            <p:nvPr/>
          </p:nvSpPr>
          <p:spPr>
            <a:xfrm>
              <a:off x="315980" y="2772057"/>
              <a:ext cx="1406010" cy="910352"/>
            </a:xfrm>
            <a:custGeom>
              <a:avLst/>
              <a:gdLst>
                <a:gd name="connsiteX0" fmla="*/ 211532 w 1406010"/>
                <a:gd name="connsiteY0" fmla="*/ 910457 h 910352"/>
                <a:gd name="connsiteX1" fmla="*/ 1165977 w 1406010"/>
                <a:gd name="connsiteY1" fmla="*/ 276409 h 910352"/>
                <a:gd name="connsiteX2" fmla="*/ 1406087 w 1406010"/>
                <a:gd name="connsiteY2" fmla="*/ 94005 h 910352"/>
                <a:gd name="connsiteX3" fmla="*/ 1406087 w 1406010"/>
                <a:gd name="connsiteY3" fmla="*/ 104 h 910352"/>
                <a:gd name="connsiteX4" fmla="*/ 77 w 1406010"/>
                <a:gd name="connsiteY4" fmla="*/ 910457 h 910352"/>
                <a:gd name="connsiteX5" fmla="*/ 211532 w 1406010"/>
                <a:gd name="connsiteY5" fmla="*/ 910457 h 910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6010" h="910352">
                  <a:moveTo>
                    <a:pt x="211532" y="910457"/>
                  </a:moveTo>
                  <a:cubicBezTo>
                    <a:pt x="490376" y="744960"/>
                    <a:pt x="828911" y="528901"/>
                    <a:pt x="1165977" y="276409"/>
                  </a:cubicBezTo>
                  <a:cubicBezTo>
                    <a:pt x="1244598" y="217473"/>
                    <a:pt x="1324926" y="156751"/>
                    <a:pt x="1406087" y="94005"/>
                  </a:cubicBezTo>
                  <a:lnTo>
                    <a:pt x="1406087" y="104"/>
                  </a:lnTo>
                  <a:cubicBezTo>
                    <a:pt x="907135" y="374159"/>
                    <a:pt x="397904" y="685945"/>
                    <a:pt x="77" y="910457"/>
                  </a:cubicBezTo>
                  <a:lnTo>
                    <a:pt x="211532" y="910457"/>
                  </a:lnTo>
                  <a:close/>
                </a:path>
              </a:pathLst>
            </a:custGeom>
            <a:solidFill>
              <a:srgbClr val="00A38A"/>
            </a:solidFill>
            <a:ln w="39688" cap="flat">
              <a:noFill/>
              <a:prstDash val="solid"/>
              <a:round/>
            </a:ln>
          </p:spPr>
          <p:txBody>
            <a:bodyPr rtlCol="0" anchor="ctr"/>
            <a:lstStyle/>
            <a:p>
              <a:endParaRPr lang="en-US"/>
            </a:p>
          </p:txBody>
        </p:sp>
        <p:sp>
          <p:nvSpPr>
            <p:cNvPr id="99" name="Freihandform: Form 98">
              <a:extLst>
                <a:ext uri="{FF2B5EF4-FFF2-40B4-BE49-F238E27FC236}">
                  <a16:creationId xmlns:a16="http://schemas.microsoft.com/office/drawing/2014/main" id="{42DBF1B5-0ABB-47E6-8706-2A8E1D24E7D1}"/>
                </a:ext>
              </a:extLst>
            </p:cNvPr>
            <p:cNvSpPr/>
            <p:nvPr/>
          </p:nvSpPr>
          <p:spPr>
            <a:xfrm rot="4197948" flipV="1">
              <a:off x="800104" y="1677892"/>
              <a:ext cx="270608" cy="1650365"/>
            </a:xfrm>
            <a:custGeom>
              <a:avLst/>
              <a:gdLst>
                <a:gd name="connsiteX0" fmla="*/ 168337 w 270608"/>
                <a:gd name="connsiteY0" fmla="*/ 33 h 1650365"/>
                <a:gd name="connsiteX1" fmla="*/ 247712 w 270608"/>
                <a:gd name="connsiteY1" fmla="*/ 1621466 h 1650365"/>
                <a:gd name="connsiteX2" fmla="*/ 168337 w 270608"/>
                <a:gd name="connsiteY2" fmla="*/ 1650399 h 1650365"/>
                <a:gd name="connsiteX3" fmla="*/ 62 w 270608"/>
                <a:gd name="connsiteY3" fmla="*/ 61390 h 1650365"/>
                <a:gd name="connsiteX4" fmla="*/ 168337 w 270608"/>
                <a:gd name="connsiteY4" fmla="*/ 33 h 1650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608" h="1650365">
                  <a:moveTo>
                    <a:pt x="168337" y="33"/>
                  </a:moveTo>
                  <a:cubicBezTo>
                    <a:pt x="248744" y="453423"/>
                    <a:pt x="304028" y="1023812"/>
                    <a:pt x="247712" y="1621466"/>
                  </a:cubicBezTo>
                  <a:lnTo>
                    <a:pt x="168337" y="1650399"/>
                  </a:lnTo>
                  <a:cubicBezTo>
                    <a:pt x="211596" y="1053101"/>
                    <a:pt x="121982" y="503667"/>
                    <a:pt x="62" y="61390"/>
                  </a:cubicBezTo>
                  <a:lnTo>
                    <a:pt x="168337" y="33"/>
                  </a:lnTo>
                  <a:close/>
                </a:path>
              </a:pathLst>
            </a:custGeom>
            <a:solidFill>
              <a:srgbClr val="00A38A"/>
            </a:solidFill>
            <a:ln w="39688" cap="flat">
              <a:noFill/>
              <a:prstDash val="solid"/>
              <a:round/>
            </a:ln>
          </p:spPr>
          <p:txBody>
            <a:bodyPr rtlCol="0" anchor="ctr"/>
            <a:lstStyle/>
            <a:p>
              <a:endParaRPr lang="en-US"/>
            </a:p>
          </p:txBody>
        </p:sp>
        <p:sp>
          <p:nvSpPr>
            <p:cNvPr id="100" name="Freihandform: Form 99">
              <a:extLst>
                <a:ext uri="{FF2B5EF4-FFF2-40B4-BE49-F238E27FC236}">
                  <a16:creationId xmlns:a16="http://schemas.microsoft.com/office/drawing/2014/main" id="{46941F00-FC60-4A1F-AA72-6D60BD87E26C}"/>
                </a:ext>
              </a:extLst>
            </p:cNvPr>
            <p:cNvSpPr/>
            <p:nvPr/>
          </p:nvSpPr>
          <p:spPr>
            <a:xfrm>
              <a:off x="171450" y="2124075"/>
              <a:ext cx="1550512" cy="434102"/>
            </a:xfrm>
            <a:custGeom>
              <a:avLst/>
              <a:gdLst>
                <a:gd name="connsiteX0" fmla="*/ 62 w 1550512"/>
                <a:gd name="connsiteY0" fmla="*/ 28 h 434102"/>
                <a:gd name="connsiteX1" fmla="*/ 62 w 1550512"/>
                <a:gd name="connsiteY1" fmla="*/ 434130 h 434102"/>
                <a:gd name="connsiteX2" fmla="*/ 103726 w 1550512"/>
                <a:gd name="connsiteY2" fmla="*/ 426868 h 434102"/>
                <a:gd name="connsiteX3" fmla="*/ 1550574 w 1550512"/>
                <a:gd name="connsiteY3" fmla="*/ 91151 h 434102"/>
                <a:gd name="connsiteX4" fmla="*/ 1550574 w 1550512"/>
                <a:gd name="connsiteY4" fmla="*/ 28 h 434102"/>
                <a:gd name="connsiteX5" fmla="*/ 62 w 1550512"/>
                <a:gd name="connsiteY5" fmla="*/ 28 h 434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0512" h="434102">
                  <a:moveTo>
                    <a:pt x="62" y="28"/>
                  </a:moveTo>
                  <a:lnTo>
                    <a:pt x="62" y="434130"/>
                  </a:lnTo>
                  <a:cubicBezTo>
                    <a:pt x="33955" y="432027"/>
                    <a:pt x="68483" y="429606"/>
                    <a:pt x="103726" y="426868"/>
                  </a:cubicBezTo>
                  <a:cubicBezTo>
                    <a:pt x="480757" y="397856"/>
                    <a:pt x="995306" y="331260"/>
                    <a:pt x="1550574" y="91151"/>
                  </a:cubicBezTo>
                  <a:lnTo>
                    <a:pt x="1550574" y="28"/>
                  </a:lnTo>
                  <a:lnTo>
                    <a:pt x="62" y="28"/>
                  </a:lnTo>
                  <a:close/>
                </a:path>
              </a:pathLst>
            </a:custGeom>
            <a:solidFill>
              <a:srgbClr val="00A38A"/>
            </a:solidFill>
            <a:ln w="39688" cap="flat">
              <a:noFill/>
              <a:prstDash val="solid"/>
              <a:round/>
            </a:ln>
          </p:spPr>
          <p:txBody>
            <a:bodyPr rtlCol="0" anchor="ctr"/>
            <a:lstStyle/>
            <a:p>
              <a:endParaRPr lang="en-US"/>
            </a:p>
          </p:txBody>
        </p:sp>
        <p:sp>
          <p:nvSpPr>
            <p:cNvPr id="101" name="Freihandform: Form 100">
              <a:extLst>
                <a:ext uri="{FF2B5EF4-FFF2-40B4-BE49-F238E27FC236}">
                  <a16:creationId xmlns:a16="http://schemas.microsoft.com/office/drawing/2014/main" id="{84D7A9FF-10FF-4FD6-9451-F5A1CE79A08B}"/>
                </a:ext>
              </a:extLst>
            </p:cNvPr>
            <p:cNvSpPr/>
            <p:nvPr/>
          </p:nvSpPr>
          <p:spPr>
            <a:xfrm>
              <a:off x="171450" y="2215177"/>
              <a:ext cx="1550512" cy="422473"/>
            </a:xfrm>
            <a:custGeom>
              <a:avLst/>
              <a:gdLst>
                <a:gd name="connsiteX0" fmla="*/ 62 w 1550512"/>
                <a:gd name="connsiteY0" fmla="*/ 343008 h 422473"/>
                <a:gd name="connsiteX1" fmla="*/ 62 w 1550512"/>
                <a:gd name="connsiteY1" fmla="*/ 422502 h 422473"/>
                <a:gd name="connsiteX2" fmla="*/ 1550574 w 1550512"/>
                <a:gd name="connsiteY2" fmla="*/ 36223 h 422473"/>
                <a:gd name="connsiteX3" fmla="*/ 1550574 w 1550512"/>
                <a:gd name="connsiteY3" fmla="*/ 28 h 422473"/>
                <a:gd name="connsiteX4" fmla="*/ 103726 w 1550512"/>
                <a:gd name="connsiteY4" fmla="*/ 335745 h 422473"/>
                <a:gd name="connsiteX5" fmla="*/ 62 w 1550512"/>
                <a:gd name="connsiteY5" fmla="*/ 343008 h 42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0512" h="422473">
                  <a:moveTo>
                    <a:pt x="62" y="343008"/>
                  </a:moveTo>
                  <a:lnTo>
                    <a:pt x="62" y="422502"/>
                  </a:lnTo>
                  <a:cubicBezTo>
                    <a:pt x="457342" y="385474"/>
                    <a:pt x="1004236" y="281453"/>
                    <a:pt x="1550574" y="36223"/>
                  </a:cubicBezTo>
                  <a:lnTo>
                    <a:pt x="1550574" y="28"/>
                  </a:lnTo>
                  <a:cubicBezTo>
                    <a:pt x="995306" y="240138"/>
                    <a:pt x="480757" y="306773"/>
                    <a:pt x="103726" y="335745"/>
                  </a:cubicBezTo>
                  <a:cubicBezTo>
                    <a:pt x="68483" y="338523"/>
                    <a:pt x="33955" y="340905"/>
                    <a:pt x="62" y="343008"/>
                  </a:cubicBezTo>
                </a:path>
              </a:pathLst>
            </a:custGeom>
            <a:solidFill>
              <a:srgbClr val="FFFFFF"/>
            </a:solidFill>
            <a:ln w="39688" cap="flat">
              <a:noFill/>
              <a:prstDash val="solid"/>
              <a:round/>
            </a:ln>
          </p:spPr>
          <p:txBody>
            <a:bodyPr rtlCol="0" anchor="ctr"/>
            <a:lstStyle/>
            <a:p>
              <a:endParaRPr lang="en-US"/>
            </a:p>
          </p:txBody>
        </p:sp>
        <p:sp>
          <p:nvSpPr>
            <p:cNvPr id="102" name="Freihandform: Form 101">
              <a:extLst>
                <a:ext uri="{FF2B5EF4-FFF2-40B4-BE49-F238E27FC236}">
                  <a16:creationId xmlns:a16="http://schemas.microsoft.com/office/drawing/2014/main" id="{16D73698-B601-4A8E-98FC-6BD293F00864}"/>
                </a:ext>
              </a:extLst>
            </p:cNvPr>
            <p:cNvSpPr/>
            <p:nvPr/>
          </p:nvSpPr>
          <p:spPr>
            <a:xfrm rot="4147815" flipV="1">
              <a:off x="850487" y="1791884"/>
              <a:ext cx="184942" cy="1659376"/>
            </a:xfrm>
            <a:custGeom>
              <a:avLst/>
              <a:gdLst>
                <a:gd name="connsiteX0" fmla="*/ 103051 w 184942"/>
                <a:gd name="connsiteY0" fmla="*/ 45 h 1659376"/>
                <a:gd name="connsiteX1" fmla="*/ 158455 w 184942"/>
                <a:gd name="connsiteY1" fmla="*/ 1638307 h 1659376"/>
                <a:gd name="connsiteX2" fmla="*/ 103051 w 184942"/>
                <a:gd name="connsiteY2" fmla="*/ 1659421 h 1659376"/>
                <a:gd name="connsiteX3" fmla="*/ 62 w 184942"/>
                <a:gd name="connsiteY3" fmla="*/ 39296 h 1659376"/>
                <a:gd name="connsiteX4" fmla="*/ 103051 w 184942"/>
                <a:gd name="connsiteY4" fmla="*/ 45 h 1659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942" h="1659376">
                  <a:moveTo>
                    <a:pt x="103051" y="45"/>
                  </a:moveTo>
                  <a:cubicBezTo>
                    <a:pt x="172941" y="472327"/>
                    <a:pt x="215525" y="1047439"/>
                    <a:pt x="158455" y="1638307"/>
                  </a:cubicBezTo>
                  <a:lnTo>
                    <a:pt x="103051" y="1659421"/>
                  </a:lnTo>
                  <a:cubicBezTo>
                    <a:pt x="150676" y="1061012"/>
                    <a:pt x="87097" y="491496"/>
                    <a:pt x="62" y="39296"/>
                  </a:cubicBezTo>
                  <a:lnTo>
                    <a:pt x="103051" y="45"/>
                  </a:lnTo>
                  <a:close/>
                </a:path>
              </a:pathLst>
            </a:custGeom>
            <a:solidFill>
              <a:srgbClr val="FFFFFF"/>
            </a:solidFill>
            <a:ln w="39688" cap="flat">
              <a:noFill/>
              <a:prstDash val="solid"/>
              <a:round/>
            </a:ln>
          </p:spPr>
          <p:txBody>
            <a:bodyPr rtlCol="0" anchor="ctr"/>
            <a:lstStyle/>
            <a:p>
              <a:endParaRPr lang="en-US"/>
            </a:p>
          </p:txBody>
        </p:sp>
        <p:sp>
          <p:nvSpPr>
            <p:cNvPr id="103" name="Freihandform: Form 102">
              <a:extLst>
                <a:ext uri="{FF2B5EF4-FFF2-40B4-BE49-F238E27FC236}">
                  <a16:creationId xmlns:a16="http://schemas.microsoft.com/office/drawing/2014/main" id="{D5268A47-6A54-4A30-84E8-22E09D6E9958}"/>
                </a:ext>
              </a:extLst>
            </p:cNvPr>
            <p:cNvSpPr/>
            <p:nvPr/>
          </p:nvSpPr>
          <p:spPr>
            <a:xfrm rot="3465759" flipV="1">
              <a:off x="783775" y="2006822"/>
              <a:ext cx="281707" cy="1833088"/>
            </a:xfrm>
            <a:custGeom>
              <a:avLst/>
              <a:gdLst>
                <a:gd name="connsiteX0" fmla="*/ 182306 w 281707"/>
                <a:gd name="connsiteY0" fmla="*/ 72 h 1833088"/>
                <a:gd name="connsiteX1" fmla="*/ 280294 w 281707"/>
                <a:gd name="connsiteY1" fmla="*/ 1771367 h 1833088"/>
                <a:gd name="connsiteX2" fmla="*/ 182306 w 281707"/>
                <a:gd name="connsiteY2" fmla="*/ 1833160 h 1833088"/>
                <a:gd name="connsiteX3" fmla="*/ 61 w 281707"/>
                <a:gd name="connsiteY3" fmla="*/ 115007 h 1833088"/>
                <a:gd name="connsiteX4" fmla="*/ 182306 w 281707"/>
                <a:gd name="connsiteY4" fmla="*/ 72 h 1833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707" h="1833088">
                  <a:moveTo>
                    <a:pt x="182306" y="72"/>
                  </a:moveTo>
                  <a:cubicBezTo>
                    <a:pt x="236202" y="453264"/>
                    <a:pt x="291566" y="1096956"/>
                    <a:pt x="280294" y="1771367"/>
                  </a:cubicBezTo>
                  <a:lnTo>
                    <a:pt x="182306" y="1833160"/>
                  </a:lnTo>
                  <a:cubicBezTo>
                    <a:pt x="165161" y="1175061"/>
                    <a:pt x="77610" y="551649"/>
                    <a:pt x="61" y="115007"/>
                  </a:cubicBezTo>
                  <a:lnTo>
                    <a:pt x="182306" y="72"/>
                  </a:lnTo>
                  <a:close/>
                </a:path>
              </a:pathLst>
            </a:custGeom>
            <a:solidFill>
              <a:srgbClr val="FFFFFF"/>
            </a:solidFill>
            <a:ln w="39688" cap="flat">
              <a:noFill/>
              <a:prstDash val="solid"/>
              <a:round/>
            </a:ln>
          </p:spPr>
          <p:txBody>
            <a:bodyPr rtlCol="0" anchor="ctr"/>
            <a:lstStyle/>
            <a:p>
              <a:endParaRPr lang="en-US"/>
            </a:p>
          </p:txBody>
        </p:sp>
        <p:sp>
          <p:nvSpPr>
            <p:cNvPr id="104" name="Freihandform: Form 103">
              <a:extLst>
                <a:ext uri="{FF2B5EF4-FFF2-40B4-BE49-F238E27FC236}">
                  <a16:creationId xmlns:a16="http://schemas.microsoft.com/office/drawing/2014/main" id="{5CE59A72-8742-4B55-970D-05B253FE227D}"/>
                </a:ext>
              </a:extLst>
            </p:cNvPr>
            <p:cNvSpPr/>
            <p:nvPr/>
          </p:nvSpPr>
          <p:spPr>
            <a:xfrm>
              <a:off x="527435" y="2865958"/>
              <a:ext cx="1194555" cy="816451"/>
            </a:xfrm>
            <a:custGeom>
              <a:avLst/>
              <a:gdLst>
                <a:gd name="connsiteX0" fmla="*/ 85 w 1194555"/>
                <a:gd name="connsiteY0" fmla="*/ 816562 h 816451"/>
                <a:gd name="connsiteX1" fmla="*/ 198364 w 1194555"/>
                <a:gd name="connsiteY1" fmla="*/ 816562 h 816451"/>
                <a:gd name="connsiteX2" fmla="*/ 1194640 w 1194555"/>
                <a:gd name="connsiteY2" fmla="*/ 58848 h 816451"/>
                <a:gd name="connsiteX3" fmla="*/ 1194640 w 1194555"/>
                <a:gd name="connsiteY3" fmla="*/ 110 h 816451"/>
                <a:gd name="connsiteX4" fmla="*/ 954531 w 1194555"/>
                <a:gd name="connsiteY4" fmla="*/ 182514 h 816451"/>
                <a:gd name="connsiteX5" fmla="*/ 85 w 1194555"/>
                <a:gd name="connsiteY5" fmla="*/ 816562 h 81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4555" h="816451">
                  <a:moveTo>
                    <a:pt x="85" y="816562"/>
                  </a:moveTo>
                  <a:lnTo>
                    <a:pt x="198364" y="816562"/>
                  </a:lnTo>
                  <a:cubicBezTo>
                    <a:pt x="492052" y="614077"/>
                    <a:pt x="841620" y="356425"/>
                    <a:pt x="1194640" y="58848"/>
                  </a:cubicBezTo>
                  <a:lnTo>
                    <a:pt x="1194640" y="110"/>
                  </a:lnTo>
                  <a:cubicBezTo>
                    <a:pt x="1113479" y="62856"/>
                    <a:pt x="1033152" y="123578"/>
                    <a:pt x="954531" y="182514"/>
                  </a:cubicBezTo>
                  <a:cubicBezTo>
                    <a:pt x="617464" y="435006"/>
                    <a:pt x="278930" y="651065"/>
                    <a:pt x="85" y="816562"/>
                  </a:cubicBezTo>
                </a:path>
              </a:pathLst>
            </a:custGeom>
            <a:solidFill>
              <a:srgbClr val="FFFFFF"/>
            </a:solidFill>
            <a:ln w="39688" cap="flat">
              <a:noFill/>
              <a:prstDash val="solid"/>
              <a:round/>
            </a:ln>
          </p:spPr>
          <p:txBody>
            <a:bodyPr rtlCol="0" anchor="ctr"/>
            <a:lstStyle/>
            <a:p>
              <a:endParaRPr lang="en-US"/>
            </a:p>
          </p:txBody>
        </p:sp>
        <p:sp>
          <p:nvSpPr>
            <p:cNvPr id="105" name="Freihandform: Form 104">
              <a:extLst>
                <a:ext uri="{FF2B5EF4-FFF2-40B4-BE49-F238E27FC236}">
                  <a16:creationId xmlns:a16="http://schemas.microsoft.com/office/drawing/2014/main" id="{BBE8C55F-0276-4C77-BBCF-D450F13F86FB}"/>
                </a:ext>
              </a:extLst>
            </p:cNvPr>
            <p:cNvSpPr/>
            <p:nvPr/>
          </p:nvSpPr>
          <p:spPr>
            <a:xfrm>
              <a:off x="171450" y="2735981"/>
              <a:ext cx="1550512" cy="946428"/>
            </a:xfrm>
            <a:custGeom>
              <a:avLst/>
              <a:gdLst>
                <a:gd name="connsiteX0" fmla="*/ 62 w 1550512"/>
                <a:gd name="connsiteY0" fmla="*/ 946531 h 946428"/>
                <a:gd name="connsiteX1" fmla="*/ 144604 w 1550512"/>
                <a:gd name="connsiteY1" fmla="*/ 946531 h 946428"/>
                <a:gd name="connsiteX2" fmla="*/ 1550574 w 1550512"/>
                <a:gd name="connsiteY2" fmla="*/ 36178 h 946428"/>
                <a:gd name="connsiteX3" fmla="*/ 1550574 w 1550512"/>
                <a:gd name="connsiteY3" fmla="*/ 102 h 946428"/>
                <a:gd name="connsiteX4" fmla="*/ 62 w 1550512"/>
                <a:gd name="connsiteY4" fmla="*/ 945816 h 946428"/>
                <a:gd name="connsiteX5" fmla="*/ 62 w 1550512"/>
                <a:gd name="connsiteY5" fmla="*/ 946531 h 946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0512" h="946428">
                  <a:moveTo>
                    <a:pt x="62" y="946531"/>
                  </a:moveTo>
                  <a:lnTo>
                    <a:pt x="144604" y="946531"/>
                  </a:lnTo>
                  <a:cubicBezTo>
                    <a:pt x="542432" y="722018"/>
                    <a:pt x="1051662" y="410233"/>
                    <a:pt x="1550574" y="36178"/>
                  </a:cubicBezTo>
                  <a:lnTo>
                    <a:pt x="1550574" y="102"/>
                  </a:lnTo>
                  <a:cubicBezTo>
                    <a:pt x="909224" y="448928"/>
                    <a:pt x="368918" y="755911"/>
                    <a:pt x="62" y="945816"/>
                  </a:cubicBezTo>
                  <a:lnTo>
                    <a:pt x="62" y="946531"/>
                  </a:lnTo>
                  <a:close/>
                </a:path>
              </a:pathLst>
            </a:custGeom>
            <a:solidFill>
              <a:srgbClr val="FFFFFF"/>
            </a:solidFill>
            <a:ln w="39688" cap="flat">
              <a:noFill/>
              <a:prstDash val="solid"/>
              <a:round/>
            </a:ln>
          </p:spPr>
          <p:txBody>
            <a:bodyPr rtlCol="0" anchor="ctr"/>
            <a:lstStyle/>
            <a:p>
              <a:endParaRPr lang="en-US"/>
            </a:p>
          </p:txBody>
        </p:sp>
        <p:sp>
          <p:nvSpPr>
            <p:cNvPr id="106" name="Freihandform: Form 105">
              <a:extLst>
                <a:ext uri="{FF2B5EF4-FFF2-40B4-BE49-F238E27FC236}">
                  <a16:creationId xmlns:a16="http://schemas.microsoft.com/office/drawing/2014/main" id="{57C5F062-1530-4AD0-AFC5-1D53D1617354}"/>
                </a:ext>
              </a:extLst>
            </p:cNvPr>
            <p:cNvSpPr/>
            <p:nvPr/>
          </p:nvSpPr>
          <p:spPr>
            <a:xfrm>
              <a:off x="2244115" y="2547362"/>
              <a:ext cx="7490029" cy="1152168"/>
            </a:xfrm>
            <a:custGeom>
              <a:avLst/>
              <a:gdLst>
                <a:gd name="connsiteX0" fmla="*/ 516 w 7490029"/>
                <a:gd name="connsiteY0" fmla="*/ 1134440 h 1152168"/>
                <a:gd name="connsiteX1" fmla="*/ 208916 w 7490029"/>
                <a:gd name="connsiteY1" fmla="*/ 1134440 h 1152168"/>
                <a:gd name="connsiteX2" fmla="*/ 208916 w 7490029"/>
                <a:gd name="connsiteY2" fmla="*/ 678827 h 1152168"/>
                <a:gd name="connsiteX3" fmla="*/ 560230 w 7490029"/>
                <a:gd name="connsiteY3" fmla="*/ 678827 h 1152168"/>
                <a:gd name="connsiteX4" fmla="*/ 560230 w 7490029"/>
                <a:gd name="connsiteY4" fmla="*/ 515076 h 1152168"/>
                <a:gd name="connsiteX5" fmla="*/ 208916 w 7490029"/>
                <a:gd name="connsiteY5" fmla="*/ 515076 h 1152168"/>
                <a:gd name="connsiteX6" fmla="*/ 208916 w 7490029"/>
                <a:gd name="connsiteY6" fmla="*/ 259131 h 1152168"/>
                <a:gd name="connsiteX7" fmla="*/ 578089 w 7490029"/>
                <a:gd name="connsiteY7" fmla="*/ 259131 h 1152168"/>
                <a:gd name="connsiteX8" fmla="*/ 578089 w 7490029"/>
                <a:gd name="connsiteY8" fmla="*/ 95420 h 1152168"/>
                <a:gd name="connsiteX9" fmla="*/ 516 w 7490029"/>
                <a:gd name="connsiteY9" fmla="*/ 95420 h 1152168"/>
                <a:gd name="connsiteX10" fmla="*/ 516 w 7490029"/>
                <a:gd name="connsiteY10" fmla="*/ 1134440 h 1152168"/>
                <a:gd name="connsiteX11" fmla="*/ 720925 w 7490029"/>
                <a:gd name="connsiteY11" fmla="*/ 1134440 h 1152168"/>
                <a:gd name="connsiteX12" fmla="*/ 920394 w 7490029"/>
                <a:gd name="connsiteY12" fmla="*/ 1134440 h 1152168"/>
                <a:gd name="connsiteX13" fmla="*/ 920394 w 7490029"/>
                <a:gd name="connsiteY13" fmla="*/ 853016 h 1152168"/>
                <a:gd name="connsiteX14" fmla="*/ 1082597 w 7490029"/>
                <a:gd name="connsiteY14" fmla="*/ 540397 h 1152168"/>
                <a:gd name="connsiteX15" fmla="*/ 1171973 w 7490029"/>
                <a:gd name="connsiteY15" fmla="*/ 556788 h 1152168"/>
                <a:gd name="connsiteX16" fmla="*/ 1171973 w 7490029"/>
                <a:gd name="connsiteY16" fmla="*/ 355850 h 1152168"/>
                <a:gd name="connsiteX17" fmla="*/ 1110934 w 7490029"/>
                <a:gd name="connsiteY17" fmla="*/ 349897 h 1152168"/>
                <a:gd name="connsiteX18" fmla="*/ 901027 w 7490029"/>
                <a:gd name="connsiteY18" fmla="*/ 541826 h 1152168"/>
                <a:gd name="connsiteX19" fmla="*/ 898050 w 7490029"/>
                <a:gd name="connsiteY19" fmla="*/ 541826 h 1152168"/>
                <a:gd name="connsiteX20" fmla="*/ 898050 w 7490029"/>
                <a:gd name="connsiteY20" fmla="*/ 367796 h 1152168"/>
                <a:gd name="connsiteX21" fmla="*/ 720925 w 7490029"/>
                <a:gd name="connsiteY21" fmla="*/ 367796 h 1152168"/>
                <a:gd name="connsiteX22" fmla="*/ 720925 w 7490029"/>
                <a:gd name="connsiteY22" fmla="*/ 1134440 h 1152168"/>
                <a:gd name="connsiteX23" fmla="*/ 1320802 w 7490029"/>
                <a:gd name="connsiteY23" fmla="*/ 579172 h 1152168"/>
                <a:gd name="connsiteX24" fmla="*/ 1557458 w 7490029"/>
                <a:gd name="connsiteY24" fmla="*/ 495788 h 1152168"/>
                <a:gd name="connsiteX25" fmla="*/ 1730099 w 7490029"/>
                <a:gd name="connsiteY25" fmla="*/ 661047 h 1152168"/>
                <a:gd name="connsiteX26" fmla="*/ 1619966 w 7490029"/>
                <a:gd name="connsiteY26" fmla="*/ 661047 h 1152168"/>
                <a:gd name="connsiteX27" fmla="*/ 1362434 w 7490029"/>
                <a:gd name="connsiteY27" fmla="*/ 705656 h 1152168"/>
                <a:gd name="connsiteX28" fmla="*/ 1231544 w 7490029"/>
                <a:gd name="connsiteY28" fmla="*/ 924572 h 1152168"/>
                <a:gd name="connsiteX29" fmla="*/ 1499395 w 7490029"/>
                <a:gd name="connsiteY29" fmla="*/ 1152260 h 1152168"/>
                <a:gd name="connsiteX30" fmla="*/ 1736013 w 7490029"/>
                <a:gd name="connsiteY30" fmla="*/ 1019783 h 1152168"/>
                <a:gd name="connsiteX31" fmla="*/ 1739068 w 7490029"/>
                <a:gd name="connsiteY31" fmla="*/ 1019783 h 1152168"/>
                <a:gd name="connsiteX32" fmla="*/ 1747958 w 7490029"/>
                <a:gd name="connsiteY32" fmla="*/ 1134440 h 1152168"/>
                <a:gd name="connsiteX33" fmla="*/ 1923576 w 7490029"/>
                <a:gd name="connsiteY33" fmla="*/ 1134440 h 1152168"/>
                <a:gd name="connsiteX34" fmla="*/ 1914606 w 7490029"/>
                <a:gd name="connsiteY34" fmla="*/ 963149 h 1152168"/>
                <a:gd name="connsiteX35" fmla="*/ 1911670 w 7490029"/>
                <a:gd name="connsiteY35" fmla="*/ 771101 h 1152168"/>
                <a:gd name="connsiteX36" fmla="*/ 1911670 w 7490029"/>
                <a:gd name="connsiteY36" fmla="*/ 672874 h 1152168"/>
                <a:gd name="connsiteX37" fmla="*/ 1581271 w 7490029"/>
                <a:gd name="connsiteY37" fmla="*/ 349897 h 1152168"/>
                <a:gd name="connsiteX38" fmla="*/ 1314809 w 7490029"/>
                <a:gd name="connsiteY38" fmla="*/ 407999 h 1152168"/>
                <a:gd name="connsiteX39" fmla="*/ 1320802 w 7490029"/>
                <a:gd name="connsiteY39" fmla="*/ 579172 h 1152168"/>
                <a:gd name="connsiteX40" fmla="*/ 1421925 w 7490029"/>
                <a:gd name="connsiteY40" fmla="*/ 912626 h 1152168"/>
                <a:gd name="connsiteX41" fmla="*/ 1643739 w 7490029"/>
                <a:gd name="connsiteY41" fmla="*/ 780070 h 1152168"/>
                <a:gd name="connsiteX42" fmla="*/ 1730099 w 7490029"/>
                <a:gd name="connsiteY42" fmla="*/ 780070 h 1152168"/>
                <a:gd name="connsiteX43" fmla="*/ 1688348 w 7490029"/>
                <a:gd name="connsiteY43" fmla="*/ 937947 h 1152168"/>
                <a:gd name="connsiteX44" fmla="*/ 1548529 w 7490029"/>
                <a:gd name="connsiteY44" fmla="*/ 1006448 h 1152168"/>
                <a:gd name="connsiteX45" fmla="*/ 1421925 w 7490029"/>
                <a:gd name="connsiteY45" fmla="*/ 912626 h 1152168"/>
                <a:gd name="connsiteX46" fmla="*/ 2782533 w 7490029"/>
                <a:gd name="connsiteY46" fmla="*/ 367796 h 1152168"/>
                <a:gd name="connsiteX47" fmla="*/ 2582945 w 7490029"/>
                <a:gd name="connsiteY47" fmla="*/ 367796 h 1152168"/>
                <a:gd name="connsiteX48" fmla="*/ 2582945 w 7490029"/>
                <a:gd name="connsiteY48" fmla="*/ 742922 h 1152168"/>
                <a:gd name="connsiteX49" fmla="*/ 2407367 w 7490029"/>
                <a:gd name="connsiteY49" fmla="*/ 997399 h 1152168"/>
                <a:gd name="connsiteX50" fmla="*/ 2277866 w 7490029"/>
                <a:gd name="connsiteY50" fmla="*/ 777054 h 1152168"/>
                <a:gd name="connsiteX51" fmla="*/ 2277866 w 7490029"/>
                <a:gd name="connsiteY51" fmla="*/ 367796 h 1152168"/>
                <a:gd name="connsiteX52" fmla="*/ 2078397 w 7490029"/>
                <a:gd name="connsiteY52" fmla="*/ 367796 h 1152168"/>
                <a:gd name="connsiteX53" fmla="*/ 2078397 w 7490029"/>
                <a:gd name="connsiteY53" fmla="*/ 851587 h 1152168"/>
                <a:gd name="connsiteX54" fmla="*/ 2338906 w 7490029"/>
                <a:gd name="connsiteY54" fmla="*/ 1152260 h 1152168"/>
                <a:gd name="connsiteX55" fmla="*/ 2590446 w 7490029"/>
                <a:gd name="connsiteY55" fmla="*/ 1030181 h 1152168"/>
                <a:gd name="connsiteX56" fmla="*/ 2593462 w 7490029"/>
                <a:gd name="connsiteY56" fmla="*/ 1030181 h 1152168"/>
                <a:gd name="connsiteX57" fmla="*/ 2593462 w 7490029"/>
                <a:gd name="connsiteY57" fmla="*/ 1134440 h 1152168"/>
                <a:gd name="connsiteX58" fmla="*/ 2782533 w 7490029"/>
                <a:gd name="connsiteY58" fmla="*/ 1134440 h 1152168"/>
                <a:gd name="connsiteX59" fmla="*/ 2782533 w 7490029"/>
                <a:gd name="connsiteY59" fmla="*/ 367796 h 1152168"/>
                <a:gd name="connsiteX60" fmla="*/ 2988035 w 7490029"/>
                <a:gd name="connsiteY60" fmla="*/ 1134440 h 1152168"/>
                <a:gd name="connsiteX61" fmla="*/ 3187386 w 7490029"/>
                <a:gd name="connsiteY61" fmla="*/ 1134440 h 1152168"/>
                <a:gd name="connsiteX62" fmla="*/ 3187386 w 7490029"/>
                <a:gd name="connsiteY62" fmla="*/ 759194 h 1152168"/>
                <a:gd name="connsiteX63" fmla="*/ 3363043 w 7490029"/>
                <a:gd name="connsiteY63" fmla="*/ 504638 h 1152168"/>
                <a:gd name="connsiteX64" fmla="*/ 3492503 w 7490029"/>
                <a:gd name="connsiteY64" fmla="*/ 724984 h 1152168"/>
                <a:gd name="connsiteX65" fmla="*/ 3492503 w 7490029"/>
                <a:gd name="connsiteY65" fmla="*/ 1134440 h 1152168"/>
                <a:gd name="connsiteX66" fmla="*/ 3692092 w 7490029"/>
                <a:gd name="connsiteY66" fmla="*/ 1134440 h 1152168"/>
                <a:gd name="connsiteX67" fmla="*/ 3692092 w 7490029"/>
                <a:gd name="connsiteY67" fmla="*/ 650570 h 1152168"/>
                <a:gd name="connsiteX68" fmla="*/ 3431583 w 7490029"/>
                <a:gd name="connsiteY68" fmla="*/ 349897 h 1152168"/>
                <a:gd name="connsiteX69" fmla="*/ 3180043 w 7490029"/>
                <a:gd name="connsiteY69" fmla="*/ 471976 h 1152168"/>
                <a:gd name="connsiteX70" fmla="*/ 3176868 w 7490029"/>
                <a:gd name="connsiteY70" fmla="*/ 471976 h 1152168"/>
                <a:gd name="connsiteX71" fmla="*/ 3176868 w 7490029"/>
                <a:gd name="connsiteY71" fmla="*/ 367796 h 1152168"/>
                <a:gd name="connsiteX72" fmla="*/ 2988035 w 7490029"/>
                <a:gd name="connsiteY72" fmla="*/ 367796 h 1152168"/>
                <a:gd name="connsiteX73" fmla="*/ 2988035 w 7490029"/>
                <a:gd name="connsiteY73" fmla="*/ 1134440 h 1152168"/>
                <a:gd name="connsiteX74" fmla="*/ 3897356 w 7490029"/>
                <a:gd name="connsiteY74" fmla="*/ 1134440 h 1152168"/>
                <a:gd name="connsiteX75" fmla="*/ 4096825 w 7490029"/>
                <a:gd name="connsiteY75" fmla="*/ 1134440 h 1152168"/>
                <a:gd name="connsiteX76" fmla="*/ 4096825 w 7490029"/>
                <a:gd name="connsiteY76" fmla="*/ 759194 h 1152168"/>
                <a:gd name="connsiteX77" fmla="*/ 4272562 w 7490029"/>
                <a:gd name="connsiteY77" fmla="*/ 504638 h 1152168"/>
                <a:gd name="connsiteX78" fmla="*/ 4401983 w 7490029"/>
                <a:gd name="connsiteY78" fmla="*/ 724984 h 1152168"/>
                <a:gd name="connsiteX79" fmla="*/ 4401983 w 7490029"/>
                <a:gd name="connsiteY79" fmla="*/ 1134440 h 1152168"/>
                <a:gd name="connsiteX80" fmla="*/ 4601254 w 7490029"/>
                <a:gd name="connsiteY80" fmla="*/ 1134440 h 1152168"/>
                <a:gd name="connsiteX81" fmla="*/ 4601254 w 7490029"/>
                <a:gd name="connsiteY81" fmla="*/ 650570 h 1152168"/>
                <a:gd name="connsiteX82" fmla="*/ 4340983 w 7490029"/>
                <a:gd name="connsiteY82" fmla="*/ 349897 h 1152168"/>
                <a:gd name="connsiteX83" fmla="*/ 4100000 w 7490029"/>
                <a:gd name="connsiteY83" fmla="*/ 471976 h 1152168"/>
                <a:gd name="connsiteX84" fmla="*/ 4096825 w 7490029"/>
                <a:gd name="connsiteY84" fmla="*/ 471976 h 1152168"/>
                <a:gd name="connsiteX85" fmla="*/ 4096825 w 7490029"/>
                <a:gd name="connsiteY85" fmla="*/ 18030 h 1152168"/>
                <a:gd name="connsiteX86" fmla="*/ 3897356 w 7490029"/>
                <a:gd name="connsiteY86" fmla="*/ 18030 h 1152168"/>
                <a:gd name="connsiteX87" fmla="*/ 3897356 w 7490029"/>
                <a:gd name="connsiteY87" fmla="*/ 1134440 h 1152168"/>
                <a:gd name="connsiteX88" fmla="*/ 4727857 w 7490029"/>
                <a:gd name="connsiteY88" fmla="*/ 756337 h 1152168"/>
                <a:gd name="connsiteX89" fmla="*/ 5128424 w 7490029"/>
                <a:gd name="connsiteY89" fmla="*/ 1152260 h 1152168"/>
                <a:gd name="connsiteX90" fmla="*/ 5530220 w 7490029"/>
                <a:gd name="connsiteY90" fmla="*/ 756337 h 1152168"/>
                <a:gd name="connsiteX91" fmla="*/ 5128424 w 7490029"/>
                <a:gd name="connsiteY91" fmla="*/ 349897 h 1152168"/>
                <a:gd name="connsiteX92" fmla="*/ 4727857 w 7490029"/>
                <a:gd name="connsiteY92" fmla="*/ 756337 h 1152168"/>
                <a:gd name="connsiteX93" fmla="*/ 4936336 w 7490029"/>
                <a:gd name="connsiteY93" fmla="*/ 732405 h 1152168"/>
                <a:gd name="connsiteX94" fmla="*/ 5128424 w 7490029"/>
                <a:gd name="connsiteY94" fmla="*/ 504638 h 1152168"/>
                <a:gd name="connsiteX95" fmla="*/ 5321860 w 7490029"/>
                <a:gd name="connsiteY95" fmla="*/ 732405 h 1152168"/>
                <a:gd name="connsiteX96" fmla="*/ 5128424 w 7490029"/>
                <a:gd name="connsiteY96" fmla="*/ 997399 h 1152168"/>
                <a:gd name="connsiteX97" fmla="*/ 4936336 w 7490029"/>
                <a:gd name="connsiteY97" fmla="*/ 732405 h 1152168"/>
                <a:gd name="connsiteX98" fmla="*/ 5729650 w 7490029"/>
                <a:gd name="connsiteY98" fmla="*/ 1134440 h 1152168"/>
                <a:gd name="connsiteX99" fmla="*/ 5929040 w 7490029"/>
                <a:gd name="connsiteY99" fmla="*/ 1134440 h 1152168"/>
                <a:gd name="connsiteX100" fmla="*/ 5929040 w 7490029"/>
                <a:gd name="connsiteY100" fmla="*/ 513608 h 1152168"/>
                <a:gd name="connsiteX101" fmla="*/ 6103189 w 7490029"/>
                <a:gd name="connsiteY101" fmla="*/ 513608 h 1152168"/>
                <a:gd name="connsiteX102" fmla="*/ 6103189 w 7490029"/>
                <a:gd name="connsiteY102" fmla="*/ 367796 h 1152168"/>
                <a:gd name="connsiteX103" fmla="*/ 5929040 w 7490029"/>
                <a:gd name="connsiteY103" fmla="*/ 367796 h 1152168"/>
                <a:gd name="connsiteX104" fmla="*/ 5929040 w 7490029"/>
                <a:gd name="connsiteY104" fmla="*/ 272506 h 1152168"/>
                <a:gd name="connsiteX105" fmla="*/ 6017067 w 7490029"/>
                <a:gd name="connsiteY105" fmla="*/ 154872 h 1152168"/>
                <a:gd name="connsiteX106" fmla="*/ 6103189 w 7490029"/>
                <a:gd name="connsiteY106" fmla="*/ 181780 h 1152168"/>
                <a:gd name="connsiteX107" fmla="*/ 6119620 w 7490029"/>
                <a:gd name="connsiteY107" fmla="*/ 16521 h 1152168"/>
                <a:gd name="connsiteX108" fmla="*/ 5973808 w 7490029"/>
                <a:gd name="connsiteY108" fmla="*/ 91 h 1152168"/>
                <a:gd name="connsiteX109" fmla="*/ 5729650 w 7490029"/>
                <a:gd name="connsiteY109" fmla="*/ 260600 h 1152168"/>
                <a:gd name="connsiteX110" fmla="*/ 5729650 w 7490029"/>
                <a:gd name="connsiteY110" fmla="*/ 367796 h 1152168"/>
                <a:gd name="connsiteX111" fmla="*/ 5582370 w 7490029"/>
                <a:gd name="connsiteY111" fmla="*/ 367796 h 1152168"/>
                <a:gd name="connsiteX112" fmla="*/ 5582370 w 7490029"/>
                <a:gd name="connsiteY112" fmla="*/ 513608 h 1152168"/>
                <a:gd name="connsiteX113" fmla="*/ 5729650 w 7490029"/>
                <a:gd name="connsiteY113" fmla="*/ 513608 h 1152168"/>
                <a:gd name="connsiteX114" fmla="*/ 5729650 w 7490029"/>
                <a:gd name="connsiteY114" fmla="*/ 1134440 h 1152168"/>
                <a:gd name="connsiteX115" fmla="*/ 6366674 w 7490029"/>
                <a:gd name="connsiteY115" fmla="*/ 675890 h 1152168"/>
                <a:gd name="connsiteX116" fmla="*/ 6543840 w 7490029"/>
                <a:gd name="connsiteY116" fmla="*/ 495788 h 1152168"/>
                <a:gd name="connsiteX117" fmla="*/ 6706042 w 7490029"/>
                <a:gd name="connsiteY117" fmla="*/ 675890 h 1152168"/>
                <a:gd name="connsiteX118" fmla="*/ 6366674 w 7490029"/>
                <a:gd name="connsiteY118" fmla="*/ 675890 h 1152168"/>
                <a:gd name="connsiteX119" fmla="*/ 6840068 w 7490029"/>
                <a:gd name="connsiteY119" fmla="*/ 929017 h 1152168"/>
                <a:gd name="connsiteX120" fmla="*/ 6585432 w 7490029"/>
                <a:gd name="connsiteY120" fmla="*/ 1006448 h 1152168"/>
                <a:gd name="connsiteX121" fmla="*/ 6366674 w 7490029"/>
                <a:gd name="connsiteY121" fmla="*/ 812772 h 1152168"/>
                <a:gd name="connsiteX122" fmla="*/ 6896503 w 7490029"/>
                <a:gd name="connsiteY122" fmla="*/ 812772 h 1152168"/>
                <a:gd name="connsiteX123" fmla="*/ 6531854 w 7490029"/>
                <a:gd name="connsiteY123" fmla="*/ 349897 h 1152168"/>
                <a:gd name="connsiteX124" fmla="*/ 6176254 w 7490029"/>
                <a:gd name="connsiteY124" fmla="*/ 754749 h 1152168"/>
                <a:gd name="connsiteX125" fmla="*/ 6576661 w 7490029"/>
                <a:gd name="connsiteY125" fmla="*/ 1152260 h 1152168"/>
                <a:gd name="connsiteX126" fmla="*/ 6840068 w 7490029"/>
                <a:gd name="connsiteY126" fmla="*/ 1091181 h 1152168"/>
                <a:gd name="connsiteX127" fmla="*/ 6840068 w 7490029"/>
                <a:gd name="connsiteY127" fmla="*/ 929017 h 1152168"/>
                <a:gd name="connsiteX128" fmla="*/ 7039577 w 7490029"/>
                <a:gd name="connsiteY128" fmla="*/ 1134440 h 1152168"/>
                <a:gd name="connsiteX129" fmla="*/ 7238967 w 7490029"/>
                <a:gd name="connsiteY129" fmla="*/ 1134440 h 1152168"/>
                <a:gd name="connsiteX130" fmla="*/ 7238967 w 7490029"/>
                <a:gd name="connsiteY130" fmla="*/ 853016 h 1152168"/>
                <a:gd name="connsiteX131" fmla="*/ 7401090 w 7490029"/>
                <a:gd name="connsiteY131" fmla="*/ 540397 h 1152168"/>
                <a:gd name="connsiteX132" fmla="*/ 7490546 w 7490029"/>
                <a:gd name="connsiteY132" fmla="*/ 556788 h 1152168"/>
                <a:gd name="connsiteX133" fmla="*/ 7490546 w 7490029"/>
                <a:gd name="connsiteY133" fmla="*/ 355850 h 1152168"/>
                <a:gd name="connsiteX134" fmla="*/ 7429427 w 7490029"/>
                <a:gd name="connsiteY134" fmla="*/ 349897 h 1152168"/>
                <a:gd name="connsiteX135" fmla="*/ 7219639 w 7490029"/>
                <a:gd name="connsiteY135" fmla="*/ 541826 h 1152168"/>
                <a:gd name="connsiteX136" fmla="*/ 7216583 w 7490029"/>
                <a:gd name="connsiteY136" fmla="*/ 541826 h 1152168"/>
                <a:gd name="connsiteX137" fmla="*/ 7216583 w 7490029"/>
                <a:gd name="connsiteY137" fmla="*/ 367796 h 1152168"/>
                <a:gd name="connsiteX138" fmla="*/ 7039577 w 7490029"/>
                <a:gd name="connsiteY138" fmla="*/ 367796 h 1152168"/>
                <a:gd name="connsiteX139" fmla="*/ 7039577 w 7490029"/>
                <a:gd name="connsiteY139" fmla="*/ 1134440 h 1152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7490029" h="1152168">
                  <a:moveTo>
                    <a:pt x="516" y="1134440"/>
                  </a:moveTo>
                  <a:lnTo>
                    <a:pt x="208916" y="1134440"/>
                  </a:lnTo>
                  <a:lnTo>
                    <a:pt x="208916" y="678827"/>
                  </a:lnTo>
                  <a:lnTo>
                    <a:pt x="560230" y="678827"/>
                  </a:lnTo>
                  <a:lnTo>
                    <a:pt x="560230" y="515076"/>
                  </a:lnTo>
                  <a:lnTo>
                    <a:pt x="208916" y="515076"/>
                  </a:lnTo>
                  <a:lnTo>
                    <a:pt x="208916" y="259131"/>
                  </a:lnTo>
                  <a:lnTo>
                    <a:pt x="578089" y="259131"/>
                  </a:lnTo>
                  <a:lnTo>
                    <a:pt x="578089" y="95420"/>
                  </a:lnTo>
                  <a:lnTo>
                    <a:pt x="516" y="95420"/>
                  </a:lnTo>
                  <a:lnTo>
                    <a:pt x="516" y="1134440"/>
                  </a:lnTo>
                  <a:close/>
                  <a:moveTo>
                    <a:pt x="720925" y="1134440"/>
                  </a:moveTo>
                  <a:lnTo>
                    <a:pt x="920394" y="1134440"/>
                  </a:lnTo>
                  <a:lnTo>
                    <a:pt x="920394" y="853016"/>
                  </a:lnTo>
                  <a:cubicBezTo>
                    <a:pt x="920394" y="742922"/>
                    <a:pt x="920394" y="540397"/>
                    <a:pt x="1082597" y="540397"/>
                  </a:cubicBezTo>
                  <a:cubicBezTo>
                    <a:pt x="1118316" y="540397"/>
                    <a:pt x="1154035" y="546271"/>
                    <a:pt x="1171973" y="556788"/>
                  </a:cubicBezTo>
                  <a:lnTo>
                    <a:pt x="1171973" y="355850"/>
                  </a:lnTo>
                  <a:cubicBezTo>
                    <a:pt x="1151098" y="349897"/>
                    <a:pt x="1130301" y="349897"/>
                    <a:pt x="1110934" y="349897"/>
                  </a:cubicBezTo>
                  <a:cubicBezTo>
                    <a:pt x="991871" y="349897"/>
                    <a:pt x="909956" y="470547"/>
                    <a:pt x="901027" y="541826"/>
                  </a:cubicBezTo>
                  <a:lnTo>
                    <a:pt x="898050" y="541826"/>
                  </a:lnTo>
                  <a:lnTo>
                    <a:pt x="898050" y="367796"/>
                  </a:lnTo>
                  <a:lnTo>
                    <a:pt x="720925" y="367796"/>
                  </a:lnTo>
                  <a:lnTo>
                    <a:pt x="720925" y="1134440"/>
                  </a:lnTo>
                  <a:close/>
                  <a:moveTo>
                    <a:pt x="1320802" y="579172"/>
                  </a:moveTo>
                  <a:cubicBezTo>
                    <a:pt x="1387754" y="528491"/>
                    <a:pt x="1472567" y="495788"/>
                    <a:pt x="1557458" y="495788"/>
                  </a:cubicBezTo>
                  <a:cubicBezTo>
                    <a:pt x="1674973" y="495788"/>
                    <a:pt x="1730099" y="537460"/>
                    <a:pt x="1730099" y="661047"/>
                  </a:cubicBezTo>
                  <a:lnTo>
                    <a:pt x="1619966" y="661047"/>
                  </a:lnTo>
                  <a:cubicBezTo>
                    <a:pt x="1536622" y="661047"/>
                    <a:pt x="1438356" y="668350"/>
                    <a:pt x="1362434" y="705656"/>
                  </a:cubicBezTo>
                  <a:cubicBezTo>
                    <a:pt x="1286512" y="742922"/>
                    <a:pt x="1231544" y="809875"/>
                    <a:pt x="1231544" y="924572"/>
                  </a:cubicBezTo>
                  <a:cubicBezTo>
                    <a:pt x="1231544" y="1070345"/>
                    <a:pt x="1363942" y="1152260"/>
                    <a:pt x="1499395" y="1152260"/>
                  </a:cubicBezTo>
                  <a:cubicBezTo>
                    <a:pt x="1590201" y="1152260"/>
                    <a:pt x="1689935" y="1104674"/>
                    <a:pt x="1736013" y="1019783"/>
                  </a:cubicBezTo>
                  <a:lnTo>
                    <a:pt x="1739068" y="1019783"/>
                  </a:lnTo>
                  <a:cubicBezTo>
                    <a:pt x="1740616" y="1043516"/>
                    <a:pt x="1740616" y="1094038"/>
                    <a:pt x="1747958" y="1134440"/>
                  </a:cubicBezTo>
                  <a:lnTo>
                    <a:pt x="1923576" y="1134440"/>
                  </a:lnTo>
                  <a:cubicBezTo>
                    <a:pt x="1919131" y="1074750"/>
                    <a:pt x="1916194" y="1021132"/>
                    <a:pt x="1914606" y="963149"/>
                  </a:cubicBezTo>
                  <a:cubicBezTo>
                    <a:pt x="1913138" y="906594"/>
                    <a:pt x="1911670" y="848531"/>
                    <a:pt x="1911670" y="771101"/>
                  </a:cubicBezTo>
                  <a:lnTo>
                    <a:pt x="1911670" y="672874"/>
                  </a:lnTo>
                  <a:cubicBezTo>
                    <a:pt x="1911670" y="446576"/>
                    <a:pt x="1814951" y="349897"/>
                    <a:pt x="1581271" y="349897"/>
                  </a:cubicBezTo>
                  <a:cubicBezTo>
                    <a:pt x="1496379" y="349897"/>
                    <a:pt x="1392239" y="372281"/>
                    <a:pt x="1314809" y="407999"/>
                  </a:cubicBezTo>
                  <a:lnTo>
                    <a:pt x="1320802" y="579172"/>
                  </a:lnTo>
                  <a:close/>
                  <a:moveTo>
                    <a:pt x="1421925" y="912626"/>
                  </a:moveTo>
                  <a:cubicBezTo>
                    <a:pt x="1421925" y="794953"/>
                    <a:pt x="1554402" y="780070"/>
                    <a:pt x="1643739" y="780070"/>
                  </a:cubicBezTo>
                  <a:lnTo>
                    <a:pt x="1730099" y="780070"/>
                  </a:lnTo>
                  <a:cubicBezTo>
                    <a:pt x="1730099" y="839681"/>
                    <a:pt x="1721169" y="894648"/>
                    <a:pt x="1688348" y="937947"/>
                  </a:cubicBezTo>
                  <a:cubicBezTo>
                    <a:pt x="1657114" y="979420"/>
                    <a:pt x="1609568" y="1006448"/>
                    <a:pt x="1548529" y="1006448"/>
                  </a:cubicBezTo>
                  <a:cubicBezTo>
                    <a:pt x="1477091" y="1006448"/>
                    <a:pt x="1421925" y="978031"/>
                    <a:pt x="1421925" y="912626"/>
                  </a:cubicBezTo>
                  <a:moveTo>
                    <a:pt x="2782533" y="367796"/>
                  </a:moveTo>
                  <a:lnTo>
                    <a:pt x="2582945" y="367796"/>
                  </a:lnTo>
                  <a:lnTo>
                    <a:pt x="2582945" y="742922"/>
                  </a:lnTo>
                  <a:cubicBezTo>
                    <a:pt x="2582945" y="841070"/>
                    <a:pt x="2551710" y="997399"/>
                    <a:pt x="2407367" y="997399"/>
                  </a:cubicBezTo>
                  <a:cubicBezTo>
                    <a:pt x="2279335" y="997399"/>
                    <a:pt x="2277866" y="870835"/>
                    <a:pt x="2277866" y="777054"/>
                  </a:cubicBezTo>
                  <a:lnTo>
                    <a:pt x="2277866" y="367796"/>
                  </a:lnTo>
                  <a:lnTo>
                    <a:pt x="2078397" y="367796"/>
                  </a:lnTo>
                  <a:lnTo>
                    <a:pt x="2078397" y="851587"/>
                  </a:lnTo>
                  <a:cubicBezTo>
                    <a:pt x="2078397" y="1024228"/>
                    <a:pt x="2157336" y="1152260"/>
                    <a:pt x="2338906" y="1152260"/>
                  </a:cubicBezTo>
                  <a:cubicBezTo>
                    <a:pt x="2443046" y="1152260"/>
                    <a:pt x="2529446" y="1104674"/>
                    <a:pt x="2590446" y="1030181"/>
                  </a:cubicBezTo>
                  <a:lnTo>
                    <a:pt x="2593462" y="1030181"/>
                  </a:lnTo>
                  <a:lnTo>
                    <a:pt x="2593462" y="1134440"/>
                  </a:lnTo>
                  <a:lnTo>
                    <a:pt x="2782533" y="1134440"/>
                  </a:lnTo>
                  <a:lnTo>
                    <a:pt x="2782533" y="367796"/>
                  </a:lnTo>
                  <a:close/>
                  <a:moveTo>
                    <a:pt x="2988035" y="1134440"/>
                  </a:moveTo>
                  <a:lnTo>
                    <a:pt x="3187386" y="1134440"/>
                  </a:lnTo>
                  <a:lnTo>
                    <a:pt x="3187386" y="759194"/>
                  </a:lnTo>
                  <a:cubicBezTo>
                    <a:pt x="3187386" y="661047"/>
                    <a:pt x="3218699" y="504638"/>
                    <a:pt x="3363043" y="504638"/>
                  </a:cubicBezTo>
                  <a:cubicBezTo>
                    <a:pt x="3490995" y="504638"/>
                    <a:pt x="3492503" y="631242"/>
                    <a:pt x="3492503" y="724984"/>
                  </a:cubicBezTo>
                  <a:lnTo>
                    <a:pt x="3492503" y="1134440"/>
                  </a:lnTo>
                  <a:lnTo>
                    <a:pt x="3692092" y="1134440"/>
                  </a:lnTo>
                  <a:lnTo>
                    <a:pt x="3692092" y="650570"/>
                  </a:lnTo>
                  <a:cubicBezTo>
                    <a:pt x="3692092" y="477929"/>
                    <a:pt x="3613114" y="349897"/>
                    <a:pt x="3431583" y="349897"/>
                  </a:cubicBezTo>
                  <a:cubicBezTo>
                    <a:pt x="3327363" y="349897"/>
                    <a:pt x="3242432" y="384187"/>
                    <a:pt x="3180043" y="471976"/>
                  </a:cubicBezTo>
                  <a:lnTo>
                    <a:pt x="3176868" y="471976"/>
                  </a:lnTo>
                  <a:lnTo>
                    <a:pt x="3176868" y="367796"/>
                  </a:lnTo>
                  <a:lnTo>
                    <a:pt x="2988035" y="367796"/>
                  </a:lnTo>
                  <a:lnTo>
                    <a:pt x="2988035" y="1134440"/>
                  </a:lnTo>
                  <a:close/>
                  <a:moveTo>
                    <a:pt x="3897356" y="1134440"/>
                  </a:moveTo>
                  <a:lnTo>
                    <a:pt x="4096825" y="1134440"/>
                  </a:lnTo>
                  <a:lnTo>
                    <a:pt x="4096825" y="759194"/>
                  </a:lnTo>
                  <a:cubicBezTo>
                    <a:pt x="4096825" y="661047"/>
                    <a:pt x="4128099" y="504638"/>
                    <a:pt x="4272562" y="504638"/>
                  </a:cubicBezTo>
                  <a:cubicBezTo>
                    <a:pt x="4400554" y="504638"/>
                    <a:pt x="4401983" y="631242"/>
                    <a:pt x="4401983" y="724984"/>
                  </a:cubicBezTo>
                  <a:lnTo>
                    <a:pt x="4401983" y="1134440"/>
                  </a:lnTo>
                  <a:lnTo>
                    <a:pt x="4601254" y="1134440"/>
                  </a:lnTo>
                  <a:lnTo>
                    <a:pt x="4601254" y="650570"/>
                  </a:lnTo>
                  <a:cubicBezTo>
                    <a:pt x="4601254" y="477929"/>
                    <a:pt x="4522435" y="349897"/>
                    <a:pt x="4340983" y="349897"/>
                  </a:cubicBezTo>
                  <a:cubicBezTo>
                    <a:pt x="4236803" y="349897"/>
                    <a:pt x="4150404" y="397561"/>
                    <a:pt x="4100000" y="471976"/>
                  </a:cubicBezTo>
                  <a:lnTo>
                    <a:pt x="4096825" y="471976"/>
                  </a:lnTo>
                  <a:lnTo>
                    <a:pt x="4096825" y="18030"/>
                  </a:lnTo>
                  <a:lnTo>
                    <a:pt x="3897356" y="18030"/>
                  </a:lnTo>
                  <a:lnTo>
                    <a:pt x="3897356" y="1134440"/>
                  </a:lnTo>
                  <a:close/>
                  <a:moveTo>
                    <a:pt x="4727857" y="756337"/>
                  </a:moveTo>
                  <a:cubicBezTo>
                    <a:pt x="4727857" y="976484"/>
                    <a:pt x="4875376" y="1152260"/>
                    <a:pt x="5128424" y="1152260"/>
                  </a:cubicBezTo>
                  <a:cubicBezTo>
                    <a:pt x="5382900" y="1152260"/>
                    <a:pt x="5530220" y="976484"/>
                    <a:pt x="5530220" y="756337"/>
                  </a:cubicBezTo>
                  <a:cubicBezTo>
                    <a:pt x="5530220" y="503210"/>
                    <a:pt x="5356230" y="349897"/>
                    <a:pt x="5128424" y="349897"/>
                  </a:cubicBezTo>
                  <a:cubicBezTo>
                    <a:pt x="4902125" y="349897"/>
                    <a:pt x="4727857" y="503210"/>
                    <a:pt x="4727857" y="756337"/>
                  </a:cubicBezTo>
                  <a:moveTo>
                    <a:pt x="4936336" y="732405"/>
                  </a:moveTo>
                  <a:cubicBezTo>
                    <a:pt x="4936336" y="617788"/>
                    <a:pt x="4998804" y="504638"/>
                    <a:pt x="5128424" y="504638"/>
                  </a:cubicBezTo>
                  <a:cubicBezTo>
                    <a:pt x="5259393" y="504638"/>
                    <a:pt x="5321860" y="614851"/>
                    <a:pt x="5321860" y="732405"/>
                  </a:cubicBezTo>
                  <a:cubicBezTo>
                    <a:pt x="5321860" y="860477"/>
                    <a:pt x="5281776" y="997399"/>
                    <a:pt x="5128424" y="997399"/>
                  </a:cubicBezTo>
                  <a:cubicBezTo>
                    <a:pt x="4976381" y="997399"/>
                    <a:pt x="4936336" y="858929"/>
                    <a:pt x="4936336" y="732405"/>
                  </a:cubicBezTo>
                  <a:moveTo>
                    <a:pt x="5729650" y="1134440"/>
                  </a:moveTo>
                  <a:lnTo>
                    <a:pt x="5929040" y="1134440"/>
                  </a:lnTo>
                  <a:lnTo>
                    <a:pt x="5929040" y="513608"/>
                  </a:lnTo>
                  <a:lnTo>
                    <a:pt x="6103189" y="513608"/>
                  </a:lnTo>
                  <a:lnTo>
                    <a:pt x="6103189" y="367796"/>
                  </a:lnTo>
                  <a:lnTo>
                    <a:pt x="5929040" y="367796"/>
                  </a:lnTo>
                  <a:lnTo>
                    <a:pt x="5929040" y="272506"/>
                  </a:lnTo>
                  <a:cubicBezTo>
                    <a:pt x="5929040" y="213014"/>
                    <a:pt x="5949995" y="154872"/>
                    <a:pt x="6017067" y="154872"/>
                  </a:cubicBezTo>
                  <a:cubicBezTo>
                    <a:pt x="6060128" y="154872"/>
                    <a:pt x="6085489" y="171303"/>
                    <a:pt x="6103189" y="181780"/>
                  </a:cubicBezTo>
                  <a:lnTo>
                    <a:pt x="6119620" y="16521"/>
                  </a:lnTo>
                  <a:cubicBezTo>
                    <a:pt x="6080964" y="7592"/>
                    <a:pt x="6024449" y="91"/>
                    <a:pt x="5973808" y="91"/>
                  </a:cubicBezTo>
                  <a:cubicBezTo>
                    <a:pt x="5815971" y="91"/>
                    <a:pt x="5729650" y="107287"/>
                    <a:pt x="5729650" y="260600"/>
                  </a:cubicBezTo>
                  <a:lnTo>
                    <a:pt x="5729650" y="367796"/>
                  </a:lnTo>
                  <a:lnTo>
                    <a:pt x="5582370" y="367796"/>
                  </a:lnTo>
                  <a:lnTo>
                    <a:pt x="5582370" y="513608"/>
                  </a:lnTo>
                  <a:lnTo>
                    <a:pt x="5729650" y="513608"/>
                  </a:lnTo>
                  <a:lnTo>
                    <a:pt x="5729650" y="1134440"/>
                  </a:lnTo>
                  <a:close/>
                  <a:moveTo>
                    <a:pt x="6366674" y="675890"/>
                  </a:moveTo>
                  <a:cubicBezTo>
                    <a:pt x="6375763" y="573179"/>
                    <a:pt x="6432159" y="495788"/>
                    <a:pt x="6543840" y="495788"/>
                  </a:cubicBezTo>
                  <a:cubicBezTo>
                    <a:pt x="6655560" y="495788"/>
                    <a:pt x="6700248" y="579172"/>
                    <a:pt x="6706042" y="675890"/>
                  </a:cubicBezTo>
                  <a:lnTo>
                    <a:pt x="6366674" y="675890"/>
                  </a:lnTo>
                  <a:close/>
                  <a:moveTo>
                    <a:pt x="6840068" y="929017"/>
                  </a:moveTo>
                  <a:cubicBezTo>
                    <a:pt x="6765574" y="970649"/>
                    <a:pt x="6682349" y="1006448"/>
                    <a:pt x="6585432" y="1006448"/>
                  </a:cubicBezTo>
                  <a:cubicBezTo>
                    <a:pt x="6462123" y="1006448"/>
                    <a:pt x="6375763" y="936518"/>
                    <a:pt x="6366674" y="812772"/>
                  </a:cubicBezTo>
                  <a:lnTo>
                    <a:pt x="6896503" y="812772"/>
                  </a:lnTo>
                  <a:cubicBezTo>
                    <a:pt x="6896503" y="544842"/>
                    <a:pt x="6816215" y="349897"/>
                    <a:pt x="6531854" y="349897"/>
                  </a:cubicBezTo>
                  <a:cubicBezTo>
                    <a:pt x="6293848" y="349897"/>
                    <a:pt x="6176254" y="532936"/>
                    <a:pt x="6176254" y="754749"/>
                  </a:cubicBezTo>
                  <a:cubicBezTo>
                    <a:pt x="6176254" y="1006448"/>
                    <a:pt x="6323495" y="1152260"/>
                    <a:pt x="6576661" y="1152260"/>
                  </a:cubicBezTo>
                  <a:cubicBezTo>
                    <a:pt x="6683897" y="1152260"/>
                    <a:pt x="6767042" y="1131424"/>
                    <a:pt x="6840068" y="1091181"/>
                  </a:cubicBezTo>
                  <a:lnTo>
                    <a:pt x="6840068" y="929017"/>
                  </a:lnTo>
                  <a:close/>
                  <a:moveTo>
                    <a:pt x="7039577" y="1134440"/>
                  </a:moveTo>
                  <a:lnTo>
                    <a:pt x="7238967" y="1134440"/>
                  </a:lnTo>
                  <a:lnTo>
                    <a:pt x="7238967" y="853016"/>
                  </a:lnTo>
                  <a:cubicBezTo>
                    <a:pt x="7238967" y="742922"/>
                    <a:pt x="7238967" y="540397"/>
                    <a:pt x="7401090" y="540397"/>
                  </a:cubicBezTo>
                  <a:cubicBezTo>
                    <a:pt x="7436928" y="540397"/>
                    <a:pt x="7472686" y="546271"/>
                    <a:pt x="7490546" y="556788"/>
                  </a:cubicBezTo>
                  <a:lnTo>
                    <a:pt x="7490546" y="355850"/>
                  </a:lnTo>
                  <a:cubicBezTo>
                    <a:pt x="7469512" y="349897"/>
                    <a:pt x="7448755" y="349897"/>
                    <a:pt x="7429427" y="349897"/>
                  </a:cubicBezTo>
                  <a:cubicBezTo>
                    <a:pt x="7310405" y="349897"/>
                    <a:pt x="7228568" y="470547"/>
                    <a:pt x="7219639" y="541826"/>
                  </a:cubicBezTo>
                  <a:lnTo>
                    <a:pt x="7216583" y="541826"/>
                  </a:lnTo>
                  <a:lnTo>
                    <a:pt x="7216583" y="367796"/>
                  </a:lnTo>
                  <a:lnTo>
                    <a:pt x="7039577" y="367796"/>
                  </a:lnTo>
                  <a:lnTo>
                    <a:pt x="7039577" y="1134440"/>
                  </a:lnTo>
                  <a:close/>
                </a:path>
              </a:pathLst>
            </a:custGeom>
            <a:solidFill>
              <a:srgbClr val="231F20"/>
            </a:solidFill>
            <a:ln w="39688" cap="flat">
              <a:noFill/>
              <a:prstDash val="solid"/>
              <a:round/>
            </a:ln>
          </p:spPr>
          <p:txBody>
            <a:bodyPr rtlCol="0" anchor="ctr"/>
            <a:lstStyle/>
            <a:p>
              <a:endParaRPr lang="en-US"/>
            </a:p>
          </p:txBody>
        </p:sp>
        <p:sp>
          <p:nvSpPr>
            <p:cNvPr id="107" name="Freihandform: Form 106">
              <a:extLst>
                <a:ext uri="{FF2B5EF4-FFF2-40B4-BE49-F238E27FC236}">
                  <a16:creationId xmlns:a16="http://schemas.microsoft.com/office/drawing/2014/main" id="{85D95801-8B1E-48D0-BE1D-03A608BEC211}"/>
                </a:ext>
              </a:extLst>
            </p:cNvPr>
            <p:cNvSpPr/>
            <p:nvPr/>
          </p:nvSpPr>
          <p:spPr>
            <a:xfrm>
              <a:off x="8787764" y="4210984"/>
              <a:ext cx="279162" cy="519827"/>
            </a:xfrm>
            <a:custGeom>
              <a:avLst/>
              <a:gdLst>
                <a:gd name="connsiteX0" fmla="*/ 916 w 279162"/>
                <a:gd name="connsiteY0" fmla="*/ 253 h 519827"/>
                <a:gd name="connsiteX1" fmla="*/ 280078 w 279162"/>
                <a:gd name="connsiteY1" fmla="*/ 253 h 519827"/>
                <a:gd name="connsiteX2" fmla="*/ 280078 w 279162"/>
                <a:gd name="connsiteY2" fmla="*/ 82168 h 519827"/>
                <a:gd name="connsiteX3" fmla="*/ 101643 w 279162"/>
                <a:gd name="connsiteY3" fmla="*/ 82168 h 519827"/>
                <a:gd name="connsiteX4" fmla="*/ 101643 w 279162"/>
                <a:gd name="connsiteY4" fmla="*/ 210319 h 519827"/>
                <a:gd name="connsiteX5" fmla="*/ 271466 w 279162"/>
                <a:gd name="connsiteY5" fmla="*/ 210319 h 519827"/>
                <a:gd name="connsiteX6" fmla="*/ 271466 w 279162"/>
                <a:gd name="connsiteY6" fmla="*/ 292155 h 519827"/>
                <a:gd name="connsiteX7" fmla="*/ 101643 w 279162"/>
                <a:gd name="connsiteY7" fmla="*/ 292155 h 519827"/>
                <a:gd name="connsiteX8" fmla="*/ 101643 w 279162"/>
                <a:gd name="connsiteY8" fmla="*/ 520080 h 519827"/>
                <a:gd name="connsiteX9" fmla="*/ 916 w 279162"/>
                <a:gd name="connsiteY9" fmla="*/ 520080 h 519827"/>
                <a:gd name="connsiteX10" fmla="*/ 916 w 279162"/>
                <a:gd name="connsiteY10" fmla="*/ 253 h 51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9162" h="519827">
                  <a:moveTo>
                    <a:pt x="916" y="253"/>
                  </a:moveTo>
                  <a:lnTo>
                    <a:pt x="280078" y="253"/>
                  </a:lnTo>
                  <a:lnTo>
                    <a:pt x="280078" y="82168"/>
                  </a:lnTo>
                  <a:lnTo>
                    <a:pt x="101643" y="82168"/>
                  </a:lnTo>
                  <a:lnTo>
                    <a:pt x="101643" y="210319"/>
                  </a:lnTo>
                  <a:lnTo>
                    <a:pt x="271466" y="210319"/>
                  </a:lnTo>
                  <a:lnTo>
                    <a:pt x="271466" y="292155"/>
                  </a:lnTo>
                  <a:lnTo>
                    <a:pt x="101643" y="292155"/>
                  </a:lnTo>
                  <a:lnTo>
                    <a:pt x="101643" y="520080"/>
                  </a:lnTo>
                  <a:lnTo>
                    <a:pt x="916" y="520080"/>
                  </a:lnTo>
                  <a:lnTo>
                    <a:pt x="916" y="253"/>
                  </a:lnTo>
                  <a:close/>
                </a:path>
              </a:pathLst>
            </a:custGeom>
            <a:solidFill>
              <a:srgbClr val="231F20"/>
            </a:solidFill>
            <a:ln w="39688" cap="flat">
              <a:noFill/>
              <a:prstDash val="solid"/>
              <a:round/>
            </a:ln>
          </p:spPr>
          <p:txBody>
            <a:bodyPr rtlCol="0" anchor="ctr"/>
            <a:lstStyle/>
            <a:p>
              <a:endParaRPr lang="en-US"/>
            </a:p>
          </p:txBody>
        </p:sp>
        <p:sp>
          <p:nvSpPr>
            <p:cNvPr id="108" name="Freihandform: Form 107">
              <a:extLst>
                <a:ext uri="{FF2B5EF4-FFF2-40B4-BE49-F238E27FC236}">
                  <a16:creationId xmlns:a16="http://schemas.microsoft.com/office/drawing/2014/main" id="{1DA48E42-F47B-455C-89F3-BAB9C481EAA3}"/>
                </a:ext>
              </a:extLst>
            </p:cNvPr>
            <p:cNvSpPr/>
            <p:nvPr/>
          </p:nvSpPr>
          <p:spPr>
            <a:xfrm>
              <a:off x="9171304" y="4210992"/>
              <a:ext cx="100726" cy="519827"/>
            </a:xfrm>
            <a:custGeom>
              <a:avLst/>
              <a:gdLst>
                <a:gd name="connsiteX0" fmla="*/ 709 w 100726"/>
                <a:gd name="connsiteY0" fmla="*/ 226 h 519827"/>
                <a:gd name="connsiteX1" fmla="*/ 101436 w 100726"/>
                <a:gd name="connsiteY1" fmla="*/ 226 h 519827"/>
                <a:gd name="connsiteX2" fmla="*/ 101436 w 100726"/>
                <a:gd name="connsiteY2" fmla="*/ 520054 h 519827"/>
                <a:gd name="connsiteX3" fmla="*/ 709 w 100726"/>
                <a:gd name="connsiteY3" fmla="*/ 520054 h 519827"/>
              </a:gdLst>
              <a:ahLst/>
              <a:cxnLst>
                <a:cxn ang="0">
                  <a:pos x="connsiteX0" y="connsiteY0"/>
                </a:cxn>
                <a:cxn ang="0">
                  <a:pos x="connsiteX1" y="connsiteY1"/>
                </a:cxn>
                <a:cxn ang="0">
                  <a:pos x="connsiteX2" y="connsiteY2"/>
                </a:cxn>
                <a:cxn ang="0">
                  <a:pos x="connsiteX3" y="connsiteY3"/>
                </a:cxn>
              </a:cxnLst>
              <a:rect l="l" t="t" r="r" b="b"/>
              <a:pathLst>
                <a:path w="100726" h="519827">
                  <a:moveTo>
                    <a:pt x="709" y="226"/>
                  </a:moveTo>
                  <a:lnTo>
                    <a:pt x="101436" y="226"/>
                  </a:lnTo>
                  <a:lnTo>
                    <a:pt x="101436" y="520054"/>
                  </a:lnTo>
                  <a:lnTo>
                    <a:pt x="709" y="520054"/>
                  </a:lnTo>
                  <a:close/>
                </a:path>
              </a:pathLst>
            </a:custGeom>
            <a:solidFill>
              <a:srgbClr val="231F20"/>
            </a:solidFill>
            <a:ln w="39688" cap="flat">
              <a:noFill/>
              <a:prstDash val="solid"/>
              <a:round/>
            </a:ln>
          </p:spPr>
          <p:txBody>
            <a:bodyPr rtlCol="0" anchor="ctr"/>
            <a:lstStyle/>
            <a:p>
              <a:endParaRPr lang="en-US"/>
            </a:p>
          </p:txBody>
        </p:sp>
        <p:sp>
          <p:nvSpPr>
            <p:cNvPr id="109" name="Freihandform: Form 108">
              <a:extLst>
                <a:ext uri="{FF2B5EF4-FFF2-40B4-BE49-F238E27FC236}">
                  <a16:creationId xmlns:a16="http://schemas.microsoft.com/office/drawing/2014/main" id="{1AADC071-79C3-489C-977C-6D23A6B58CB7}"/>
                </a:ext>
              </a:extLst>
            </p:cNvPr>
            <p:cNvSpPr/>
            <p:nvPr/>
          </p:nvSpPr>
          <p:spPr>
            <a:xfrm>
              <a:off x="9345532" y="4211000"/>
              <a:ext cx="388620" cy="519787"/>
            </a:xfrm>
            <a:custGeom>
              <a:avLst/>
              <a:gdLst>
                <a:gd name="connsiteX0" fmla="*/ 144889 w 388620"/>
                <a:gd name="connsiteY0" fmla="*/ 82166 h 519787"/>
                <a:gd name="connsiteX1" fmla="*/ 982 w 388620"/>
                <a:gd name="connsiteY1" fmla="*/ 82166 h 519787"/>
                <a:gd name="connsiteX2" fmla="*/ 982 w 388620"/>
                <a:gd name="connsiteY2" fmla="*/ 251 h 519787"/>
                <a:gd name="connsiteX3" fmla="*/ 389603 w 388620"/>
                <a:gd name="connsiteY3" fmla="*/ 251 h 519787"/>
                <a:gd name="connsiteX4" fmla="*/ 389603 w 388620"/>
                <a:gd name="connsiteY4" fmla="*/ 82166 h 519787"/>
                <a:gd name="connsiteX5" fmla="*/ 245616 w 388620"/>
                <a:gd name="connsiteY5" fmla="*/ 82166 h 519787"/>
                <a:gd name="connsiteX6" fmla="*/ 245616 w 388620"/>
                <a:gd name="connsiteY6" fmla="*/ 520038 h 519787"/>
                <a:gd name="connsiteX7" fmla="*/ 144889 w 388620"/>
                <a:gd name="connsiteY7" fmla="*/ 520038 h 519787"/>
                <a:gd name="connsiteX8" fmla="*/ 144889 w 388620"/>
                <a:gd name="connsiteY8" fmla="*/ 82166 h 51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620" h="519787">
                  <a:moveTo>
                    <a:pt x="144889" y="82166"/>
                  </a:moveTo>
                  <a:lnTo>
                    <a:pt x="982" y="82166"/>
                  </a:lnTo>
                  <a:lnTo>
                    <a:pt x="982" y="251"/>
                  </a:lnTo>
                  <a:lnTo>
                    <a:pt x="389603" y="251"/>
                  </a:lnTo>
                  <a:lnTo>
                    <a:pt x="389603" y="82166"/>
                  </a:lnTo>
                  <a:lnTo>
                    <a:pt x="245616" y="82166"/>
                  </a:lnTo>
                  <a:lnTo>
                    <a:pt x="245616" y="520038"/>
                  </a:lnTo>
                  <a:lnTo>
                    <a:pt x="144889" y="520038"/>
                  </a:lnTo>
                  <a:lnTo>
                    <a:pt x="144889" y="82166"/>
                  </a:lnTo>
                  <a:close/>
                </a:path>
              </a:pathLst>
            </a:custGeom>
            <a:solidFill>
              <a:srgbClr val="231F20"/>
            </a:solidFill>
            <a:ln w="39688" cap="flat">
              <a:noFill/>
              <a:prstDash val="solid"/>
              <a:round/>
            </a:ln>
          </p:spPr>
          <p:txBody>
            <a:bodyPr rtlCol="0" anchor="ctr"/>
            <a:lstStyle/>
            <a:p>
              <a:endParaRPr lang="en-US"/>
            </a:p>
          </p:txBody>
        </p:sp>
      </p:grpSp>
      <p:sp>
        <p:nvSpPr>
          <p:cNvPr id="48" name="Fußzeilenplatzhalter 12">
            <a:extLst>
              <a:ext uri="{FF2B5EF4-FFF2-40B4-BE49-F238E27FC236}">
                <a16:creationId xmlns:a16="http://schemas.microsoft.com/office/drawing/2014/main" id="{D1053EC5-DC26-4EE0-85BE-BD3DEFBD1CDA}"/>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Forschungsinstitut für Informationsmanagement | Vortragende*r </a:t>
            </a:r>
            <a:endParaRPr lang="en-US" dirty="0"/>
          </a:p>
        </p:txBody>
      </p:sp>
    </p:spTree>
    <p:extLst>
      <p:ext uri="{BB962C8B-B14F-4D97-AF65-F5344CB8AC3E}">
        <p14:creationId xmlns:p14="http://schemas.microsoft.com/office/powerpoint/2010/main" val="3981151196"/>
      </p:ext>
    </p:extLst>
  </p:cSld>
  <p:clrMap bg1="lt1" tx1="dk1" bg2="lt2" tx2="dk2" accent1="accent1" accent2="accent2" accent3="accent3" accent4="accent4" accent5="accent5" accent6="accent6" hlink="hlink" folHlink="folHlink"/>
  <p:sldLayoutIdLst>
    <p:sldLayoutId id="2147483840" r:id="rId1"/>
    <p:sldLayoutId id="2147484063" r:id="rId2"/>
    <p:sldLayoutId id="2147483841" r:id="rId3"/>
    <p:sldLayoutId id="2147483865" r:id="rId4"/>
    <p:sldLayoutId id="2147483866" r:id="rId5"/>
    <p:sldLayoutId id="2147483868" r:id="rId6"/>
    <p:sldLayoutId id="2147484065" r:id="rId7"/>
    <p:sldLayoutId id="2147484070" r:id="rId8"/>
    <p:sldLayoutId id="2147484069" r:id="rId9"/>
    <p:sldLayoutId id="2147483863" r:id="rId10"/>
    <p:sldLayoutId id="2147484097" r:id="rId11"/>
    <p:sldLayoutId id="2147483864" r:id="rId12"/>
    <p:sldLayoutId id="2147483867" r:id="rId13"/>
    <p:sldLayoutId id="2147484001" r:id="rId14"/>
    <p:sldLayoutId id="2147483842" r:id="rId15"/>
    <p:sldLayoutId id="2147484038" r:id="rId16"/>
    <p:sldLayoutId id="2147483843" r:id="rId17"/>
    <p:sldLayoutId id="2147484039" r:id="rId18"/>
    <p:sldLayoutId id="2147483844" r:id="rId19"/>
    <p:sldLayoutId id="2147483845" r:id="rId20"/>
    <p:sldLayoutId id="2147483846" r:id="rId21"/>
    <p:sldLayoutId id="2147483847" r:id="rId22"/>
    <p:sldLayoutId id="2147483848" r:id="rId23"/>
    <p:sldLayoutId id="2147483851" r:id="rId24"/>
    <p:sldLayoutId id="2147483852" r:id="rId25"/>
    <p:sldLayoutId id="2147483853" r:id="rId26"/>
    <p:sldLayoutId id="2147483854" r:id="rId27"/>
    <p:sldLayoutId id="2147483856" r:id="rId28"/>
    <p:sldLayoutId id="2147483857" r:id="rId29"/>
    <p:sldLayoutId id="2147483860" r:id="rId30"/>
    <p:sldLayoutId id="2147484041" r:id="rId31"/>
    <p:sldLayoutId id="2147484040" r:id="rId32"/>
    <p:sldLayoutId id="2147483861" r:id="rId33"/>
  </p:sldLayoutIdLst>
  <p:hf hdr="0"/>
  <p:txStyles>
    <p:titleStyle>
      <a:lvl1pPr algn="l" defTabSz="742950" rtl="0" eaLnBrk="1" latinLnBrk="0" hangingPunct="1">
        <a:lnSpc>
          <a:spcPct val="90000"/>
        </a:lnSpc>
        <a:spcBef>
          <a:spcPct val="0"/>
        </a:spcBef>
        <a:buNone/>
        <a:defRPr sz="2400" kern="1200">
          <a:solidFill>
            <a:schemeClr val="tx2"/>
          </a:solidFill>
          <a:latin typeface="+mj-lt"/>
          <a:ea typeface="+mj-ea"/>
          <a:cs typeface="+mj-cs"/>
        </a:defRPr>
      </a:lvl1pPr>
    </p:titleStyle>
    <p:body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47">
          <p15:clr>
            <a:srgbClr val="F26B43"/>
          </p15:clr>
        </p15:guide>
        <p15:guide id="3" pos="7333">
          <p15:clr>
            <a:srgbClr val="F26B43"/>
          </p15:clr>
        </p15:guide>
        <p15:guide id="4" orient="horz" pos="255">
          <p15:clr>
            <a:srgbClr val="F26B43"/>
          </p15:clr>
        </p15:guide>
        <p15:guide id="5" orient="horz" pos="4065">
          <p15:clr>
            <a:srgbClr val="F26B43"/>
          </p15:clr>
        </p15:guide>
        <p15:guide id="6" orient="horz" pos="3906">
          <p15:clr>
            <a:srgbClr val="F26B43"/>
          </p15:clr>
        </p15:guide>
        <p15:guide id="7" orient="horz" pos="618">
          <p15:clr>
            <a:srgbClr val="F26B43"/>
          </p15:clr>
        </p15:guide>
        <p15:guide id="8" orient="horz" pos="777">
          <p15:clr>
            <a:srgbClr val="F26B43"/>
          </p15:clr>
        </p15:guide>
        <p15:guide id="9" orient="horz" pos="91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 name="Rechteck 29">
            <a:extLst>
              <a:ext uri="{FF2B5EF4-FFF2-40B4-BE49-F238E27FC236}">
                <a16:creationId xmlns:a16="http://schemas.microsoft.com/office/drawing/2014/main" id="{75D50384-E3FC-40F9-9015-B304134A640A}"/>
              </a:ext>
            </a:extLst>
          </p:cNvPr>
          <p:cNvSpPr/>
          <p:nvPr userDrawn="1"/>
        </p:nvSpPr>
        <p:spPr>
          <a:xfrm>
            <a:off x="0" y="1236250"/>
            <a:ext cx="12192000" cy="5621750"/>
          </a:xfrm>
          <a:prstGeom prst="rect">
            <a:avLst/>
          </a:prstGeom>
          <a:solidFill>
            <a:schemeClr val="bg1"/>
          </a:solidFill>
          <a:ln>
            <a:noFill/>
          </a:ln>
          <a:effectLst>
            <a:outerShdw blurRad="50800" dist="12700" dir="16200000"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 name="Titelplatzhalter 9">
            <a:extLst>
              <a:ext uri="{FF2B5EF4-FFF2-40B4-BE49-F238E27FC236}">
                <a16:creationId xmlns:a16="http://schemas.microsoft.com/office/drawing/2014/main" id="{EBF5AABB-91AB-42A6-ACAF-01AFA8D236B1}"/>
              </a:ext>
            </a:extLst>
          </p:cNvPr>
          <p:cNvSpPr>
            <a:spLocks noGrp="1"/>
          </p:cNvSpPr>
          <p:nvPr>
            <p:ph type="title"/>
          </p:nvPr>
        </p:nvSpPr>
        <p:spPr>
          <a:xfrm>
            <a:off x="550800" y="407199"/>
            <a:ext cx="8052580" cy="638175"/>
          </a:xfrm>
          <a:prstGeom prst="rect">
            <a:avLst/>
          </a:prstGeom>
        </p:spPr>
        <p:txBody>
          <a:bodyPr vert="horz" lIns="0" tIns="0" rIns="0" bIns="0" rtlCol="0" anchor="b">
            <a:noAutofit/>
          </a:bodyPr>
          <a:lstStyle/>
          <a:p>
            <a:r>
              <a:rPr lang="de-DE"/>
              <a:t>Mastertitelformat bearbeiten</a:t>
            </a:r>
            <a:br>
              <a:rPr lang="de-DE"/>
            </a:br>
            <a:r>
              <a:rPr lang="de-DE"/>
              <a:t>Zweite Zeile</a:t>
            </a:r>
            <a:endParaRPr lang="en-US"/>
          </a:p>
        </p:txBody>
      </p:sp>
      <p:sp>
        <p:nvSpPr>
          <p:cNvPr id="11" name="Textplatzhalter 10">
            <a:extLst>
              <a:ext uri="{FF2B5EF4-FFF2-40B4-BE49-F238E27FC236}">
                <a16:creationId xmlns:a16="http://schemas.microsoft.com/office/drawing/2014/main" id="{0B00A917-7FEE-4539-BEB6-A05D3A39DA75}"/>
              </a:ext>
            </a:extLst>
          </p:cNvPr>
          <p:cNvSpPr>
            <a:spLocks noGrp="1"/>
          </p:cNvSpPr>
          <p:nvPr>
            <p:ph type="body" idx="1"/>
          </p:nvPr>
        </p:nvSpPr>
        <p:spPr>
          <a:xfrm>
            <a:off x="550800" y="1449393"/>
            <a:ext cx="11088000" cy="4751387"/>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Siebente Ebene</a:t>
            </a:r>
          </a:p>
          <a:p>
            <a:pPr lvl="7"/>
            <a:r>
              <a:rPr lang="de-DE"/>
              <a:t>Achte Ebene</a:t>
            </a:r>
          </a:p>
          <a:p>
            <a:pPr lvl="8"/>
            <a:r>
              <a:rPr lang="de-DE"/>
              <a:t>Neunte Ebene</a:t>
            </a:r>
            <a:endParaRPr lang="en-US"/>
          </a:p>
        </p:txBody>
      </p:sp>
      <p:sp>
        <p:nvSpPr>
          <p:cNvPr id="12" name="Datumsplatzhalter 11">
            <a:extLst>
              <a:ext uri="{FF2B5EF4-FFF2-40B4-BE49-F238E27FC236}">
                <a16:creationId xmlns:a16="http://schemas.microsoft.com/office/drawing/2014/main" id="{F744D047-DBE7-4837-9765-21AD21D3E1A9}"/>
              </a:ext>
            </a:extLst>
          </p:cNvPr>
          <p:cNvSpPr>
            <a:spLocks noGrp="1"/>
          </p:cNvSpPr>
          <p:nvPr>
            <p:ph type="dt" sz="half" idx="2"/>
          </p:nvPr>
        </p:nvSpPr>
        <p:spPr>
          <a:xfrm>
            <a:off x="550800" y="6584720"/>
            <a:ext cx="777407" cy="139606"/>
          </a:xfrm>
          <a:prstGeom prst="rect">
            <a:avLst/>
          </a:prstGeom>
        </p:spPr>
        <p:txBody>
          <a:bodyPr vert="horz" lIns="0" tIns="0" rIns="0" bIns="0" rtlCol="0" anchor="ctr">
            <a:noAutofit/>
          </a:bodyPr>
          <a:lstStyle>
            <a:lvl1pPr algn="l">
              <a:defRPr sz="900">
                <a:solidFill>
                  <a:schemeClr val="accent2"/>
                </a:solidFill>
              </a:defRPr>
            </a:lvl1pPr>
          </a:lstStyle>
          <a:p>
            <a:pPr>
              <a:defRPr/>
            </a:pPr>
            <a:fld id="{26D78490-198E-4EA5-80BD-12B7341E8E5D}" type="datetime1">
              <a:rPr lang="de-DE" smtClean="0"/>
              <a:pPr>
                <a:defRPr/>
              </a:pPr>
              <a:t>19.10.26</a:t>
            </a:fld>
            <a:endParaRPr lang="en-US" dirty="0"/>
          </a:p>
        </p:txBody>
      </p:sp>
      <p:sp>
        <p:nvSpPr>
          <p:cNvPr id="14" name="Foliennummernplatzhalter 13">
            <a:extLst>
              <a:ext uri="{FF2B5EF4-FFF2-40B4-BE49-F238E27FC236}">
                <a16:creationId xmlns:a16="http://schemas.microsoft.com/office/drawing/2014/main" id="{4435A9C5-FF72-442B-99AC-40BB799414DD}"/>
              </a:ext>
            </a:extLst>
          </p:cNvPr>
          <p:cNvSpPr>
            <a:spLocks noGrp="1"/>
          </p:cNvSpPr>
          <p:nvPr>
            <p:ph type="sldNum" sz="quarter" idx="4"/>
          </p:nvPr>
        </p:nvSpPr>
        <p:spPr>
          <a:xfrm>
            <a:off x="11334000" y="6584720"/>
            <a:ext cx="304800" cy="139606"/>
          </a:xfrm>
          <a:prstGeom prst="rect">
            <a:avLst/>
          </a:prstGeom>
        </p:spPr>
        <p:txBody>
          <a:bodyPr vert="horz" lIns="0" tIns="0" rIns="0" bIns="0" rtlCol="0" anchor="ctr">
            <a:noAutofit/>
          </a:bodyPr>
          <a:lstStyle>
            <a:lvl1pPr algn="r">
              <a:defRPr sz="900">
                <a:solidFill>
                  <a:schemeClr val="accent2"/>
                </a:solidFill>
              </a:defRPr>
            </a:lvl1pPr>
          </a:lstStyle>
          <a:p>
            <a:pPr>
              <a:defRPr/>
            </a:pPr>
            <a:fld id="{64647E8F-5052-4581-98D0-7C32D5A45346}" type="slidenum">
              <a:rPr lang="en-US" smtClean="0"/>
              <a:pPr>
                <a:defRPr/>
              </a:pPr>
              <a:t>‹#›</a:t>
            </a:fld>
            <a:endParaRPr lang="en-US" dirty="0"/>
          </a:p>
        </p:txBody>
      </p:sp>
      <p:cxnSp>
        <p:nvCxnSpPr>
          <p:cNvPr id="3" name="Gerader Verbinder 2">
            <a:extLst>
              <a:ext uri="{FF2B5EF4-FFF2-40B4-BE49-F238E27FC236}">
                <a16:creationId xmlns:a16="http://schemas.microsoft.com/office/drawing/2014/main" id="{863709E5-1A75-444F-B4BE-2340C4E06744}"/>
              </a:ext>
            </a:extLst>
          </p:cNvPr>
          <p:cNvCxnSpPr/>
          <p:nvPr userDrawn="1"/>
        </p:nvCxnSpPr>
        <p:spPr>
          <a:xfrm flipH="1">
            <a:off x="-467201" y="409181"/>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feld 3">
            <a:extLst>
              <a:ext uri="{FF2B5EF4-FFF2-40B4-BE49-F238E27FC236}">
                <a16:creationId xmlns:a16="http://schemas.microsoft.com/office/drawing/2014/main" id="{2C03EDCA-8C9C-4EF3-A61D-BA419E16438B}"/>
              </a:ext>
            </a:extLst>
          </p:cNvPr>
          <p:cNvSpPr txBox="1"/>
          <p:nvPr userDrawn="1"/>
        </p:nvSpPr>
        <p:spPr>
          <a:xfrm>
            <a:off x="-472831" y="445694"/>
            <a:ext cx="357553" cy="133350"/>
          </a:xfrm>
          <a:prstGeom prst="rect">
            <a:avLst/>
          </a:prstGeom>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000000"/>
                </a:solidFill>
                <a:effectLst/>
                <a:uLnTx/>
                <a:uFillTx/>
                <a:latin typeface="Trebuchet MS"/>
                <a:ea typeface="+mn-ea"/>
                <a:cs typeface="+mn-cs"/>
              </a:rPr>
              <a:t>8,40</a:t>
            </a:r>
            <a:endParaRPr kumimoji="0" lang="en-US" sz="800" b="0" i="0" u="none" strike="noStrike" kern="1200" cap="none" spc="0" normalizeH="0" baseline="0" noProof="0" err="1">
              <a:ln>
                <a:noFill/>
              </a:ln>
              <a:solidFill>
                <a:srgbClr val="000000"/>
              </a:solidFill>
              <a:effectLst/>
              <a:uLnTx/>
              <a:uFillTx/>
              <a:latin typeface="Trebuchet MS"/>
              <a:ea typeface="+mn-ea"/>
              <a:cs typeface="+mn-cs"/>
            </a:endParaRPr>
          </a:p>
        </p:txBody>
      </p:sp>
      <p:cxnSp>
        <p:nvCxnSpPr>
          <p:cNvPr id="33" name="Gerader Verbinder 32">
            <a:extLst>
              <a:ext uri="{FF2B5EF4-FFF2-40B4-BE49-F238E27FC236}">
                <a16:creationId xmlns:a16="http://schemas.microsoft.com/office/drawing/2014/main" id="{FB547E8B-D79C-422A-81DC-5E5DF91B7B52}"/>
              </a:ext>
            </a:extLst>
          </p:cNvPr>
          <p:cNvCxnSpPr/>
          <p:nvPr userDrawn="1"/>
        </p:nvCxnSpPr>
        <p:spPr>
          <a:xfrm flipH="1">
            <a:off x="-467201" y="983775"/>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5F825E4A-066A-42F8-887C-683D950C5AF1}"/>
              </a:ext>
            </a:extLst>
          </p:cNvPr>
          <p:cNvSpPr txBox="1"/>
          <p:nvPr userDrawn="1"/>
        </p:nvSpPr>
        <p:spPr>
          <a:xfrm>
            <a:off x="-472831" y="1020288"/>
            <a:ext cx="357553" cy="133350"/>
          </a:xfrm>
          <a:prstGeom prst="rect">
            <a:avLst/>
          </a:prstGeom>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000000"/>
                </a:solidFill>
                <a:effectLst/>
                <a:uLnTx/>
                <a:uFillTx/>
                <a:latin typeface="Trebuchet MS"/>
                <a:ea typeface="+mn-ea"/>
                <a:cs typeface="+mn-cs"/>
              </a:rPr>
              <a:t>6,80</a:t>
            </a:r>
            <a:endParaRPr kumimoji="0" lang="en-US" sz="800" b="0" i="0" u="none" strike="noStrike" kern="1200" cap="none" spc="0" normalizeH="0" baseline="0" noProof="0" err="1">
              <a:ln>
                <a:noFill/>
              </a:ln>
              <a:solidFill>
                <a:srgbClr val="000000"/>
              </a:solidFill>
              <a:effectLst/>
              <a:uLnTx/>
              <a:uFillTx/>
              <a:latin typeface="Trebuchet MS"/>
              <a:ea typeface="+mn-ea"/>
              <a:cs typeface="+mn-cs"/>
            </a:endParaRPr>
          </a:p>
        </p:txBody>
      </p:sp>
      <p:cxnSp>
        <p:nvCxnSpPr>
          <p:cNvPr id="35" name="Gerader Verbinder 34">
            <a:extLst>
              <a:ext uri="{FF2B5EF4-FFF2-40B4-BE49-F238E27FC236}">
                <a16:creationId xmlns:a16="http://schemas.microsoft.com/office/drawing/2014/main" id="{10AD2466-4DA2-4326-AE10-6602EA720ED2}"/>
              </a:ext>
            </a:extLst>
          </p:cNvPr>
          <p:cNvCxnSpPr/>
          <p:nvPr userDrawn="1"/>
        </p:nvCxnSpPr>
        <p:spPr>
          <a:xfrm flipH="1">
            <a:off x="-467201" y="1236162"/>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C8AE78C6-42DF-4818-AF8A-7528F1898AC3}"/>
              </a:ext>
            </a:extLst>
          </p:cNvPr>
          <p:cNvSpPr txBox="1"/>
          <p:nvPr userDrawn="1"/>
        </p:nvSpPr>
        <p:spPr>
          <a:xfrm>
            <a:off x="-472831" y="1272675"/>
            <a:ext cx="357553" cy="133350"/>
          </a:xfrm>
          <a:prstGeom prst="rect">
            <a:avLst/>
          </a:prstGeom>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000000"/>
                </a:solidFill>
                <a:effectLst/>
                <a:uLnTx/>
                <a:uFillTx/>
                <a:latin typeface="Trebuchet MS"/>
                <a:ea typeface="+mn-ea"/>
                <a:cs typeface="+mn-cs"/>
              </a:rPr>
              <a:t>6,10</a:t>
            </a:r>
            <a:endParaRPr kumimoji="0" lang="en-US" sz="800" b="0" i="0" u="none" strike="noStrike" kern="1200" cap="none" spc="0" normalizeH="0" baseline="0" noProof="0" err="1">
              <a:ln>
                <a:noFill/>
              </a:ln>
              <a:solidFill>
                <a:srgbClr val="000000"/>
              </a:solidFill>
              <a:effectLst/>
              <a:uLnTx/>
              <a:uFillTx/>
              <a:latin typeface="Trebuchet MS"/>
              <a:ea typeface="+mn-ea"/>
              <a:cs typeface="+mn-cs"/>
            </a:endParaRPr>
          </a:p>
        </p:txBody>
      </p:sp>
      <p:cxnSp>
        <p:nvCxnSpPr>
          <p:cNvPr id="37" name="Gerader Verbinder 36">
            <a:extLst>
              <a:ext uri="{FF2B5EF4-FFF2-40B4-BE49-F238E27FC236}">
                <a16:creationId xmlns:a16="http://schemas.microsoft.com/office/drawing/2014/main" id="{81A28321-A51B-4143-A2E7-579B4C54E816}"/>
              </a:ext>
            </a:extLst>
          </p:cNvPr>
          <p:cNvCxnSpPr/>
          <p:nvPr userDrawn="1"/>
        </p:nvCxnSpPr>
        <p:spPr>
          <a:xfrm flipH="1">
            <a:off x="-467201" y="1451084"/>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02EE2369-B400-4488-95B0-A229AF97E1D5}"/>
              </a:ext>
            </a:extLst>
          </p:cNvPr>
          <p:cNvSpPr txBox="1"/>
          <p:nvPr userDrawn="1"/>
        </p:nvSpPr>
        <p:spPr>
          <a:xfrm>
            <a:off x="-472831" y="1487597"/>
            <a:ext cx="357553" cy="133350"/>
          </a:xfrm>
          <a:prstGeom prst="rect">
            <a:avLst/>
          </a:prstGeom>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000000"/>
                </a:solidFill>
                <a:effectLst/>
                <a:uLnTx/>
                <a:uFillTx/>
                <a:latin typeface="Trebuchet MS"/>
                <a:ea typeface="+mn-ea"/>
                <a:cs typeface="+mn-cs"/>
              </a:rPr>
              <a:t>5,50</a:t>
            </a:r>
            <a:endParaRPr kumimoji="0" lang="en-US" sz="800" b="0" i="0" u="none" strike="noStrike" kern="1200" cap="none" spc="0" normalizeH="0" baseline="0" noProof="0" err="1">
              <a:ln>
                <a:noFill/>
              </a:ln>
              <a:solidFill>
                <a:srgbClr val="000000"/>
              </a:solidFill>
              <a:effectLst/>
              <a:uLnTx/>
              <a:uFillTx/>
              <a:latin typeface="Trebuchet MS"/>
              <a:ea typeface="+mn-ea"/>
              <a:cs typeface="+mn-cs"/>
            </a:endParaRPr>
          </a:p>
        </p:txBody>
      </p:sp>
      <p:cxnSp>
        <p:nvCxnSpPr>
          <p:cNvPr id="39" name="Gerader Verbinder 38">
            <a:extLst>
              <a:ext uri="{FF2B5EF4-FFF2-40B4-BE49-F238E27FC236}">
                <a16:creationId xmlns:a16="http://schemas.microsoft.com/office/drawing/2014/main" id="{223C8355-B0EC-44B3-9155-690CB075862B}"/>
              </a:ext>
            </a:extLst>
          </p:cNvPr>
          <p:cNvCxnSpPr/>
          <p:nvPr userDrawn="1"/>
        </p:nvCxnSpPr>
        <p:spPr>
          <a:xfrm flipH="1">
            <a:off x="-467201" y="6202508"/>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468E3FFC-697F-4F9E-B707-E0EBB27D5EEB}"/>
              </a:ext>
            </a:extLst>
          </p:cNvPr>
          <p:cNvSpPr txBox="1"/>
          <p:nvPr userDrawn="1"/>
        </p:nvSpPr>
        <p:spPr>
          <a:xfrm>
            <a:off x="-472831" y="6239021"/>
            <a:ext cx="357553" cy="133350"/>
          </a:xfrm>
          <a:prstGeom prst="rect">
            <a:avLst/>
          </a:prstGeom>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000000"/>
                </a:solidFill>
                <a:effectLst/>
                <a:uLnTx/>
                <a:uFillTx/>
                <a:latin typeface="Trebuchet MS"/>
                <a:ea typeface="+mn-ea"/>
                <a:cs typeface="+mn-cs"/>
              </a:rPr>
              <a:t>7,70</a:t>
            </a:r>
            <a:endParaRPr kumimoji="0" lang="en-US" sz="800" b="0" i="0" u="none" strike="noStrike" kern="1200" cap="none" spc="0" normalizeH="0" baseline="0" noProof="0" err="1">
              <a:ln>
                <a:noFill/>
              </a:ln>
              <a:solidFill>
                <a:srgbClr val="000000"/>
              </a:solidFill>
              <a:effectLst/>
              <a:uLnTx/>
              <a:uFillTx/>
              <a:latin typeface="Trebuchet MS"/>
              <a:ea typeface="+mn-ea"/>
              <a:cs typeface="+mn-cs"/>
            </a:endParaRPr>
          </a:p>
        </p:txBody>
      </p:sp>
      <p:cxnSp>
        <p:nvCxnSpPr>
          <p:cNvPr id="41" name="Gerader Verbinder 40">
            <a:extLst>
              <a:ext uri="{FF2B5EF4-FFF2-40B4-BE49-F238E27FC236}">
                <a16:creationId xmlns:a16="http://schemas.microsoft.com/office/drawing/2014/main" id="{0A5EA9C0-7BE5-4536-A653-A86353CE4396}"/>
              </a:ext>
            </a:extLst>
          </p:cNvPr>
          <p:cNvCxnSpPr/>
          <p:nvPr userDrawn="1"/>
        </p:nvCxnSpPr>
        <p:spPr>
          <a:xfrm flipH="1">
            <a:off x="-467201" y="6454568"/>
            <a:ext cx="4457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2" name="Textfeld 41">
            <a:extLst>
              <a:ext uri="{FF2B5EF4-FFF2-40B4-BE49-F238E27FC236}">
                <a16:creationId xmlns:a16="http://schemas.microsoft.com/office/drawing/2014/main" id="{C584EB1C-8DF8-4788-AE49-C41F66462D0F}"/>
              </a:ext>
            </a:extLst>
          </p:cNvPr>
          <p:cNvSpPr txBox="1"/>
          <p:nvPr userDrawn="1"/>
        </p:nvSpPr>
        <p:spPr>
          <a:xfrm>
            <a:off x="-472831" y="6491081"/>
            <a:ext cx="357553" cy="133350"/>
          </a:xfrm>
          <a:prstGeom prst="rect">
            <a:avLst/>
          </a:prstGeom>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000000"/>
                </a:solidFill>
                <a:effectLst/>
                <a:uLnTx/>
                <a:uFillTx/>
                <a:latin typeface="Trebuchet MS"/>
                <a:ea typeface="+mn-ea"/>
                <a:cs typeface="+mn-cs"/>
              </a:rPr>
              <a:t>8,40</a:t>
            </a:r>
            <a:endParaRPr kumimoji="0" lang="en-US" sz="800" b="0" i="0" u="none" strike="noStrike" kern="1200" cap="none" spc="0" normalizeH="0" baseline="0" noProof="0" err="1">
              <a:ln>
                <a:noFill/>
              </a:ln>
              <a:solidFill>
                <a:srgbClr val="000000"/>
              </a:solidFill>
              <a:effectLst/>
              <a:uLnTx/>
              <a:uFillTx/>
              <a:latin typeface="Trebuchet MS"/>
              <a:ea typeface="+mn-ea"/>
              <a:cs typeface="+mn-cs"/>
            </a:endParaRPr>
          </a:p>
        </p:txBody>
      </p:sp>
      <p:pic>
        <p:nvPicPr>
          <p:cNvPr id="25" name="Grafik 24" descr="Ein Bild, das Text enthält.&#10;&#10;Automatisch generierte Beschreibung">
            <a:extLst>
              <a:ext uri="{FF2B5EF4-FFF2-40B4-BE49-F238E27FC236}">
                <a16:creationId xmlns:a16="http://schemas.microsoft.com/office/drawing/2014/main" id="{395DE90B-2ADA-40A7-936C-23C20C16DC20}"/>
              </a:ext>
            </a:extLst>
          </p:cNvPr>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9985836" y="408221"/>
            <a:ext cx="1647997" cy="426122"/>
          </a:xfrm>
          <a:prstGeom prst="rect">
            <a:avLst/>
          </a:prstGeom>
        </p:spPr>
      </p:pic>
      <p:cxnSp>
        <p:nvCxnSpPr>
          <p:cNvPr id="26" name="Gerader Verbinder 25">
            <a:extLst>
              <a:ext uri="{FF2B5EF4-FFF2-40B4-BE49-F238E27FC236}">
                <a16:creationId xmlns:a16="http://schemas.microsoft.com/office/drawing/2014/main" id="{FFB193B5-8CCF-478B-AC02-3C59BA493369}"/>
              </a:ext>
            </a:extLst>
          </p:cNvPr>
          <p:cNvCxnSpPr>
            <a:cxnSpLocks/>
          </p:cNvCxnSpPr>
          <p:nvPr userDrawn="1"/>
        </p:nvCxnSpPr>
        <p:spPr>
          <a:xfrm flipH="1" flipV="1">
            <a:off x="549707" y="-322265"/>
            <a:ext cx="1" cy="3095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Textfeld 26">
            <a:extLst>
              <a:ext uri="{FF2B5EF4-FFF2-40B4-BE49-F238E27FC236}">
                <a16:creationId xmlns:a16="http://schemas.microsoft.com/office/drawing/2014/main" id="{D57D7049-6EED-4A67-8684-DCF98D7C9662}"/>
              </a:ext>
            </a:extLst>
          </p:cNvPr>
          <p:cNvSpPr txBox="1"/>
          <p:nvPr userDrawn="1"/>
        </p:nvSpPr>
        <p:spPr>
          <a:xfrm rot="5400000">
            <a:off x="293079" y="-258275"/>
            <a:ext cx="290512" cy="164123"/>
          </a:xfrm>
          <a:prstGeom prst="rect">
            <a:avLst/>
          </a:prstGeom>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000000"/>
                </a:solidFill>
                <a:effectLst/>
                <a:uLnTx/>
                <a:uFillTx/>
                <a:latin typeface="Trebuchet MS"/>
                <a:ea typeface="+mn-ea"/>
                <a:cs typeface="+mn-cs"/>
              </a:rPr>
              <a:t>15,40</a:t>
            </a:r>
            <a:endParaRPr kumimoji="0" lang="en-US" sz="800" b="0" i="0" u="none" strike="noStrike" kern="1200" cap="none" spc="0" normalizeH="0" baseline="0" noProof="0">
              <a:ln>
                <a:noFill/>
              </a:ln>
              <a:solidFill>
                <a:srgbClr val="000000"/>
              </a:solidFill>
              <a:effectLst/>
              <a:uLnTx/>
              <a:uFillTx/>
              <a:latin typeface="Trebuchet MS"/>
              <a:ea typeface="+mn-ea"/>
              <a:cs typeface="+mn-cs"/>
            </a:endParaRPr>
          </a:p>
        </p:txBody>
      </p:sp>
      <p:cxnSp>
        <p:nvCxnSpPr>
          <p:cNvPr id="28" name="Gerader Verbinder 27">
            <a:extLst>
              <a:ext uri="{FF2B5EF4-FFF2-40B4-BE49-F238E27FC236}">
                <a16:creationId xmlns:a16="http://schemas.microsoft.com/office/drawing/2014/main" id="{B7540CE6-88DA-4841-A94D-EA4FE05E6E9D}"/>
              </a:ext>
            </a:extLst>
          </p:cNvPr>
          <p:cNvCxnSpPr>
            <a:cxnSpLocks/>
          </p:cNvCxnSpPr>
          <p:nvPr userDrawn="1"/>
        </p:nvCxnSpPr>
        <p:spPr>
          <a:xfrm flipH="1" flipV="1">
            <a:off x="11640979" y="-322265"/>
            <a:ext cx="1" cy="3095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AFB58F39-8DEC-4D44-B86F-164ACF9E793F}"/>
              </a:ext>
            </a:extLst>
          </p:cNvPr>
          <p:cNvSpPr txBox="1"/>
          <p:nvPr userDrawn="1"/>
        </p:nvSpPr>
        <p:spPr>
          <a:xfrm rot="5400000">
            <a:off x="11384351" y="-258275"/>
            <a:ext cx="290512" cy="164123"/>
          </a:xfrm>
          <a:prstGeom prst="rect">
            <a:avLst/>
          </a:prstGeom>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000000"/>
                </a:solidFill>
                <a:effectLst/>
                <a:uLnTx/>
                <a:uFillTx/>
                <a:latin typeface="Trebuchet MS"/>
                <a:ea typeface="+mn-ea"/>
                <a:cs typeface="+mn-cs"/>
              </a:rPr>
              <a:t>15,40</a:t>
            </a:r>
            <a:endParaRPr kumimoji="0" lang="en-US" sz="800" b="0" i="0" u="none" strike="noStrike" kern="1200" cap="none" spc="0" normalizeH="0" baseline="0" noProof="0">
              <a:ln>
                <a:noFill/>
              </a:ln>
              <a:solidFill>
                <a:srgbClr val="000000"/>
              </a:solidFill>
              <a:effectLst/>
              <a:uLnTx/>
              <a:uFillTx/>
              <a:latin typeface="Trebuchet MS"/>
              <a:ea typeface="+mn-ea"/>
              <a:cs typeface="+mn-cs"/>
            </a:endParaRPr>
          </a:p>
        </p:txBody>
      </p:sp>
      <p:sp>
        <p:nvSpPr>
          <p:cNvPr id="2" name="Fußzeilenplatzhalter 12">
            <a:extLst>
              <a:ext uri="{FF2B5EF4-FFF2-40B4-BE49-F238E27FC236}">
                <a16:creationId xmlns:a16="http://schemas.microsoft.com/office/drawing/2014/main" id="{1F14AF66-F74F-AA81-E83F-7337F8D9F276}"/>
              </a:ext>
            </a:extLst>
          </p:cNvPr>
          <p:cNvSpPr>
            <a:spLocks noGrp="1"/>
          </p:cNvSpPr>
          <p:nvPr>
            <p:ph type="ftr" sz="quarter" idx="3"/>
          </p:nvPr>
        </p:nvSpPr>
        <p:spPr>
          <a:xfrm>
            <a:off x="1566986" y="6584720"/>
            <a:ext cx="9058033" cy="139606"/>
          </a:xfrm>
          <a:prstGeom prst="rect">
            <a:avLst/>
          </a:prstGeom>
        </p:spPr>
        <p:txBody>
          <a:bodyPr vert="horz" lIns="0" tIns="0" rIns="0" bIns="0" rtlCol="0" anchor="ctr">
            <a:noAutofit/>
          </a:bodyPr>
          <a:lstStyle>
            <a:lvl1pPr algn="l">
              <a:defRPr sz="900">
                <a:solidFill>
                  <a:schemeClr val="accent2"/>
                </a:solidFill>
              </a:defRPr>
            </a:lvl1pPr>
          </a:lstStyle>
          <a:p>
            <a:pPr>
              <a:defRPr/>
            </a:pPr>
            <a:r>
              <a:rPr lang="de-DE"/>
              <a:t>Universität Hohenheim | Vortragende*r </a:t>
            </a:r>
            <a:endParaRPr lang="en-US" dirty="0"/>
          </a:p>
        </p:txBody>
      </p:sp>
    </p:spTree>
    <p:extLst>
      <p:ext uri="{BB962C8B-B14F-4D97-AF65-F5344CB8AC3E}">
        <p14:creationId xmlns:p14="http://schemas.microsoft.com/office/powerpoint/2010/main" val="3622799680"/>
      </p:ext>
    </p:extLst>
  </p:cSld>
  <p:clrMap bg1="lt1" tx1="dk1" bg2="lt2" tx2="dk2" accent1="accent1" accent2="accent2" accent3="accent3" accent4="accent4" accent5="accent5" accent6="accent6" hlink="hlink" folHlink="folHlink"/>
  <p:sldLayoutIdLst>
    <p:sldLayoutId id="2147483973" r:id="rId1"/>
    <p:sldLayoutId id="2147483999" r:id="rId2"/>
    <p:sldLayoutId id="2147483977" r:id="rId3"/>
    <p:sldLayoutId id="2147483897" r:id="rId4"/>
    <p:sldLayoutId id="2147484052" r:id="rId5"/>
    <p:sldLayoutId id="2147483898" r:id="rId6"/>
    <p:sldLayoutId id="2147484053" r:id="rId7"/>
    <p:sldLayoutId id="2147483899" r:id="rId8"/>
    <p:sldLayoutId id="2147483900" r:id="rId9"/>
    <p:sldLayoutId id="2147484059" r:id="rId10"/>
    <p:sldLayoutId id="2147484060" r:id="rId11"/>
    <p:sldLayoutId id="2147484011" r:id="rId12"/>
    <p:sldLayoutId id="2147484012" r:id="rId13"/>
    <p:sldLayoutId id="2147484013" r:id="rId14"/>
    <p:sldLayoutId id="2147484016" r:id="rId15"/>
    <p:sldLayoutId id="2147484017" r:id="rId16"/>
    <p:sldLayoutId id="2147484018" r:id="rId17"/>
    <p:sldLayoutId id="2147484019" r:id="rId18"/>
    <p:sldLayoutId id="2147483911" r:id="rId19"/>
    <p:sldLayoutId id="2147483912" r:id="rId20"/>
    <p:sldLayoutId id="2147483915" r:id="rId21"/>
    <p:sldLayoutId id="2147484044" r:id="rId22"/>
    <p:sldLayoutId id="2147484045" r:id="rId23"/>
    <p:sldLayoutId id="2147483916" r:id="rId24"/>
    <p:sldLayoutId id="2147484058" r:id="rId25"/>
  </p:sldLayoutIdLst>
  <p:hf hdr="0"/>
  <p:txStyles>
    <p:titleStyle>
      <a:lvl1pPr algn="l" defTabSz="742950" rtl="0" eaLnBrk="1" latinLnBrk="0" hangingPunct="1">
        <a:lnSpc>
          <a:spcPct val="90000"/>
        </a:lnSpc>
        <a:spcBef>
          <a:spcPct val="0"/>
        </a:spcBef>
        <a:buNone/>
        <a:defRPr sz="2400" kern="1200">
          <a:solidFill>
            <a:schemeClr val="tx2"/>
          </a:solidFill>
          <a:latin typeface="+mj-lt"/>
          <a:ea typeface="+mj-ea"/>
          <a:cs typeface="+mj-cs"/>
        </a:defRPr>
      </a:lvl1pPr>
    </p:titleStyle>
    <p:body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47">
          <p15:clr>
            <a:srgbClr val="F26B43"/>
          </p15:clr>
        </p15:guide>
        <p15:guide id="3" pos="7333">
          <p15:clr>
            <a:srgbClr val="F26B43"/>
          </p15:clr>
        </p15:guide>
        <p15:guide id="4" orient="horz" pos="255">
          <p15:clr>
            <a:srgbClr val="F26B43"/>
          </p15:clr>
        </p15:guide>
        <p15:guide id="5" orient="horz" pos="4065">
          <p15:clr>
            <a:srgbClr val="F26B43"/>
          </p15:clr>
        </p15:guide>
        <p15:guide id="6" orient="horz" pos="3906">
          <p15:clr>
            <a:srgbClr val="F26B43"/>
          </p15:clr>
        </p15:guide>
        <p15:guide id="7" orient="horz" pos="618">
          <p15:clr>
            <a:srgbClr val="F26B43"/>
          </p15:clr>
        </p15:guide>
        <p15:guide id="8" orient="horz" pos="777">
          <p15:clr>
            <a:srgbClr val="F26B43"/>
          </p15:clr>
        </p15:guide>
        <p15:guide id="9" orient="horz" pos="91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goodfreephotos.com/people/girl-with-kittens.jpg.php" TargetMode="External"/><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21.xml"/><Relationship Id="rId4" Type="http://schemas.openxmlformats.org/officeDocument/2006/relationships/image" Target="../media/image23.svg"/></Relationships>
</file>

<file path=ppt/slides/_rels/slide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21.xml"/><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8.sv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1.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3.svg"/><Relationship Id="rId7" Type="http://schemas.openxmlformats.org/officeDocument/2006/relationships/image" Target="../media/image36.svg"/><Relationship Id="rId2" Type="http://schemas.openxmlformats.org/officeDocument/2006/relationships/image" Target="../media/image26.svg"/><Relationship Id="rId1" Type="http://schemas.openxmlformats.org/officeDocument/2006/relationships/slideLayout" Target="../slideLayouts/slideLayout22.xml"/><Relationship Id="rId6" Type="http://schemas.openxmlformats.org/officeDocument/2006/relationships/image" Target="../media/image23.svg"/><Relationship Id="rId5" Type="http://schemas.openxmlformats.org/officeDocument/2006/relationships/image" Target="../media/image35.svg"/><Relationship Id="rId4" Type="http://schemas.openxmlformats.org/officeDocument/2006/relationships/image" Target="../media/image34.svg"/><Relationship Id="rId9" Type="http://schemas.openxmlformats.org/officeDocument/2006/relationships/image" Target="../media/image38.svg"/></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1.xml"/><Relationship Id="rId4" Type="http://schemas.openxmlformats.org/officeDocument/2006/relationships/image" Target="../media/image42.emf"/></Relationships>
</file>

<file path=ppt/slides/_rels/slide26.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hyperlink" Target="https://www.goodfreephotos.com/people/girl-with-kittens.jpg.php" TargetMode="External"/><Relationship Id="rId2" Type="http://schemas.openxmlformats.org/officeDocument/2006/relationships/image" Target="../media/image22.jpg"/><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4AAE-0FD1-F5A6-A267-24150B9DAD44}"/>
              </a:ext>
            </a:extLst>
          </p:cNvPr>
          <p:cNvSpPr>
            <a:spLocks noGrp="1"/>
          </p:cNvSpPr>
          <p:nvPr>
            <p:ph type="title"/>
          </p:nvPr>
        </p:nvSpPr>
        <p:spPr/>
        <p:txBody>
          <a:bodyPr/>
          <a:lstStyle/>
          <a:p>
            <a:r>
              <a:rPr lang="en-DE" sz="2000" dirty="0"/>
              <a:t>Shared Mental Models in Generative AI-Based Multi-Agent Systems: A Simulation Study Grounded in Human Team Cognition Theory</a:t>
            </a:r>
          </a:p>
        </p:txBody>
      </p:sp>
      <p:pic>
        <p:nvPicPr>
          <p:cNvPr id="6" name="Picture Placeholder 5" descr="image - Free stock photo - Public Domain photo - CC0 Images">
            <a:extLst>
              <a:ext uri="{FF2B5EF4-FFF2-40B4-BE49-F238E27FC236}">
                <a16:creationId xmlns:a16="http://schemas.microsoft.com/office/drawing/2014/main" id="{9422F3D5-C8FA-83AC-409B-5F4D0E86E00A}"/>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2929" r="32929"/>
          <a:stretch>
            <a:fillRect/>
          </a:stretch>
        </p:blipFill>
        <p:spPr/>
      </p:pic>
      <p:sp>
        <p:nvSpPr>
          <p:cNvPr id="4" name="Text Placeholder 3">
            <a:extLst>
              <a:ext uri="{FF2B5EF4-FFF2-40B4-BE49-F238E27FC236}">
                <a16:creationId xmlns:a16="http://schemas.microsoft.com/office/drawing/2014/main" id="{92CE55DB-4342-9745-E15B-655CF851C33A}"/>
              </a:ext>
            </a:extLst>
          </p:cNvPr>
          <p:cNvSpPr>
            <a:spLocks noGrp="1"/>
          </p:cNvSpPr>
          <p:nvPr>
            <p:ph type="body" sz="quarter" idx="14"/>
          </p:nvPr>
        </p:nvSpPr>
        <p:spPr/>
        <p:txBody>
          <a:bodyPr/>
          <a:lstStyle/>
          <a:p>
            <a:r>
              <a:rPr lang="en-DE" dirty="0"/>
              <a:t>Leonard Hegemann</a:t>
            </a:r>
          </a:p>
          <a:p>
            <a:r>
              <a:rPr lang="en-DE" dirty="0"/>
              <a:t>Betreuende: Carolin Jung, Dominik Fetzer</a:t>
            </a:r>
          </a:p>
        </p:txBody>
      </p:sp>
      <p:sp>
        <p:nvSpPr>
          <p:cNvPr id="3" name="TextBox 2">
            <a:extLst>
              <a:ext uri="{FF2B5EF4-FFF2-40B4-BE49-F238E27FC236}">
                <a16:creationId xmlns:a16="http://schemas.microsoft.com/office/drawing/2014/main" id="{4A9A5836-DB5C-56B1-3A03-3DA0F4498553}"/>
              </a:ext>
            </a:extLst>
          </p:cNvPr>
          <p:cNvSpPr txBox="1"/>
          <p:nvPr/>
        </p:nvSpPr>
        <p:spPr>
          <a:xfrm>
            <a:off x="5495827" y="4656841"/>
            <a:ext cx="0" cy="0"/>
          </a:xfrm>
          <a:prstGeom prst="rect">
            <a:avLst/>
          </a:prstGeom>
        </p:spPr>
        <p:txBody>
          <a:bodyPr vert="horz" wrap="none" lIns="0" tIns="0" rIns="0" bIns="0" rtlCol="0">
            <a:noAutofit/>
          </a:bodyPr>
          <a:lstStyle/>
          <a:p>
            <a:pPr marL="285750" indent="-285750" algn="l">
              <a:buFont typeface="Wingdings" panose="05000000000000000000" pitchFamily="2" charset="2"/>
              <a:buChar char="§"/>
            </a:pPr>
            <a:endParaRPr lang="en-DE" sz="1400" dirty="0">
              <a:solidFill>
                <a:schemeClr val="accent3">
                  <a:lumMod val="75000"/>
                </a:schemeClr>
              </a:solidFill>
            </a:endParaRPr>
          </a:p>
        </p:txBody>
      </p:sp>
    </p:spTree>
    <p:extLst>
      <p:ext uri="{BB962C8B-B14F-4D97-AF65-F5344CB8AC3E}">
        <p14:creationId xmlns:p14="http://schemas.microsoft.com/office/powerpoint/2010/main" val="4153827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DC04-F9BB-1F54-4C59-A2AA8FD1855E}"/>
              </a:ext>
            </a:extLst>
          </p:cNvPr>
          <p:cNvSpPr>
            <a:spLocks noGrp="1"/>
          </p:cNvSpPr>
          <p:nvPr>
            <p:ph type="title"/>
          </p:nvPr>
        </p:nvSpPr>
        <p:spPr/>
        <p:txBody>
          <a:bodyPr/>
          <a:lstStyle/>
          <a:p>
            <a:r>
              <a:rPr lang="en-DE" dirty="0"/>
              <a:t>Motivation &amp; Research Question</a:t>
            </a:r>
          </a:p>
        </p:txBody>
      </p:sp>
      <p:sp>
        <p:nvSpPr>
          <p:cNvPr id="3" name="Text Placeholder 2">
            <a:extLst>
              <a:ext uri="{FF2B5EF4-FFF2-40B4-BE49-F238E27FC236}">
                <a16:creationId xmlns:a16="http://schemas.microsoft.com/office/drawing/2014/main" id="{2A7BE676-2775-9807-7E66-775DF6478BD1}"/>
              </a:ext>
            </a:extLst>
          </p:cNvPr>
          <p:cNvSpPr>
            <a:spLocks noGrp="1"/>
          </p:cNvSpPr>
          <p:nvPr>
            <p:ph type="body" sz="quarter" idx="13"/>
          </p:nvPr>
        </p:nvSpPr>
        <p:spPr/>
        <p:txBody>
          <a:bodyPr/>
          <a:lstStyle/>
          <a:p>
            <a:endParaRPr lang="en-DE"/>
          </a:p>
        </p:txBody>
      </p:sp>
      <p:sp>
        <p:nvSpPr>
          <p:cNvPr id="4" name="Text Placeholder 3">
            <a:extLst>
              <a:ext uri="{FF2B5EF4-FFF2-40B4-BE49-F238E27FC236}">
                <a16:creationId xmlns:a16="http://schemas.microsoft.com/office/drawing/2014/main" id="{0B5FD458-583D-0716-A789-2EFB7B667721}"/>
              </a:ext>
            </a:extLst>
          </p:cNvPr>
          <p:cNvSpPr>
            <a:spLocks noGrp="1"/>
          </p:cNvSpPr>
          <p:nvPr>
            <p:ph type="body" sz="quarter" idx="14"/>
          </p:nvPr>
        </p:nvSpPr>
        <p:spPr/>
        <p:txBody>
          <a:bodyPr/>
          <a:lstStyle/>
          <a:p>
            <a:r>
              <a:rPr lang="en-DE" dirty="0"/>
              <a:t>1</a:t>
            </a:r>
          </a:p>
        </p:txBody>
      </p:sp>
    </p:spTree>
    <p:extLst>
      <p:ext uri="{BB962C8B-B14F-4D97-AF65-F5344CB8AC3E}">
        <p14:creationId xmlns:p14="http://schemas.microsoft.com/office/powerpoint/2010/main" val="820861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B2671-1710-1B67-49D8-240E2A4F3070}"/>
              </a:ext>
            </a:extLst>
          </p:cNvPr>
          <p:cNvSpPr>
            <a:spLocks noGrp="1"/>
          </p:cNvSpPr>
          <p:nvPr>
            <p:ph type="title"/>
          </p:nvPr>
        </p:nvSpPr>
        <p:spPr/>
        <p:txBody>
          <a:bodyPr/>
          <a:lstStyle/>
          <a:p>
            <a:r>
              <a:rPr lang="en-DE" dirty="0"/>
              <a:t>Motivation of multi-agent systems</a:t>
            </a:r>
          </a:p>
        </p:txBody>
      </p:sp>
      <p:sp>
        <p:nvSpPr>
          <p:cNvPr id="3" name="Date Placeholder 2">
            <a:extLst>
              <a:ext uri="{FF2B5EF4-FFF2-40B4-BE49-F238E27FC236}">
                <a16:creationId xmlns:a16="http://schemas.microsoft.com/office/drawing/2014/main" id="{39E35565-4833-B55E-7940-4FBFCB7F6A2F}"/>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A631E256-C15D-691C-429A-996F4D391B40}"/>
              </a:ext>
            </a:extLst>
          </p:cNvPr>
          <p:cNvSpPr>
            <a:spLocks noGrp="1"/>
          </p:cNvSpPr>
          <p:nvPr>
            <p:ph type="sldNum" sz="quarter" idx="12"/>
          </p:nvPr>
        </p:nvSpPr>
        <p:spPr/>
        <p:txBody>
          <a:bodyPr/>
          <a:lstStyle/>
          <a:p>
            <a:fld id="{64647E8F-5052-4581-98D0-7C32D5A45346}" type="slidenum">
              <a:rPr lang="en-US" smtClean="0"/>
              <a:pPr/>
              <a:t>3</a:t>
            </a:fld>
            <a:endParaRPr lang="en-US"/>
          </a:p>
        </p:txBody>
      </p:sp>
      <p:sp>
        <p:nvSpPr>
          <p:cNvPr id="7" name="Footer Placeholder 6">
            <a:extLst>
              <a:ext uri="{FF2B5EF4-FFF2-40B4-BE49-F238E27FC236}">
                <a16:creationId xmlns:a16="http://schemas.microsoft.com/office/drawing/2014/main" id="{55E768AA-E91A-7D8D-C681-48E795FB36A0}"/>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sp>
        <p:nvSpPr>
          <p:cNvPr id="21" name="Content Placeholder 4">
            <a:extLst>
              <a:ext uri="{FF2B5EF4-FFF2-40B4-BE49-F238E27FC236}">
                <a16:creationId xmlns:a16="http://schemas.microsoft.com/office/drawing/2014/main" id="{0B311991-A272-63C2-D34E-246B0145D3FB}"/>
              </a:ext>
            </a:extLst>
          </p:cNvPr>
          <p:cNvSpPr>
            <a:spLocks noGrp="1"/>
          </p:cNvSpPr>
          <p:nvPr>
            <p:ph sz="quarter" idx="13"/>
          </p:nvPr>
        </p:nvSpPr>
        <p:spPr>
          <a:xfrm>
            <a:off x="550801" y="1449387"/>
            <a:ext cx="11088000" cy="471510"/>
          </a:xfrm>
        </p:spPr>
        <p:txBody>
          <a:bodyPr/>
          <a:lstStyle/>
          <a:p>
            <a:pPr marL="0" indent="0" algn="ctr">
              <a:buNone/>
            </a:pPr>
            <a:r>
              <a:rPr lang="en-DE" sz="3200" b="1" dirty="0"/>
              <a:t>Find me the next unicorn!</a:t>
            </a:r>
          </a:p>
        </p:txBody>
      </p:sp>
      <p:pic>
        <p:nvPicPr>
          <p:cNvPr id="22" name="Graphic 21" descr="Robot outline">
            <a:extLst>
              <a:ext uri="{FF2B5EF4-FFF2-40B4-BE49-F238E27FC236}">
                <a16:creationId xmlns:a16="http://schemas.microsoft.com/office/drawing/2014/main" id="{DBB6B67D-D0D9-5049-4309-6B174549661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90038" y="3321654"/>
            <a:ext cx="1609525" cy="1609525"/>
          </a:xfrm>
          <a:prstGeom prst="rect">
            <a:avLst/>
          </a:prstGeom>
        </p:spPr>
      </p:pic>
      <p:sp>
        <p:nvSpPr>
          <p:cNvPr id="26" name="TextBox 25">
            <a:extLst>
              <a:ext uri="{FF2B5EF4-FFF2-40B4-BE49-F238E27FC236}">
                <a16:creationId xmlns:a16="http://schemas.microsoft.com/office/drawing/2014/main" id="{843245EF-2599-D452-90B8-B4B8D75B5133}"/>
              </a:ext>
            </a:extLst>
          </p:cNvPr>
          <p:cNvSpPr txBox="1"/>
          <p:nvPr/>
        </p:nvSpPr>
        <p:spPr>
          <a:xfrm>
            <a:off x="2590038" y="2595730"/>
            <a:ext cx="2700000" cy="720000"/>
          </a:xfrm>
          <a:prstGeom prst="roundRect">
            <a:avLst/>
          </a:prstGeom>
          <a:solidFill>
            <a:srgbClr val="D8E5EE"/>
          </a:solidFill>
          <a:ln>
            <a:solidFill>
              <a:schemeClr val="tx1">
                <a:lumMod val="50000"/>
                <a:lumOff val="50000"/>
              </a:schemeClr>
            </a:solidFill>
          </a:ln>
        </p:spPr>
        <p:txBody>
          <a:bodyPr vert="horz" wrap="square" lIns="0" tIns="0" rIns="0" bIns="0" rtlCol="0">
            <a:noAutofit/>
          </a:bodyPr>
          <a:lstStyle/>
          <a:p>
            <a:pPr algn="ctr"/>
            <a:r>
              <a:rPr lang="en-GB" sz="1400" dirty="0">
                <a:solidFill>
                  <a:schemeClr val="accent3">
                    <a:lumMod val="75000"/>
                  </a:schemeClr>
                </a:solidFill>
              </a:rPr>
              <a:t>Track technological shifts, regulation, consumer behaviour, and emerging markets.</a:t>
            </a:r>
            <a:endParaRPr lang="en-DE" sz="1400" dirty="0">
              <a:solidFill>
                <a:schemeClr val="accent3">
                  <a:lumMod val="75000"/>
                </a:schemeClr>
              </a:solidFill>
            </a:endParaRPr>
          </a:p>
        </p:txBody>
      </p:sp>
      <p:sp>
        <p:nvSpPr>
          <p:cNvPr id="30" name="TextBox 29">
            <a:extLst>
              <a:ext uri="{FF2B5EF4-FFF2-40B4-BE49-F238E27FC236}">
                <a16:creationId xmlns:a16="http://schemas.microsoft.com/office/drawing/2014/main" id="{BF2F3A1D-A0A3-C327-994B-F17E7128C1B1}"/>
              </a:ext>
            </a:extLst>
          </p:cNvPr>
          <p:cNvSpPr txBox="1"/>
          <p:nvPr/>
        </p:nvSpPr>
        <p:spPr>
          <a:xfrm>
            <a:off x="6901961" y="2595730"/>
            <a:ext cx="2700000" cy="720000"/>
          </a:xfrm>
          <a:prstGeom prst="roundRect">
            <a:avLst/>
          </a:prstGeom>
          <a:solidFill>
            <a:srgbClr val="D8E5EE"/>
          </a:solidFill>
          <a:ln>
            <a:solidFill>
              <a:schemeClr val="tx1">
                <a:lumMod val="50000"/>
                <a:lumOff val="50000"/>
              </a:schemeClr>
            </a:solidFill>
          </a:ln>
        </p:spPr>
        <p:txBody>
          <a:bodyPr vert="horz" wrap="square" lIns="0" tIns="0" rIns="0" bIns="0" rtlCol="0">
            <a:noAutofit/>
          </a:bodyPr>
          <a:lstStyle/>
          <a:p>
            <a:pPr algn="ctr"/>
            <a:r>
              <a:rPr lang="en-GB" sz="1400" dirty="0">
                <a:solidFill>
                  <a:schemeClr val="accent3">
                    <a:lumMod val="75000"/>
                  </a:schemeClr>
                </a:solidFill>
              </a:rPr>
              <a:t>Look for painful, frequent, expensive problems faced by specific customer groups.</a:t>
            </a:r>
            <a:endParaRPr lang="en-DE" sz="1400" dirty="0">
              <a:solidFill>
                <a:schemeClr val="accent3">
                  <a:lumMod val="75000"/>
                </a:schemeClr>
              </a:solidFill>
            </a:endParaRPr>
          </a:p>
        </p:txBody>
      </p:sp>
      <p:sp>
        <p:nvSpPr>
          <p:cNvPr id="31" name="TextBox 30">
            <a:extLst>
              <a:ext uri="{FF2B5EF4-FFF2-40B4-BE49-F238E27FC236}">
                <a16:creationId xmlns:a16="http://schemas.microsoft.com/office/drawing/2014/main" id="{83E2BF4C-2E40-62B0-1503-3443638F9B1C}"/>
              </a:ext>
            </a:extLst>
          </p:cNvPr>
          <p:cNvSpPr txBox="1"/>
          <p:nvPr/>
        </p:nvSpPr>
        <p:spPr>
          <a:xfrm>
            <a:off x="6901961" y="4937103"/>
            <a:ext cx="2700000" cy="720000"/>
          </a:xfrm>
          <a:prstGeom prst="roundRect">
            <a:avLst/>
          </a:prstGeom>
          <a:solidFill>
            <a:srgbClr val="D8E5EE"/>
          </a:solidFill>
          <a:ln>
            <a:solidFill>
              <a:schemeClr val="tx1">
                <a:lumMod val="50000"/>
                <a:lumOff val="50000"/>
              </a:schemeClr>
            </a:solidFill>
          </a:ln>
        </p:spPr>
        <p:txBody>
          <a:bodyPr vert="horz" wrap="square" lIns="0" tIns="0" rIns="0" bIns="0" rtlCol="0">
            <a:noAutofit/>
          </a:bodyPr>
          <a:lstStyle/>
          <a:p>
            <a:pPr algn="ctr"/>
            <a:r>
              <a:rPr lang="en-GB" sz="1400" dirty="0">
                <a:solidFill>
                  <a:schemeClr val="accent3">
                    <a:lumMod val="75000"/>
                  </a:schemeClr>
                </a:solidFill>
              </a:rPr>
              <a:t>Map existing companies, substitutes, failed attempts, and barriers to entry</a:t>
            </a:r>
            <a:endParaRPr lang="en-DE" sz="1400" dirty="0">
              <a:solidFill>
                <a:schemeClr val="accent3">
                  <a:lumMod val="75000"/>
                </a:schemeClr>
              </a:solidFill>
            </a:endParaRPr>
          </a:p>
        </p:txBody>
      </p:sp>
      <p:sp>
        <p:nvSpPr>
          <p:cNvPr id="32" name="TextBox 31">
            <a:extLst>
              <a:ext uri="{FF2B5EF4-FFF2-40B4-BE49-F238E27FC236}">
                <a16:creationId xmlns:a16="http://schemas.microsoft.com/office/drawing/2014/main" id="{AD7E33EF-00F0-A414-C6BC-6DEFFFBFC20E}"/>
              </a:ext>
            </a:extLst>
          </p:cNvPr>
          <p:cNvSpPr txBox="1"/>
          <p:nvPr/>
        </p:nvSpPr>
        <p:spPr>
          <a:xfrm>
            <a:off x="2590039" y="4937103"/>
            <a:ext cx="2700000" cy="720000"/>
          </a:xfrm>
          <a:prstGeom prst="roundRect">
            <a:avLst/>
          </a:prstGeom>
          <a:solidFill>
            <a:srgbClr val="D8E5EE"/>
          </a:solidFill>
          <a:ln>
            <a:solidFill>
              <a:schemeClr val="tx1">
                <a:lumMod val="50000"/>
                <a:lumOff val="50000"/>
              </a:schemeClr>
            </a:solidFill>
          </a:ln>
        </p:spPr>
        <p:txBody>
          <a:bodyPr vert="horz" wrap="square" lIns="0" tIns="0" rIns="0" bIns="0" rtlCol="0">
            <a:noAutofit/>
          </a:bodyPr>
          <a:lstStyle/>
          <a:p>
            <a:pPr algn="ctr"/>
            <a:r>
              <a:rPr lang="en-GB" sz="1400" dirty="0">
                <a:solidFill>
                  <a:schemeClr val="accent3">
                    <a:lumMod val="75000"/>
                  </a:schemeClr>
                </a:solidFill>
              </a:rPr>
              <a:t>Assess market size, willingness to pay, scalability, timing, and plausibility</a:t>
            </a:r>
            <a:endParaRPr lang="en-DE" sz="1400" dirty="0">
              <a:solidFill>
                <a:schemeClr val="accent3">
                  <a:lumMod val="75000"/>
                </a:schemeClr>
              </a:solidFill>
            </a:endParaRPr>
          </a:p>
        </p:txBody>
      </p:sp>
      <p:pic>
        <p:nvPicPr>
          <p:cNvPr id="34" name="Graphic 33" descr="Clipboard Ticked outline">
            <a:extLst>
              <a:ext uri="{FF2B5EF4-FFF2-40B4-BE49-F238E27FC236}">
                <a16:creationId xmlns:a16="http://schemas.microsoft.com/office/drawing/2014/main" id="{641CFF28-6786-F03E-3EE5-8791BC9C32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4012" y="2692717"/>
            <a:ext cx="526026" cy="526026"/>
          </a:xfrm>
          <a:prstGeom prst="rect">
            <a:avLst/>
          </a:prstGeom>
        </p:spPr>
      </p:pic>
      <p:pic>
        <p:nvPicPr>
          <p:cNvPr id="35" name="Graphic 34" descr="Clipboard Ticked outline">
            <a:extLst>
              <a:ext uri="{FF2B5EF4-FFF2-40B4-BE49-F238E27FC236}">
                <a16:creationId xmlns:a16="http://schemas.microsoft.com/office/drawing/2014/main" id="{5A4B8779-C089-20F4-871A-6C13761899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4012" y="5034090"/>
            <a:ext cx="526026" cy="526026"/>
          </a:xfrm>
          <a:prstGeom prst="rect">
            <a:avLst/>
          </a:prstGeom>
        </p:spPr>
      </p:pic>
      <p:pic>
        <p:nvPicPr>
          <p:cNvPr id="36" name="Graphic 35" descr="Clipboard Ticked outline">
            <a:extLst>
              <a:ext uri="{FF2B5EF4-FFF2-40B4-BE49-F238E27FC236}">
                <a16:creationId xmlns:a16="http://schemas.microsoft.com/office/drawing/2014/main" id="{EAFF9174-209A-ACDF-4399-1402F0FEED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962" y="2692717"/>
            <a:ext cx="526026" cy="526026"/>
          </a:xfrm>
          <a:prstGeom prst="rect">
            <a:avLst/>
          </a:prstGeom>
        </p:spPr>
      </p:pic>
      <p:pic>
        <p:nvPicPr>
          <p:cNvPr id="38" name="Graphic 37" descr="Clipboard Ticked outline">
            <a:extLst>
              <a:ext uri="{FF2B5EF4-FFF2-40B4-BE49-F238E27FC236}">
                <a16:creationId xmlns:a16="http://schemas.microsoft.com/office/drawing/2014/main" id="{0575487E-3344-B823-BCFC-0113E51B1E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962" y="5034090"/>
            <a:ext cx="526026" cy="526026"/>
          </a:xfrm>
          <a:prstGeom prst="rect">
            <a:avLst/>
          </a:prstGeom>
        </p:spPr>
      </p:pic>
    </p:spTree>
    <p:extLst>
      <p:ext uri="{BB962C8B-B14F-4D97-AF65-F5344CB8AC3E}">
        <p14:creationId xmlns:p14="http://schemas.microsoft.com/office/powerpoint/2010/main" val="2143854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22405-6D56-E581-4B69-D19AD92DD500}"/>
              </a:ext>
            </a:extLst>
          </p:cNvPr>
          <p:cNvSpPr>
            <a:spLocks noGrp="1"/>
          </p:cNvSpPr>
          <p:nvPr>
            <p:ph type="title"/>
          </p:nvPr>
        </p:nvSpPr>
        <p:spPr/>
        <p:txBody>
          <a:bodyPr/>
          <a:lstStyle/>
          <a:p>
            <a:r>
              <a:rPr lang="en-DE" dirty="0"/>
              <a:t>Motivation of multi-agent systems</a:t>
            </a:r>
          </a:p>
        </p:txBody>
      </p:sp>
      <p:sp>
        <p:nvSpPr>
          <p:cNvPr id="3" name="Date Placeholder 2">
            <a:extLst>
              <a:ext uri="{FF2B5EF4-FFF2-40B4-BE49-F238E27FC236}">
                <a16:creationId xmlns:a16="http://schemas.microsoft.com/office/drawing/2014/main" id="{C7A4DF17-E578-0DFE-AB0D-4C3C70FF9993}"/>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CF169510-AE4E-96C2-8E1D-729198903389}"/>
              </a:ext>
            </a:extLst>
          </p:cNvPr>
          <p:cNvSpPr>
            <a:spLocks noGrp="1"/>
          </p:cNvSpPr>
          <p:nvPr>
            <p:ph type="sldNum" sz="quarter" idx="12"/>
          </p:nvPr>
        </p:nvSpPr>
        <p:spPr/>
        <p:txBody>
          <a:bodyPr/>
          <a:lstStyle/>
          <a:p>
            <a:fld id="{64647E8F-5052-4581-98D0-7C32D5A45346}" type="slidenum">
              <a:rPr lang="en-US" smtClean="0"/>
              <a:pPr/>
              <a:t>4</a:t>
            </a:fld>
            <a:endParaRPr lang="en-US"/>
          </a:p>
        </p:txBody>
      </p:sp>
      <p:pic>
        <p:nvPicPr>
          <p:cNvPr id="10" name="Content Placeholder 9" descr="Hourglass 90% outline">
            <a:extLst>
              <a:ext uri="{FF2B5EF4-FFF2-40B4-BE49-F238E27FC236}">
                <a16:creationId xmlns:a16="http://schemas.microsoft.com/office/drawing/2014/main" id="{2FD86F8A-FBAE-E155-04CE-3EA7BFCCC2EE}"/>
              </a:ext>
            </a:extLst>
          </p:cNvPr>
          <p:cNvPicPr>
            <a:picLocks noGrp="1" noChangeAspect="1"/>
          </p:cNvPicPr>
          <p:nvPr>
            <p:ph sz="quarter" idx="17"/>
          </p:nvPr>
        </p:nvPicPr>
        <p:blipFill>
          <a:blip>
            <a:extLst>
              <a:ext uri="{96DAC541-7B7A-43D3-8B79-37D633B846F1}">
                <asvg:svgBlip xmlns:asvg="http://schemas.microsoft.com/office/drawing/2016/SVG/main" r:embed="rId2"/>
              </a:ext>
            </a:extLst>
          </a:blip>
          <a:stretch>
            <a:fillRect/>
          </a:stretch>
        </p:blipFill>
        <p:spPr>
          <a:xfrm>
            <a:off x="5352888" y="2687087"/>
            <a:ext cx="1483826" cy="1483826"/>
          </a:xfrm>
        </p:spPr>
      </p:pic>
      <p:sp>
        <p:nvSpPr>
          <p:cNvPr id="7" name="Footer Placeholder 6">
            <a:extLst>
              <a:ext uri="{FF2B5EF4-FFF2-40B4-BE49-F238E27FC236}">
                <a16:creationId xmlns:a16="http://schemas.microsoft.com/office/drawing/2014/main" id="{8618F43B-1A08-3731-279B-B07696004605}"/>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sp>
        <p:nvSpPr>
          <p:cNvPr id="8" name="Content Placeholder 4">
            <a:extLst>
              <a:ext uri="{FF2B5EF4-FFF2-40B4-BE49-F238E27FC236}">
                <a16:creationId xmlns:a16="http://schemas.microsoft.com/office/drawing/2014/main" id="{EB1520A0-488F-4869-4DB2-03166C8139E6}"/>
              </a:ext>
            </a:extLst>
          </p:cNvPr>
          <p:cNvSpPr txBox="1">
            <a:spLocks/>
          </p:cNvSpPr>
          <p:nvPr/>
        </p:nvSpPr>
        <p:spPr>
          <a:xfrm>
            <a:off x="550801" y="1449387"/>
            <a:ext cx="11088000" cy="471510"/>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DE" sz="3200" b="1" dirty="0"/>
              <a:t>Find me the next unicorn!</a:t>
            </a:r>
          </a:p>
        </p:txBody>
      </p:sp>
      <p:sp>
        <p:nvSpPr>
          <p:cNvPr id="11" name="Content Placeholder 4">
            <a:extLst>
              <a:ext uri="{FF2B5EF4-FFF2-40B4-BE49-F238E27FC236}">
                <a16:creationId xmlns:a16="http://schemas.microsoft.com/office/drawing/2014/main" id="{72881D9C-A9F3-92D9-50F7-1202050F2E69}"/>
              </a:ext>
            </a:extLst>
          </p:cNvPr>
          <p:cNvSpPr txBox="1">
            <a:spLocks/>
          </p:cNvSpPr>
          <p:nvPr/>
        </p:nvSpPr>
        <p:spPr>
          <a:xfrm>
            <a:off x="550801" y="4465593"/>
            <a:ext cx="11088000" cy="471510"/>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DE" sz="2400" b="1" dirty="0"/>
              <a:t>Results are good, but can I make them better?</a:t>
            </a:r>
          </a:p>
        </p:txBody>
      </p:sp>
      <p:sp>
        <p:nvSpPr>
          <p:cNvPr id="12" name="Content Placeholder 4">
            <a:extLst>
              <a:ext uri="{FF2B5EF4-FFF2-40B4-BE49-F238E27FC236}">
                <a16:creationId xmlns:a16="http://schemas.microsoft.com/office/drawing/2014/main" id="{0072A402-D3A4-9587-B1BB-B1A231C7DF19}"/>
              </a:ext>
            </a:extLst>
          </p:cNvPr>
          <p:cNvSpPr txBox="1">
            <a:spLocks/>
          </p:cNvSpPr>
          <p:nvPr/>
        </p:nvSpPr>
        <p:spPr>
          <a:xfrm>
            <a:off x="550801" y="5135634"/>
            <a:ext cx="11088000" cy="822502"/>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DE" dirty="0"/>
              <a:t>Instead of using a single agent, you can use a team of agents </a:t>
            </a:r>
            <a:r>
              <a:rPr lang="en-GB" dirty="0"/>
              <a:t>because they allow complex problem solving through collective intelligence. </a:t>
            </a:r>
            <a:endParaRPr lang="en-DE" dirty="0"/>
          </a:p>
        </p:txBody>
      </p:sp>
    </p:spTree>
    <p:extLst>
      <p:ext uri="{BB962C8B-B14F-4D97-AF65-F5344CB8AC3E}">
        <p14:creationId xmlns:p14="http://schemas.microsoft.com/office/powerpoint/2010/main" val="2657937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17D6C-038D-6132-5DAE-DEB89B8CDB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997DF-A3D9-4CC3-A2AD-FA57B7EFCCA1}"/>
              </a:ext>
            </a:extLst>
          </p:cNvPr>
          <p:cNvSpPr>
            <a:spLocks noGrp="1"/>
          </p:cNvSpPr>
          <p:nvPr>
            <p:ph type="title"/>
          </p:nvPr>
        </p:nvSpPr>
        <p:spPr/>
        <p:txBody>
          <a:bodyPr/>
          <a:lstStyle/>
          <a:p>
            <a:r>
              <a:rPr lang="en-DE" dirty="0"/>
              <a:t>Motivation of multi-agent systems</a:t>
            </a:r>
          </a:p>
        </p:txBody>
      </p:sp>
      <p:sp>
        <p:nvSpPr>
          <p:cNvPr id="3" name="Date Placeholder 2">
            <a:extLst>
              <a:ext uri="{FF2B5EF4-FFF2-40B4-BE49-F238E27FC236}">
                <a16:creationId xmlns:a16="http://schemas.microsoft.com/office/drawing/2014/main" id="{5387483F-889A-7678-689C-6221A5805898}"/>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D38CA538-BEA1-2082-FC69-AF4CDD2F7C7C}"/>
              </a:ext>
            </a:extLst>
          </p:cNvPr>
          <p:cNvSpPr>
            <a:spLocks noGrp="1"/>
          </p:cNvSpPr>
          <p:nvPr>
            <p:ph type="sldNum" sz="quarter" idx="12"/>
          </p:nvPr>
        </p:nvSpPr>
        <p:spPr/>
        <p:txBody>
          <a:bodyPr/>
          <a:lstStyle/>
          <a:p>
            <a:fld id="{64647E8F-5052-4581-98D0-7C32D5A45346}" type="slidenum">
              <a:rPr lang="en-US" smtClean="0"/>
              <a:pPr/>
              <a:t>5</a:t>
            </a:fld>
            <a:endParaRPr lang="en-US"/>
          </a:p>
        </p:txBody>
      </p:sp>
      <p:sp>
        <p:nvSpPr>
          <p:cNvPr id="7" name="Footer Placeholder 6">
            <a:extLst>
              <a:ext uri="{FF2B5EF4-FFF2-40B4-BE49-F238E27FC236}">
                <a16:creationId xmlns:a16="http://schemas.microsoft.com/office/drawing/2014/main" id="{2245E59D-4D00-034E-7D5B-D3B9852C6720}"/>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sp>
        <p:nvSpPr>
          <p:cNvPr id="19" name="Content Placeholder 18">
            <a:extLst>
              <a:ext uri="{FF2B5EF4-FFF2-40B4-BE49-F238E27FC236}">
                <a16:creationId xmlns:a16="http://schemas.microsoft.com/office/drawing/2014/main" id="{A38BCC5B-B89F-5332-A24F-7E2495D4EC00}"/>
              </a:ext>
            </a:extLst>
          </p:cNvPr>
          <p:cNvSpPr>
            <a:spLocks noGrp="1"/>
          </p:cNvSpPr>
          <p:nvPr>
            <p:ph sz="quarter" idx="17"/>
          </p:nvPr>
        </p:nvSpPr>
        <p:spPr/>
        <p:txBody>
          <a:bodyPr/>
          <a:lstStyle/>
          <a:p>
            <a:endParaRPr lang="en-DE"/>
          </a:p>
        </p:txBody>
      </p:sp>
      <p:sp>
        <p:nvSpPr>
          <p:cNvPr id="21" name="Content Placeholder 4">
            <a:extLst>
              <a:ext uri="{FF2B5EF4-FFF2-40B4-BE49-F238E27FC236}">
                <a16:creationId xmlns:a16="http://schemas.microsoft.com/office/drawing/2014/main" id="{ED35A724-6641-200F-44F3-95E4F47700B9}"/>
              </a:ext>
            </a:extLst>
          </p:cNvPr>
          <p:cNvSpPr>
            <a:spLocks noGrp="1"/>
          </p:cNvSpPr>
          <p:nvPr>
            <p:ph sz="quarter" idx="13"/>
          </p:nvPr>
        </p:nvSpPr>
        <p:spPr>
          <a:xfrm>
            <a:off x="550801" y="1449387"/>
            <a:ext cx="11088000" cy="477736"/>
          </a:xfrm>
        </p:spPr>
        <p:txBody>
          <a:bodyPr/>
          <a:lstStyle/>
          <a:p>
            <a:pPr marL="0" indent="0" algn="ctr">
              <a:buNone/>
            </a:pPr>
            <a:r>
              <a:rPr lang="en-DE" sz="3200" b="1" dirty="0"/>
              <a:t>Find me the next unicorn!</a:t>
            </a:r>
          </a:p>
        </p:txBody>
      </p:sp>
      <p:grpSp>
        <p:nvGrpSpPr>
          <p:cNvPr id="10" name="Group 9">
            <a:extLst>
              <a:ext uri="{FF2B5EF4-FFF2-40B4-BE49-F238E27FC236}">
                <a16:creationId xmlns:a16="http://schemas.microsoft.com/office/drawing/2014/main" id="{144F74C9-5E39-263F-DE72-DDF36F16069B}"/>
              </a:ext>
            </a:extLst>
          </p:cNvPr>
          <p:cNvGrpSpPr/>
          <p:nvPr/>
        </p:nvGrpSpPr>
        <p:grpSpPr>
          <a:xfrm>
            <a:off x="486260" y="2744586"/>
            <a:ext cx="2340000" cy="2880320"/>
            <a:chOff x="486260" y="2744586"/>
            <a:chExt cx="2340000" cy="2880320"/>
          </a:xfrm>
        </p:grpSpPr>
        <p:pic>
          <p:nvPicPr>
            <p:cNvPr id="22" name="Graphic 21" descr="Robot outline">
              <a:extLst>
                <a:ext uri="{FF2B5EF4-FFF2-40B4-BE49-F238E27FC236}">
                  <a16:creationId xmlns:a16="http://schemas.microsoft.com/office/drawing/2014/main" id="{464BB814-A8F5-12D8-1357-882FFFF3D2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1498" y="3119670"/>
              <a:ext cx="1609525" cy="1609525"/>
            </a:xfrm>
            <a:prstGeom prst="rect">
              <a:avLst/>
            </a:prstGeom>
          </p:spPr>
        </p:pic>
        <p:sp>
          <p:nvSpPr>
            <p:cNvPr id="26" name="TextBox 25">
              <a:extLst>
                <a:ext uri="{FF2B5EF4-FFF2-40B4-BE49-F238E27FC236}">
                  <a16:creationId xmlns:a16="http://schemas.microsoft.com/office/drawing/2014/main" id="{EB6E809A-8B1F-9371-50D3-D7FFBC3C5F31}"/>
                </a:ext>
              </a:extLst>
            </p:cNvPr>
            <p:cNvSpPr txBox="1"/>
            <p:nvPr/>
          </p:nvSpPr>
          <p:spPr>
            <a:xfrm>
              <a:off x="1009431" y="2744586"/>
              <a:ext cx="1293658" cy="243370"/>
            </a:xfrm>
            <a:prstGeom prst="rect">
              <a:avLst/>
            </a:prstGeom>
          </p:spPr>
          <p:txBody>
            <a:bodyPr vert="horz" wrap="square" lIns="0" tIns="0" rIns="0" bIns="0" rtlCol="0">
              <a:noAutofit/>
            </a:bodyPr>
            <a:lstStyle/>
            <a:p>
              <a:pPr algn="ctr"/>
              <a:r>
                <a:rPr lang="en-DE" sz="1600" b="1" dirty="0">
                  <a:solidFill>
                    <a:schemeClr val="accent3">
                      <a:lumMod val="75000"/>
                    </a:schemeClr>
                  </a:solidFill>
                </a:rPr>
                <a:t>Trend Scout</a:t>
              </a:r>
            </a:p>
          </p:txBody>
        </p:sp>
        <p:sp>
          <p:nvSpPr>
            <p:cNvPr id="5" name="TextBox 4">
              <a:extLst>
                <a:ext uri="{FF2B5EF4-FFF2-40B4-BE49-F238E27FC236}">
                  <a16:creationId xmlns:a16="http://schemas.microsoft.com/office/drawing/2014/main" id="{478245BC-7842-F5F8-3396-921EF1C60919}"/>
                </a:ext>
              </a:extLst>
            </p:cNvPr>
            <p:cNvSpPr txBox="1"/>
            <p:nvPr/>
          </p:nvSpPr>
          <p:spPr>
            <a:xfrm>
              <a:off x="486260" y="4724906"/>
              <a:ext cx="2340000" cy="900000"/>
            </a:xfrm>
            <a:prstGeom prst="roundRect">
              <a:avLst/>
            </a:prstGeom>
            <a:solidFill>
              <a:srgbClr val="D8E5EE"/>
            </a:solidFill>
            <a:ln>
              <a:solidFill>
                <a:schemeClr val="tx1">
                  <a:lumMod val="50000"/>
                  <a:lumOff val="50000"/>
                </a:schemeClr>
              </a:solidFill>
            </a:ln>
          </p:spPr>
          <p:txBody>
            <a:bodyPr vert="horz" wrap="square" lIns="0" tIns="0" rIns="0" bIns="0" rtlCol="0">
              <a:noAutofit/>
            </a:bodyPr>
            <a:lstStyle/>
            <a:p>
              <a:pPr algn="ctr"/>
              <a:r>
                <a:rPr lang="en-GB" sz="1400" dirty="0">
                  <a:solidFill>
                    <a:schemeClr val="accent3">
                      <a:lumMod val="75000"/>
                    </a:schemeClr>
                  </a:solidFill>
                </a:rPr>
                <a:t>Track technological shifts, regulation, consumer behaviour, and emerging markets.</a:t>
              </a:r>
              <a:endParaRPr lang="en-DE" sz="1400" dirty="0">
                <a:solidFill>
                  <a:schemeClr val="accent3">
                    <a:lumMod val="75000"/>
                  </a:schemeClr>
                </a:solidFill>
              </a:endParaRPr>
            </a:p>
          </p:txBody>
        </p:sp>
      </p:grpSp>
      <p:grpSp>
        <p:nvGrpSpPr>
          <p:cNvPr id="11" name="Group 10">
            <a:extLst>
              <a:ext uri="{FF2B5EF4-FFF2-40B4-BE49-F238E27FC236}">
                <a16:creationId xmlns:a16="http://schemas.microsoft.com/office/drawing/2014/main" id="{C46291BD-B6AC-8EE0-79B3-9413A4BF47D4}"/>
              </a:ext>
            </a:extLst>
          </p:cNvPr>
          <p:cNvGrpSpPr/>
          <p:nvPr/>
        </p:nvGrpSpPr>
        <p:grpSpPr>
          <a:xfrm>
            <a:off x="3443226" y="2744586"/>
            <a:ext cx="2340000" cy="2880320"/>
            <a:chOff x="3245743" y="2744586"/>
            <a:chExt cx="2340000" cy="2880320"/>
          </a:xfrm>
        </p:grpSpPr>
        <p:pic>
          <p:nvPicPr>
            <p:cNvPr id="24" name="Graphic 23" descr="Robot outline">
              <a:extLst>
                <a:ext uri="{FF2B5EF4-FFF2-40B4-BE49-F238E27FC236}">
                  <a16:creationId xmlns:a16="http://schemas.microsoft.com/office/drawing/2014/main" id="{C32CA498-3B95-13D2-0670-F06B24C715A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10981" y="3119670"/>
              <a:ext cx="1609525" cy="1609525"/>
            </a:xfrm>
            <a:prstGeom prst="rect">
              <a:avLst/>
            </a:prstGeom>
          </p:spPr>
        </p:pic>
        <p:sp>
          <p:nvSpPr>
            <p:cNvPr id="27" name="TextBox 26">
              <a:extLst>
                <a:ext uri="{FF2B5EF4-FFF2-40B4-BE49-F238E27FC236}">
                  <a16:creationId xmlns:a16="http://schemas.microsoft.com/office/drawing/2014/main" id="{B5EEDF4C-4043-0ADD-F463-143276FBCE31}"/>
                </a:ext>
              </a:extLst>
            </p:cNvPr>
            <p:cNvSpPr txBox="1"/>
            <p:nvPr/>
          </p:nvSpPr>
          <p:spPr>
            <a:xfrm>
              <a:off x="3610981" y="2744586"/>
              <a:ext cx="1609525" cy="243370"/>
            </a:xfrm>
            <a:prstGeom prst="rect">
              <a:avLst/>
            </a:prstGeom>
          </p:spPr>
          <p:txBody>
            <a:bodyPr vert="horz" wrap="square" lIns="0" tIns="0" rIns="0" bIns="0" rtlCol="0">
              <a:noAutofit/>
            </a:bodyPr>
            <a:lstStyle/>
            <a:p>
              <a:pPr algn="ctr"/>
              <a:r>
                <a:rPr lang="en-DE" sz="1600" b="1" dirty="0">
                  <a:solidFill>
                    <a:schemeClr val="accent3">
                      <a:lumMod val="75000"/>
                    </a:schemeClr>
                  </a:solidFill>
                </a:rPr>
                <a:t>Problem Hunter</a:t>
              </a:r>
            </a:p>
          </p:txBody>
        </p:sp>
        <p:sp>
          <p:nvSpPr>
            <p:cNvPr id="6" name="TextBox 5">
              <a:extLst>
                <a:ext uri="{FF2B5EF4-FFF2-40B4-BE49-F238E27FC236}">
                  <a16:creationId xmlns:a16="http://schemas.microsoft.com/office/drawing/2014/main" id="{4414D688-0B34-29B1-E371-EC3D1A49DB57}"/>
                </a:ext>
              </a:extLst>
            </p:cNvPr>
            <p:cNvSpPr txBox="1"/>
            <p:nvPr/>
          </p:nvSpPr>
          <p:spPr>
            <a:xfrm>
              <a:off x="3245743" y="4724906"/>
              <a:ext cx="2340000" cy="900000"/>
            </a:xfrm>
            <a:prstGeom prst="roundRect">
              <a:avLst/>
            </a:prstGeom>
            <a:solidFill>
              <a:srgbClr val="D8E5EE"/>
            </a:solidFill>
            <a:ln>
              <a:solidFill>
                <a:schemeClr val="tx1">
                  <a:lumMod val="50000"/>
                  <a:lumOff val="50000"/>
                </a:schemeClr>
              </a:solidFill>
            </a:ln>
          </p:spPr>
          <p:txBody>
            <a:bodyPr vert="horz" wrap="square" lIns="0" tIns="0" rIns="0" bIns="0" rtlCol="0">
              <a:noAutofit/>
            </a:bodyPr>
            <a:lstStyle/>
            <a:p>
              <a:pPr algn="ctr"/>
              <a:r>
                <a:rPr lang="en-GB" sz="1400" dirty="0">
                  <a:solidFill>
                    <a:schemeClr val="accent3">
                      <a:lumMod val="75000"/>
                    </a:schemeClr>
                  </a:solidFill>
                </a:rPr>
                <a:t>Look for painful, frequent, expensive problems faced by specific customer groups.</a:t>
              </a:r>
              <a:endParaRPr lang="en-DE" sz="1400" dirty="0">
                <a:solidFill>
                  <a:schemeClr val="accent3">
                    <a:lumMod val="75000"/>
                  </a:schemeClr>
                </a:solidFill>
              </a:endParaRPr>
            </a:p>
          </p:txBody>
        </p:sp>
      </p:grpSp>
      <p:grpSp>
        <p:nvGrpSpPr>
          <p:cNvPr id="12" name="Group 11">
            <a:extLst>
              <a:ext uri="{FF2B5EF4-FFF2-40B4-BE49-F238E27FC236}">
                <a16:creationId xmlns:a16="http://schemas.microsoft.com/office/drawing/2014/main" id="{067C95F5-DE04-F413-BB85-3076FC8640AA}"/>
              </a:ext>
            </a:extLst>
          </p:cNvPr>
          <p:cNvGrpSpPr/>
          <p:nvPr/>
        </p:nvGrpSpPr>
        <p:grpSpPr>
          <a:xfrm>
            <a:off x="6400192" y="2744586"/>
            <a:ext cx="2340000" cy="2884609"/>
            <a:chOff x="6354325" y="2744586"/>
            <a:chExt cx="2340000" cy="2884609"/>
          </a:xfrm>
        </p:grpSpPr>
        <p:pic>
          <p:nvPicPr>
            <p:cNvPr id="25" name="Graphic 24" descr="Robot outline">
              <a:extLst>
                <a:ext uri="{FF2B5EF4-FFF2-40B4-BE49-F238E27FC236}">
                  <a16:creationId xmlns:a16="http://schemas.microsoft.com/office/drawing/2014/main" id="{747BBDEE-8A01-2B54-170B-C21B460B956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19563" y="3119670"/>
              <a:ext cx="1609525" cy="1609525"/>
            </a:xfrm>
            <a:prstGeom prst="rect">
              <a:avLst/>
            </a:prstGeom>
          </p:spPr>
        </p:pic>
        <p:sp>
          <p:nvSpPr>
            <p:cNvPr id="28" name="TextBox 27">
              <a:extLst>
                <a:ext uri="{FF2B5EF4-FFF2-40B4-BE49-F238E27FC236}">
                  <a16:creationId xmlns:a16="http://schemas.microsoft.com/office/drawing/2014/main" id="{39E9E21D-ED72-D08B-3019-D3D78135D498}"/>
                </a:ext>
              </a:extLst>
            </p:cNvPr>
            <p:cNvSpPr txBox="1"/>
            <p:nvPr/>
          </p:nvSpPr>
          <p:spPr>
            <a:xfrm>
              <a:off x="6584312" y="2744586"/>
              <a:ext cx="1880027" cy="243370"/>
            </a:xfrm>
            <a:prstGeom prst="rect">
              <a:avLst/>
            </a:prstGeom>
          </p:spPr>
          <p:txBody>
            <a:bodyPr vert="horz" wrap="square" lIns="0" tIns="0" rIns="0" bIns="0" rtlCol="0">
              <a:noAutofit/>
            </a:bodyPr>
            <a:lstStyle/>
            <a:p>
              <a:pPr algn="l"/>
              <a:r>
                <a:rPr lang="en-DE" sz="1600" b="1" dirty="0">
                  <a:solidFill>
                    <a:schemeClr val="accent3">
                      <a:lumMod val="75000"/>
                    </a:schemeClr>
                  </a:solidFill>
                </a:rPr>
                <a:t>Competitor Analyst</a:t>
              </a:r>
            </a:p>
          </p:txBody>
        </p:sp>
        <p:sp>
          <p:nvSpPr>
            <p:cNvPr id="8" name="TextBox 7">
              <a:extLst>
                <a:ext uri="{FF2B5EF4-FFF2-40B4-BE49-F238E27FC236}">
                  <a16:creationId xmlns:a16="http://schemas.microsoft.com/office/drawing/2014/main" id="{24F44223-B66E-AE18-FBDA-293CCA622972}"/>
                </a:ext>
              </a:extLst>
            </p:cNvPr>
            <p:cNvSpPr txBox="1"/>
            <p:nvPr/>
          </p:nvSpPr>
          <p:spPr>
            <a:xfrm>
              <a:off x="6354325" y="4729195"/>
              <a:ext cx="2340000" cy="900000"/>
            </a:xfrm>
            <a:prstGeom prst="roundRect">
              <a:avLst/>
            </a:prstGeom>
            <a:solidFill>
              <a:srgbClr val="D8E5EE"/>
            </a:solidFill>
            <a:ln>
              <a:solidFill>
                <a:schemeClr val="tx1">
                  <a:lumMod val="50000"/>
                  <a:lumOff val="50000"/>
                </a:schemeClr>
              </a:solidFill>
            </a:ln>
          </p:spPr>
          <p:txBody>
            <a:bodyPr vert="horz" wrap="square" lIns="0" tIns="0" rIns="0" bIns="0" rtlCol="0">
              <a:noAutofit/>
            </a:bodyPr>
            <a:lstStyle/>
            <a:p>
              <a:pPr algn="ctr"/>
              <a:r>
                <a:rPr lang="en-GB" sz="1400" dirty="0">
                  <a:solidFill>
                    <a:schemeClr val="accent3">
                      <a:lumMod val="75000"/>
                    </a:schemeClr>
                  </a:solidFill>
                </a:rPr>
                <a:t>Map existing companies, substitutes, failed attempts, and barriers to entry</a:t>
              </a:r>
              <a:endParaRPr lang="en-DE" sz="1400" dirty="0">
                <a:solidFill>
                  <a:schemeClr val="accent3">
                    <a:lumMod val="75000"/>
                  </a:schemeClr>
                </a:solidFill>
              </a:endParaRPr>
            </a:p>
          </p:txBody>
        </p:sp>
      </p:grpSp>
      <p:grpSp>
        <p:nvGrpSpPr>
          <p:cNvPr id="13" name="Group 12">
            <a:extLst>
              <a:ext uri="{FF2B5EF4-FFF2-40B4-BE49-F238E27FC236}">
                <a16:creationId xmlns:a16="http://schemas.microsoft.com/office/drawing/2014/main" id="{780FA091-AC2B-7ECF-A598-C77D57958D5D}"/>
              </a:ext>
            </a:extLst>
          </p:cNvPr>
          <p:cNvGrpSpPr/>
          <p:nvPr/>
        </p:nvGrpSpPr>
        <p:grpSpPr>
          <a:xfrm>
            <a:off x="9357157" y="2744586"/>
            <a:ext cx="2340000" cy="2884609"/>
            <a:chOff x="9357157" y="2744586"/>
            <a:chExt cx="2340000" cy="2884609"/>
          </a:xfrm>
        </p:grpSpPr>
        <p:pic>
          <p:nvPicPr>
            <p:cNvPr id="23" name="Graphic 22" descr="Robot outline">
              <a:extLst>
                <a:ext uri="{FF2B5EF4-FFF2-40B4-BE49-F238E27FC236}">
                  <a16:creationId xmlns:a16="http://schemas.microsoft.com/office/drawing/2014/main" id="{7AC5001D-C7D0-3E66-EE1C-13E99B19C1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22395" y="3119670"/>
              <a:ext cx="1609525" cy="1609525"/>
            </a:xfrm>
            <a:prstGeom prst="rect">
              <a:avLst/>
            </a:prstGeom>
          </p:spPr>
        </p:pic>
        <p:sp>
          <p:nvSpPr>
            <p:cNvPr id="29" name="TextBox 28">
              <a:extLst>
                <a:ext uri="{FF2B5EF4-FFF2-40B4-BE49-F238E27FC236}">
                  <a16:creationId xmlns:a16="http://schemas.microsoft.com/office/drawing/2014/main" id="{06E74408-448A-D4CF-F479-A0A96CE4F36B}"/>
                </a:ext>
              </a:extLst>
            </p:cNvPr>
            <p:cNvSpPr txBox="1"/>
            <p:nvPr/>
          </p:nvSpPr>
          <p:spPr>
            <a:xfrm>
              <a:off x="9659564" y="2744586"/>
              <a:ext cx="1735187" cy="243370"/>
            </a:xfrm>
            <a:prstGeom prst="rect">
              <a:avLst/>
            </a:prstGeom>
          </p:spPr>
          <p:txBody>
            <a:bodyPr vert="horz" wrap="square" lIns="0" tIns="0" rIns="0" bIns="0" rtlCol="0">
              <a:noAutofit/>
            </a:bodyPr>
            <a:lstStyle/>
            <a:p>
              <a:pPr algn="l"/>
              <a:r>
                <a:rPr lang="en-DE" sz="1600" b="1" dirty="0">
                  <a:solidFill>
                    <a:schemeClr val="accent3">
                      <a:lumMod val="75000"/>
                    </a:schemeClr>
                  </a:solidFill>
                </a:rPr>
                <a:t>Venture Strategist</a:t>
              </a:r>
            </a:p>
          </p:txBody>
        </p:sp>
        <p:sp>
          <p:nvSpPr>
            <p:cNvPr id="9" name="TextBox 8">
              <a:extLst>
                <a:ext uri="{FF2B5EF4-FFF2-40B4-BE49-F238E27FC236}">
                  <a16:creationId xmlns:a16="http://schemas.microsoft.com/office/drawing/2014/main" id="{47EFA981-8280-739F-75EF-E866FF490C99}"/>
                </a:ext>
              </a:extLst>
            </p:cNvPr>
            <p:cNvSpPr txBox="1"/>
            <p:nvPr/>
          </p:nvSpPr>
          <p:spPr>
            <a:xfrm>
              <a:off x="9357157" y="4729195"/>
              <a:ext cx="2340000" cy="900000"/>
            </a:xfrm>
            <a:prstGeom prst="roundRect">
              <a:avLst/>
            </a:prstGeom>
            <a:solidFill>
              <a:srgbClr val="D8E5EE"/>
            </a:solidFill>
            <a:ln>
              <a:solidFill>
                <a:schemeClr val="tx1">
                  <a:lumMod val="50000"/>
                  <a:lumOff val="50000"/>
                </a:schemeClr>
              </a:solidFill>
            </a:ln>
          </p:spPr>
          <p:txBody>
            <a:bodyPr vert="horz" wrap="square" lIns="0" tIns="0" rIns="0" bIns="0" rtlCol="0">
              <a:noAutofit/>
            </a:bodyPr>
            <a:lstStyle/>
            <a:p>
              <a:pPr algn="ctr"/>
              <a:r>
                <a:rPr lang="en-GB" sz="1400" dirty="0">
                  <a:solidFill>
                    <a:schemeClr val="accent3">
                      <a:lumMod val="75000"/>
                    </a:schemeClr>
                  </a:solidFill>
                </a:rPr>
                <a:t>Assess market size, willingness to pay, scalability, timing, and plausibility</a:t>
              </a:r>
              <a:endParaRPr lang="en-DE" sz="1400" dirty="0">
                <a:solidFill>
                  <a:schemeClr val="accent3">
                    <a:lumMod val="75000"/>
                  </a:schemeClr>
                </a:solidFill>
              </a:endParaRPr>
            </a:p>
          </p:txBody>
        </p:sp>
      </p:grpSp>
    </p:spTree>
    <p:extLst>
      <p:ext uri="{BB962C8B-B14F-4D97-AF65-F5344CB8AC3E}">
        <p14:creationId xmlns:p14="http://schemas.microsoft.com/office/powerpoint/2010/main" val="2355493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107C7-4A21-1AA6-86FD-5928FF9F6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C063E-70BE-275E-B8CE-393E85654111}"/>
              </a:ext>
            </a:extLst>
          </p:cNvPr>
          <p:cNvSpPr>
            <a:spLocks noGrp="1"/>
          </p:cNvSpPr>
          <p:nvPr>
            <p:ph type="title"/>
          </p:nvPr>
        </p:nvSpPr>
        <p:spPr/>
        <p:txBody>
          <a:bodyPr/>
          <a:lstStyle/>
          <a:p>
            <a:r>
              <a:rPr lang="en-DE" dirty="0"/>
              <a:t>Problem with multi-agent systems</a:t>
            </a:r>
          </a:p>
        </p:txBody>
      </p:sp>
      <p:sp>
        <p:nvSpPr>
          <p:cNvPr id="3" name="Date Placeholder 2">
            <a:extLst>
              <a:ext uri="{FF2B5EF4-FFF2-40B4-BE49-F238E27FC236}">
                <a16:creationId xmlns:a16="http://schemas.microsoft.com/office/drawing/2014/main" id="{A6C40BDB-F9E1-54EB-1B9C-93C7A52981AD}"/>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AEBD41A7-1DB4-B88B-0E99-0A5B9E794B49}"/>
              </a:ext>
            </a:extLst>
          </p:cNvPr>
          <p:cNvSpPr>
            <a:spLocks noGrp="1"/>
          </p:cNvSpPr>
          <p:nvPr>
            <p:ph type="sldNum" sz="quarter" idx="12"/>
          </p:nvPr>
        </p:nvSpPr>
        <p:spPr/>
        <p:txBody>
          <a:bodyPr/>
          <a:lstStyle/>
          <a:p>
            <a:fld id="{64647E8F-5052-4581-98D0-7C32D5A45346}" type="slidenum">
              <a:rPr lang="en-US" smtClean="0"/>
              <a:pPr/>
              <a:t>6</a:t>
            </a:fld>
            <a:endParaRPr lang="en-US"/>
          </a:p>
        </p:txBody>
      </p:sp>
      <p:pic>
        <p:nvPicPr>
          <p:cNvPr id="10" name="Content Placeholder 9" descr="Hourglass 90% outline">
            <a:extLst>
              <a:ext uri="{FF2B5EF4-FFF2-40B4-BE49-F238E27FC236}">
                <a16:creationId xmlns:a16="http://schemas.microsoft.com/office/drawing/2014/main" id="{6BAE9EFF-E98C-049E-5FE2-5F7FAB74F8F3}"/>
              </a:ext>
            </a:extLst>
          </p:cNvPr>
          <p:cNvPicPr>
            <a:picLocks noGrp="1" noChangeAspect="1"/>
          </p:cNvPicPr>
          <p:nvPr>
            <p:ph sz="quarter" idx="17"/>
          </p:nvPr>
        </p:nvPicPr>
        <p:blipFill>
          <a:blip>
            <a:extLst>
              <a:ext uri="{96DAC541-7B7A-43D3-8B79-37D633B846F1}">
                <asvg:svgBlip xmlns:asvg="http://schemas.microsoft.com/office/drawing/2016/SVG/main" r:embed="rId2"/>
              </a:ext>
            </a:extLst>
          </a:blip>
          <a:stretch>
            <a:fillRect/>
          </a:stretch>
        </p:blipFill>
        <p:spPr>
          <a:xfrm>
            <a:off x="5352888" y="2687087"/>
            <a:ext cx="1483826" cy="1483826"/>
          </a:xfrm>
        </p:spPr>
      </p:pic>
      <p:sp>
        <p:nvSpPr>
          <p:cNvPr id="7" name="Footer Placeholder 6">
            <a:extLst>
              <a:ext uri="{FF2B5EF4-FFF2-40B4-BE49-F238E27FC236}">
                <a16:creationId xmlns:a16="http://schemas.microsoft.com/office/drawing/2014/main" id="{76673A50-4EAA-C45D-0560-C66066D12DD4}"/>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sp>
        <p:nvSpPr>
          <p:cNvPr id="8" name="Content Placeholder 4">
            <a:extLst>
              <a:ext uri="{FF2B5EF4-FFF2-40B4-BE49-F238E27FC236}">
                <a16:creationId xmlns:a16="http://schemas.microsoft.com/office/drawing/2014/main" id="{CAFBB4B9-9563-A914-4052-B15D5838539A}"/>
              </a:ext>
            </a:extLst>
          </p:cNvPr>
          <p:cNvSpPr txBox="1">
            <a:spLocks/>
          </p:cNvSpPr>
          <p:nvPr/>
        </p:nvSpPr>
        <p:spPr>
          <a:xfrm>
            <a:off x="550801" y="1449387"/>
            <a:ext cx="11088000" cy="471510"/>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DE" sz="3200" b="1" dirty="0"/>
              <a:t>Find me the next unicorn!</a:t>
            </a:r>
          </a:p>
        </p:txBody>
      </p:sp>
      <p:sp>
        <p:nvSpPr>
          <p:cNvPr id="5" name="Content Placeholder 4">
            <a:extLst>
              <a:ext uri="{FF2B5EF4-FFF2-40B4-BE49-F238E27FC236}">
                <a16:creationId xmlns:a16="http://schemas.microsoft.com/office/drawing/2014/main" id="{39ABE0B5-75C8-ECDE-6E17-974880FEA1F0}"/>
              </a:ext>
            </a:extLst>
          </p:cNvPr>
          <p:cNvSpPr txBox="1">
            <a:spLocks/>
          </p:cNvSpPr>
          <p:nvPr/>
        </p:nvSpPr>
        <p:spPr>
          <a:xfrm>
            <a:off x="550801" y="4465593"/>
            <a:ext cx="11088000" cy="471510"/>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DE" sz="2400" b="1" dirty="0"/>
              <a:t>Results are worse (Smit et al., 2024)?!</a:t>
            </a:r>
          </a:p>
        </p:txBody>
      </p:sp>
      <p:sp>
        <p:nvSpPr>
          <p:cNvPr id="6" name="Content Placeholder 4">
            <a:extLst>
              <a:ext uri="{FF2B5EF4-FFF2-40B4-BE49-F238E27FC236}">
                <a16:creationId xmlns:a16="http://schemas.microsoft.com/office/drawing/2014/main" id="{86263E0F-C68B-7125-02DA-6CC17ACBD50D}"/>
              </a:ext>
            </a:extLst>
          </p:cNvPr>
          <p:cNvSpPr txBox="1">
            <a:spLocks/>
          </p:cNvSpPr>
          <p:nvPr/>
        </p:nvSpPr>
        <p:spPr>
          <a:xfrm>
            <a:off x="550801" y="5135633"/>
            <a:ext cx="11088000" cy="1078353"/>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GB" dirty="0"/>
              <a:t>Mere presence of multiple agents does not guarantee effective and efficient collaboration (Tambe, 1997; Knop et al., 2026). This is consistent with research on human teams. Collective performance depends not only on individual member resources, but also on team processes through which members coordinate their actions and combine their resources (Kozlowski &amp; Ilgen, 2006; Marks et al., 2001). As LLM-based agents produce human-like communicative behaviour, one might use human team cognition theory as a </a:t>
            </a:r>
            <a:r>
              <a:rPr lang="en-GB" dirty="0" err="1"/>
              <a:t>lense</a:t>
            </a:r>
            <a:r>
              <a:rPr lang="en-GB" dirty="0"/>
              <a:t> on how to reach the potential of collective performance in MAS.</a:t>
            </a:r>
            <a:endParaRPr lang="en-DE" dirty="0"/>
          </a:p>
        </p:txBody>
      </p:sp>
    </p:spTree>
    <p:extLst>
      <p:ext uri="{BB962C8B-B14F-4D97-AF65-F5344CB8AC3E}">
        <p14:creationId xmlns:p14="http://schemas.microsoft.com/office/powerpoint/2010/main" val="4147497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7107F-FBBB-44E7-BCD9-5789C9F2E81D}"/>
              </a:ext>
            </a:extLst>
          </p:cNvPr>
          <p:cNvSpPr>
            <a:spLocks noGrp="1"/>
          </p:cNvSpPr>
          <p:nvPr>
            <p:ph type="title"/>
          </p:nvPr>
        </p:nvSpPr>
        <p:spPr>
          <a:xfrm>
            <a:off x="550863" y="407195"/>
            <a:ext cx="8382744" cy="638175"/>
          </a:xfrm>
        </p:spPr>
        <p:txBody>
          <a:bodyPr anchor="b">
            <a:normAutofit/>
          </a:bodyPr>
          <a:lstStyle/>
          <a:p>
            <a:r>
              <a:rPr lang="en-DE" dirty="0"/>
              <a:t>Change behaviour without changing the models parameters?</a:t>
            </a:r>
          </a:p>
        </p:txBody>
      </p:sp>
      <p:sp>
        <p:nvSpPr>
          <p:cNvPr id="3" name="Date Placeholder 2">
            <a:extLst>
              <a:ext uri="{FF2B5EF4-FFF2-40B4-BE49-F238E27FC236}">
                <a16:creationId xmlns:a16="http://schemas.microsoft.com/office/drawing/2014/main" id="{AA80EC9B-FDF2-DCFE-59F2-4485E094045C}"/>
              </a:ext>
            </a:extLst>
          </p:cNvPr>
          <p:cNvSpPr>
            <a:spLocks noGrp="1"/>
          </p:cNvSpPr>
          <p:nvPr>
            <p:ph type="dt" sz="half" idx="10"/>
          </p:nvPr>
        </p:nvSpPr>
        <p:spPr>
          <a:xfrm>
            <a:off x="550863" y="6584720"/>
            <a:ext cx="777407" cy="139606"/>
          </a:xfrm>
        </p:spPr>
        <p:txBody>
          <a:bodyPr anchor="ctr">
            <a:normAutofit/>
          </a:bodyPr>
          <a:lstStyle/>
          <a:p>
            <a:pPr>
              <a:spcAft>
                <a:spcPts val="600"/>
              </a:spcAft>
            </a:pPr>
            <a:fld id="{11EA3923-41DA-41EA-B4F6-AB210C3806FA}" type="datetime1">
              <a:rPr lang="de-DE" smtClean="0"/>
              <a:pPr>
                <a:spcAft>
                  <a:spcPts val="600"/>
                </a:spcAft>
              </a:pPr>
              <a:t>19.10.26</a:t>
            </a:fld>
            <a:endParaRPr lang="en-US"/>
          </a:p>
        </p:txBody>
      </p:sp>
      <p:sp>
        <p:nvSpPr>
          <p:cNvPr id="4" name="Slide Number Placeholder 3">
            <a:extLst>
              <a:ext uri="{FF2B5EF4-FFF2-40B4-BE49-F238E27FC236}">
                <a16:creationId xmlns:a16="http://schemas.microsoft.com/office/drawing/2014/main" id="{015C63F0-AEB7-A6B7-6134-1614B96A073C}"/>
              </a:ext>
            </a:extLst>
          </p:cNvPr>
          <p:cNvSpPr>
            <a:spLocks noGrp="1"/>
          </p:cNvSpPr>
          <p:nvPr>
            <p:ph type="sldNum" sz="quarter" idx="12"/>
          </p:nvPr>
        </p:nvSpPr>
        <p:spPr>
          <a:xfrm>
            <a:off x="11334063" y="6584720"/>
            <a:ext cx="304800" cy="139606"/>
          </a:xfrm>
        </p:spPr>
        <p:txBody>
          <a:bodyPr anchor="ctr">
            <a:normAutofit/>
          </a:bodyPr>
          <a:lstStyle/>
          <a:p>
            <a:pPr>
              <a:spcAft>
                <a:spcPts val="600"/>
              </a:spcAft>
            </a:pPr>
            <a:fld id="{64647E8F-5052-4581-98D0-7C32D5A45346}" type="slidenum">
              <a:rPr lang="en-US" smtClean="0"/>
              <a:pPr>
                <a:spcAft>
                  <a:spcPts val="600"/>
                </a:spcAft>
              </a:pPr>
              <a:t>7</a:t>
            </a:fld>
            <a:endParaRPr lang="en-US"/>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46DA8AC-4AC9-7E41-6964-63B70E09BBF8}"/>
                  </a:ext>
                </a:extLst>
              </p:cNvPr>
              <p:cNvSpPr>
                <a:spLocks noGrp="1"/>
              </p:cNvSpPr>
              <p:nvPr>
                <p:ph sz="quarter" idx="13"/>
              </p:nvPr>
            </p:nvSpPr>
            <p:spPr>
              <a:xfrm>
                <a:off x="550800" y="1449389"/>
                <a:ext cx="11088000" cy="3351315"/>
              </a:xfrm>
            </p:spPr>
            <p:txBody>
              <a:bodyPr>
                <a:normAutofit/>
              </a:bodyPr>
              <a:lstStyle/>
              <a:p>
                <a:pPr>
                  <a:buFont typeface="Wingdings" pitchFamily="2" charset="2"/>
                  <a:buChar char="q"/>
                </a:pPr>
                <a:r>
                  <a:rPr lang="en-DE" dirty="0"/>
                  <a:t>At inference time, the provided context can be represented as a sequence of tokens: </a:t>
                </a:r>
                <a14:m>
                  <m:oMath xmlns:m="http://schemas.openxmlformats.org/officeDocument/2006/math">
                    <m:sSub>
                      <m:sSubPr>
                        <m:ctrlPr>
                          <a:rPr lang="en-DE" i="1">
                            <a:latin typeface="Cambria Math" panose="02040503050406030204" pitchFamily="18" charset="0"/>
                          </a:rPr>
                        </m:ctrlPr>
                      </m:sSubPr>
                      <m:e>
                        <m:r>
                          <a:rPr lang="en-DE" i="1">
                            <a:latin typeface="Cambria Math" panose="02040503050406030204" pitchFamily="18" charset="0"/>
                          </a:rPr>
                          <m:t>𝑥</m:t>
                        </m:r>
                      </m:e>
                      <m:sub>
                        <m:r>
                          <a:rPr lang="en-DE" i="1">
                            <a:latin typeface="Cambria Math" panose="02040503050406030204" pitchFamily="18" charset="0"/>
                          </a:rPr>
                          <m:t>1:</m:t>
                        </m:r>
                        <m:r>
                          <a:rPr lang="en-DE" i="1">
                            <a:latin typeface="Cambria Math" panose="02040503050406030204" pitchFamily="18" charset="0"/>
                          </a:rPr>
                          <m:t>𝑛</m:t>
                        </m:r>
                      </m:sub>
                    </m:sSub>
                    <m:r>
                      <a:rPr lang="en-DE" i="1">
                        <a:latin typeface="Cambria Math" panose="02040503050406030204" pitchFamily="18" charset="0"/>
                      </a:rPr>
                      <m:t>=</m:t>
                    </m:r>
                    <m:d>
                      <m:dPr>
                        <m:ctrlPr>
                          <a:rPr lang="en-DE" i="1">
                            <a:latin typeface="Cambria Math" panose="02040503050406030204" pitchFamily="18" charset="0"/>
                          </a:rPr>
                        </m:ctrlPr>
                      </m:dPr>
                      <m:e>
                        <m:sSub>
                          <m:sSubPr>
                            <m:ctrlPr>
                              <a:rPr lang="en-DE" i="1">
                                <a:latin typeface="Cambria Math" panose="02040503050406030204" pitchFamily="18" charset="0"/>
                              </a:rPr>
                            </m:ctrlPr>
                          </m:sSubPr>
                          <m:e>
                            <m:r>
                              <a:rPr lang="en-DE" i="1">
                                <a:latin typeface="Cambria Math" panose="02040503050406030204" pitchFamily="18" charset="0"/>
                              </a:rPr>
                              <m:t>𝑥</m:t>
                            </m:r>
                          </m:e>
                          <m:sub>
                            <m:r>
                              <a:rPr lang="en-DE" i="1">
                                <a:latin typeface="Cambria Math" panose="02040503050406030204" pitchFamily="18" charset="0"/>
                              </a:rPr>
                              <m:t>1</m:t>
                            </m:r>
                          </m:sub>
                        </m:sSub>
                        <m:r>
                          <a:rPr lang="en-DE" i="1">
                            <a:latin typeface="Cambria Math" panose="02040503050406030204" pitchFamily="18" charset="0"/>
                          </a:rPr>
                          <m:t>,…,</m:t>
                        </m:r>
                        <m:sSub>
                          <m:sSubPr>
                            <m:ctrlPr>
                              <a:rPr lang="en-DE" i="1">
                                <a:latin typeface="Cambria Math" panose="02040503050406030204" pitchFamily="18" charset="0"/>
                              </a:rPr>
                            </m:ctrlPr>
                          </m:sSubPr>
                          <m:e>
                            <m:r>
                              <a:rPr lang="en-DE" i="1">
                                <a:latin typeface="Cambria Math" panose="02040503050406030204" pitchFamily="18" charset="0"/>
                              </a:rPr>
                              <m:t>𝑥</m:t>
                            </m:r>
                          </m:e>
                          <m:sub>
                            <m:r>
                              <a:rPr lang="en-DE" i="1">
                                <a:latin typeface="Cambria Math" panose="02040503050406030204" pitchFamily="18" charset="0"/>
                              </a:rPr>
                              <m:t>𝑛</m:t>
                            </m:r>
                          </m:sub>
                        </m:sSub>
                      </m:e>
                    </m:d>
                  </m:oMath>
                </a14:m>
                <a:r>
                  <a:rPr lang="en-DE" dirty="0">
                    <a:effectLst/>
                  </a:rPr>
                  <a:t> </a:t>
                </a:r>
              </a:p>
              <a:p>
                <a:pPr>
                  <a:buFont typeface="Wingdings" pitchFamily="2" charset="2"/>
                  <a:buChar char="q"/>
                </a:pPr>
                <a:endParaRPr lang="en-DE" dirty="0">
                  <a:effectLst/>
                </a:endParaRPr>
              </a:p>
              <a:p>
                <a:pPr>
                  <a:buFont typeface="Wingdings" pitchFamily="2" charset="2"/>
                  <a:buChar char="q"/>
                </a:pPr>
                <a:r>
                  <a:rPr lang="en-GB" dirty="0"/>
                  <a:t>For every possible next token </a:t>
                </a:r>
                <a14:m>
                  <m:oMath xmlns:m="http://schemas.openxmlformats.org/officeDocument/2006/math">
                    <m:r>
                      <a:rPr lang="en-DE" i="1">
                        <a:latin typeface="Cambria Math" panose="02040503050406030204" pitchFamily="18" charset="0"/>
                      </a:rPr>
                      <m:t>𝑣</m:t>
                    </m:r>
                  </m:oMath>
                </a14:m>
                <a:r>
                  <a:rPr lang="en-GB" dirty="0"/>
                  <a:t> in the model’s vocabulary </a:t>
                </a:r>
                <a14:m>
                  <m:oMath xmlns:m="http://schemas.openxmlformats.org/officeDocument/2006/math">
                    <m:r>
                      <a:rPr lang="en-DE">
                        <a:latin typeface="Cambria Math" panose="02040503050406030204" pitchFamily="18" charset="0"/>
                      </a:rPr>
                      <m:t>𝒱</m:t>
                    </m:r>
                  </m:oMath>
                </a14:m>
                <a:r>
                  <a:rPr lang="en-GB" dirty="0"/>
                  <a:t>, the LLM calculates a score, called a logit, </a:t>
                </a:r>
                <a14:m>
                  <m:oMath xmlns:m="http://schemas.openxmlformats.org/officeDocument/2006/math">
                    <m:sSub>
                      <m:sSubPr>
                        <m:ctrlPr>
                          <a:rPr lang="en-DE" i="1">
                            <a:latin typeface="Cambria Math" panose="02040503050406030204" pitchFamily="18" charset="0"/>
                          </a:rPr>
                        </m:ctrlPr>
                      </m:sSubPr>
                      <m:e>
                        <m:r>
                          <a:rPr lang="en-DE" i="1">
                            <a:latin typeface="Cambria Math" panose="02040503050406030204" pitchFamily="18" charset="0"/>
                          </a:rPr>
                          <m:t>𝑧</m:t>
                        </m:r>
                      </m:e>
                      <m:sub>
                        <m:r>
                          <a:rPr lang="en-DE" i="1">
                            <a:latin typeface="Cambria Math" panose="02040503050406030204" pitchFamily="18" charset="0"/>
                          </a:rPr>
                          <m:t>𝜃</m:t>
                        </m:r>
                        <m:r>
                          <a:rPr lang="en-DE" i="1">
                            <a:latin typeface="Cambria Math" panose="02040503050406030204" pitchFamily="18" charset="0"/>
                          </a:rPr>
                          <m:t>,</m:t>
                        </m:r>
                        <m:r>
                          <a:rPr lang="en-DE" i="1">
                            <a:latin typeface="Cambria Math" panose="02040503050406030204" pitchFamily="18" charset="0"/>
                          </a:rPr>
                          <m:t>𝑣</m:t>
                        </m:r>
                      </m:sub>
                    </m:sSub>
                    <m:d>
                      <m:dPr>
                        <m:ctrlPr>
                          <a:rPr lang="en-DE" i="1">
                            <a:latin typeface="Cambria Math" panose="02040503050406030204" pitchFamily="18" charset="0"/>
                          </a:rPr>
                        </m:ctrlPr>
                      </m:dPr>
                      <m:e>
                        <m:sSub>
                          <m:sSubPr>
                            <m:ctrlPr>
                              <a:rPr lang="en-DE" i="1">
                                <a:latin typeface="Cambria Math" panose="02040503050406030204" pitchFamily="18" charset="0"/>
                              </a:rPr>
                            </m:ctrlPr>
                          </m:sSubPr>
                          <m:e>
                            <m:r>
                              <a:rPr lang="en-DE" i="1">
                                <a:latin typeface="Cambria Math" panose="02040503050406030204" pitchFamily="18" charset="0"/>
                              </a:rPr>
                              <m:t>𝑥</m:t>
                            </m:r>
                          </m:e>
                          <m:sub>
                            <m:r>
                              <a:rPr lang="en-DE" i="1">
                                <a:latin typeface="Cambria Math" panose="02040503050406030204" pitchFamily="18" charset="0"/>
                              </a:rPr>
                              <m:t>1</m:t>
                            </m:r>
                          </m:sub>
                        </m:sSub>
                      </m:e>
                    </m:d>
                  </m:oMath>
                </a14:m>
                <a:r>
                  <a:rPr lang="en-GB" dirty="0"/>
                  <a:t>. These scores are converted into probabilities through the SoftMax function:</a:t>
                </a:r>
                <a:r>
                  <a:rPr lang="en-DE" dirty="0"/>
                  <a:t> </a:t>
                </a:r>
                <a14:m>
                  <m:oMath xmlns:m="http://schemas.openxmlformats.org/officeDocument/2006/math">
                    <m:sSub>
                      <m:sSubPr>
                        <m:ctrlPr>
                          <a:rPr lang="en-DE" i="1">
                            <a:latin typeface="Cambria Math" panose="02040503050406030204" pitchFamily="18" charset="0"/>
                          </a:rPr>
                        </m:ctrlPr>
                      </m:sSubPr>
                      <m:e>
                        <m:r>
                          <a:rPr lang="en-DE" i="1">
                            <a:latin typeface="Cambria Math" panose="02040503050406030204" pitchFamily="18" charset="0"/>
                          </a:rPr>
                          <m:t>𝑝</m:t>
                        </m:r>
                      </m:e>
                      <m:sub>
                        <m:r>
                          <a:rPr lang="en-DE" i="1">
                            <a:latin typeface="Cambria Math" panose="02040503050406030204" pitchFamily="18" charset="0"/>
                          </a:rPr>
                          <m:t>𝜃</m:t>
                        </m:r>
                      </m:sub>
                    </m:sSub>
                    <m:d>
                      <m:dPr>
                        <m:ctrlPr>
                          <a:rPr lang="en-DE" i="1">
                            <a:latin typeface="Cambria Math" panose="02040503050406030204" pitchFamily="18" charset="0"/>
                          </a:rPr>
                        </m:ctrlPr>
                      </m:dPr>
                      <m:e>
                        <m:sSub>
                          <m:sSubPr>
                            <m:ctrlPr>
                              <a:rPr lang="en-DE" i="1">
                                <a:latin typeface="Cambria Math" panose="02040503050406030204" pitchFamily="18" charset="0"/>
                              </a:rPr>
                            </m:ctrlPr>
                          </m:sSubPr>
                          <m:e>
                            <m:r>
                              <a:rPr lang="en-DE" i="1">
                                <a:latin typeface="Cambria Math" panose="02040503050406030204" pitchFamily="18" charset="0"/>
                              </a:rPr>
                              <m:t>𝑥</m:t>
                            </m:r>
                          </m:e>
                          <m:sub>
                            <m:r>
                              <a:rPr lang="en-DE" i="1">
                                <a:latin typeface="Cambria Math" panose="02040503050406030204" pitchFamily="18" charset="0"/>
                              </a:rPr>
                              <m:t>𝑛</m:t>
                            </m:r>
                            <m:r>
                              <a:rPr lang="en-DE" i="1">
                                <a:latin typeface="Cambria Math" panose="02040503050406030204" pitchFamily="18" charset="0"/>
                              </a:rPr>
                              <m:t>+1</m:t>
                            </m:r>
                          </m:sub>
                        </m:sSub>
                        <m:r>
                          <a:rPr lang="en-DE" i="1">
                            <a:latin typeface="Cambria Math" panose="02040503050406030204" pitchFamily="18" charset="0"/>
                          </a:rPr>
                          <m:t>=</m:t>
                        </m:r>
                        <m:r>
                          <a:rPr lang="en-DE" i="1">
                            <a:latin typeface="Cambria Math" panose="02040503050406030204" pitchFamily="18" charset="0"/>
                          </a:rPr>
                          <m:t>𝑣</m:t>
                        </m:r>
                        <m:r>
                          <a:rPr lang="en-DE" i="1">
                            <a:latin typeface="Cambria Math" panose="02040503050406030204" pitchFamily="18" charset="0"/>
                          </a:rPr>
                          <m:t>∣</m:t>
                        </m:r>
                        <m:sSub>
                          <m:sSubPr>
                            <m:ctrlPr>
                              <a:rPr lang="en-DE" i="1">
                                <a:latin typeface="Cambria Math" panose="02040503050406030204" pitchFamily="18" charset="0"/>
                              </a:rPr>
                            </m:ctrlPr>
                          </m:sSubPr>
                          <m:e>
                            <m:r>
                              <a:rPr lang="en-DE" i="1">
                                <a:latin typeface="Cambria Math" panose="02040503050406030204" pitchFamily="18" charset="0"/>
                              </a:rPr>
                              <m:t>𝑥</m:t>
                            </m:r>
                          </m:e>
                          <m:sub>
                            <m:r>
                              <a:rPr lang="en-DE" i="1">
                                <a:latin typeface="Cambria Math" panose="02040503050406030204" pitchFamily="18" charset="0"/>
                              </a:rPr>
                              <m:t>1:</m:t>
                            </m:r>
                            <m:r>
                              <a:rPr lang="en-DE" i="1">
                                <a:latin typeface="Cambria Math" panose="02040503050406030204" pitchFamily="18" charset="0"/>
                              </a:rPr>
                              <m:t>𝑛</m:t>
                            </m:r>
                          </m:sub>
                        </m:sSub>
                      </m:e>
                    </m:d>
                    <m:r>
                      <a:rPr lang="en-DE" i="1">
                        <a:latin typeface="Cambria Math" panose="02040503050406030204" pitchFamily="18" charset="0"/>
                      </a:rPr>
                      <m:t>=</m:t>
                    </m:r>
                    <m:f>
                      <m:fPr>
                        <m:ctrlPr>
                          <a:rPr lang="en-DE" i="1">
                            <a:latin typeface="Cambria Math" panose="02040503050406030204" pitchFamily="18" charset="0"/>
                          </a:rPr>
                        </m:ctrlPr>
                      </m:fPr>
                      <m:num>
                        <m:func>
                          <m:funcPr>
                            <m:ctrlPr>
                              <a:rPr lang="en-DE">
                                <a:latin typeface="Cambria Math" panose="02040503050406030204" pitchFamily="18" charset="0"/>
                              </a:rPr>
                            </m:ctrlPr>
                          </m:funcPr>
                          <m:fName>
                            <m:r>
                              <m:rPr>
                                <m:sty m:val="p"/>
                              </m:rPr>
                              <a:rPr lang="en-DE">
                                <a:latin typeface="Cambria Math" panose="02040503050406030204" pitchFamily="18" charset="0"/>
                              </a:rPr>
                              <m:t>exp</m:t>
                            </m:r>
                          </m:fName>
                          <m:e>
                            <m:d>
                              <m:dPr>
                                <m:ctrlPr>
                                  <a:rPr lang="en-DE" i="1">
                                    <a:latin typeface="Cambria Math" panose="02040503050406030204" pitchFamily="18" charset="0"/>
                                  </a:rPr>
                                </m:ctrlPr>
                              </m:dPr>
                              <m:e>
                                <m:sSub>
                                  <m:sSubPr>
                                    <m:ctrlPr>
                                      <a:rPr lang="en-DE" i="1">
                                        <a:latin typeface="Cambria Math" panose="02040503050406030204" pitchFamily="18" charset="0"/>
                                      </a:rPr>
                                    </m:ctrlPr>
                                  </m:sSubPr>
                                  <m:e>
                                    <m:r>
                                      <a:rPr lang="en-DE" i="1">
                                        <a:latin typeface="Cambria Math" panose="02040503050406030204" pitchFamily="18" charset="0"/>
                                      </a:rPr>
                                      <m:t>𝑧</m:t>
                                    </m:r>
                                  </m:e>
                                  <m:sub>
                                    <m:r>
                                      <a:rPr lang="en-DE" i="1">
                                        <a:latin typeface="Cambria Math" panose="02040503050406030204" pitchFamily="18" charset="0"/>
                                      </a:rPr>
                                      <m:t>𝜃</m:t>
                                    </m:r>
                                    <m:r>
                                      <a:rPr lang="en-DE" i="1">
                                        <a:latin typeface="Cambria Math" panose="02040503050406030204" pitchFamily="18" charset="0"/>
                                      </a:rPr>
                                      <m:t>,</m:t>
                                    </m:r>
                                    <m:r>
                                      <a:rPr lang="en-DE" i="1">
                                        <a:latin typeface="Cambria Math" panose="02040503050406030204" pitchFamily="18" charset="0"/>
                                      </a:rPr>
                                      <m:t>𝑣</m:t>
                                    </m:r>
                                  </m:sub>
                                </m:sSub>
                                <m:d>
                                  <m:dPr>
                                    <m:ctrlPr>
                                      <a:rPr lang="en-DE" i="1">
                                        <a:latin typeface="Cambria Math" panose="02040503050406030204" pitchFamily="18" charset="0"/>
                                      </a:rPr>
                                    </m:ctrlPr>
                                  </m:dPr>
                                  <m:e>
                                    <m:sSub>
                                      <m:sSubPr>
                                        <m:ctrlPr>
                                          <a:rPr lang="en-DE" i="1">
                                            <a:latin typeface="Cambria Math" panose="02040503050406030204" pitchFamily="18" charset="0"/>
                                          </a:rPr>
                                        </m:ctrlPr>
                                      </m:sSubPr>
                                      <m:e>
                                        <m:r>
                                          <a:rPr lang="en-DE" i="1">
                                            <a:latin typeface="Cambria Math" panose="02040503050406030204" pitchFamily="18" charset="0"/>
                                          </a:rPr>
                                          <m:t>𝑥</m:t>
                                        </m:r>
                                      </m:e>
                                      <m:sub>
                                        <m:r>
                                          <a:rPr lang="en-DE" i="1">
                                            <a:latin typeface="Cambria Math" panose="02040503050406030204" pitchFamily="18" charset="0"/>
                                          </a:rPr>
                                          <m:t>1:</m:t>
                                        </m:r>
                                        <m:r>
                                          <a:rPr lang="en-DE" i="1">
                                            <a:latin typeface="Cambria Math" panose="02040503050406030204" pitchFamily="18" charset="0"/>
                                          </a:rPr>
                                          <m:t>𝑛</m:t>
                                        </m:r>
                                      </m:sub>
                                    </m:sSub>
                                  </m:e>
                                </m:d>
                              </m:e>
                            </m:d>
                          </m:e>
                        </m:func>
                      </m:num>
                      <m:den>
                        <m:nary>
                          <m:naryPr>
                            <m:chr m:val="∑"/>
                            <m:limLoc m:val="undOvr"/>
                            <m:supHide m:val="on"/>
                            <m:ctrlPr>
                              <a:rPr lang="en-DE" i="1">
                                <a:latin typeface="Cambria Math" panose="02040503050406030204" pitchFamily="18" charset="0"/>
                              </a:rPr>
                            </m:ctrlPr>
                          </m:naryPr>
                          <m:sub>
                            <m:r>
                              <a:rPr lang="en-DE" i="1">
                                <a:latin typeface="Cambria Math" panose="02040503050406030204" pitchFamily="18" charset="0"/>
                              </a:rPr>
                              <m:t>𝑣</m:t>
                            </m:r>
                            <m:r>
                              <a:rPr lang="en-DE" i="1">
                                <a:latin typeface="Cambria Math" panose="02040503050406030204" pitchFamily="18" charset="0"/>
                              </a:rPr>
                              <m:t>′∈</m:t>
                            </m:r>
                            <m:r>
                              <a:rPr lang="en-DE">
                                <a:latin typeface="Cambria Math" panose="02040503050406030204" pitchFamily="18" charset="0"/>
                              </a:rPr>
                              <m:t>𝒱</m:t>
                            </m:r>
                          </m:sub>
                          <m:sup/>
                          <m:e>
                            <m:func>
                              <m:funcPr>
                                <m:ctrlPr>
                                  <a:rPr lang="en-DE">
                                    <a:latin typeface="Cambria Math" panose="02040503050406030204" pitchFamily="18" charset="0"/>
                                  </a:rPr>
                                </m:ctrlPr>
                              </m:funcPr>
                              <m:fName>
                                <m:r>
                                  <m:rPr>
                                    <m:sty m:val="p"/>
                                  </m:rPr>
                                  <a:rPr lang="en-DE">
                                    <a:latin typeface="Cambria Math" panose="02040503050406030204" pitchFamily="18" charset="0"/>
                                  </a:rPr>
                                  <m:t>exp</m:t>
                                </m:r>
                              </m:fName>
                              <m:e>
                                <m:d>
                                  <m:dPr>
                                    <m:ctrlPr>
                                      <a:rPr lang="en-DE" i="1">
                                        <a:latin typeface="Cambria Math" panose="02040503050406030204" pitchFamily="18" charset="0"/>
                                      </a:rPr>
                                    </m:ctrlPr>
                                  </m:dPr>
                                  <m:e>
                                    <m:sSub>
                                      <m:sSubPr>
                                        <m:ctrlPr>
                                          <a:rPr lang="en-DE" i="1">
                                            <a:latin typeface="Cambria Math" panose="02040503050406030204" pitchFamily="18" charset="0"/>
                                          </a:rPr>
                                        </m:ctrlPr>
                                      </m:sSubPr>
                                      <m:e>
                                        <m:r>
                                          <a:rPr lang="en-DE" i="1">
                                            <a:latin typeface="Cambria Math" panose="02040503050406030204" pitchFamily="18" charset="0"/>
                                          </a:rPr>
                                          <m:t>𝑧</m:t>
                                        </m:r>
                                      </m:e>
                                      <m:sub>
                                        <m:r>
                                          <a:rPr lang="en-DE" i="1">
                                            <a:latin typeface="Cambria Math" panose="02040503050406030204" pitchFamily="18" charset="0"/>
                                          </a:rPr>
                                          <m:t>𝜃</m:t>
                                        </m:r>
                                        <m:r>
                                          <a:rPr lang="en-DE" i="1">
                                            <a:latin typeface="Cambria Math" panose="02040503050406030204" pitchFamily="18" charset="0"/>
                                          </a:rPr>
                                          <m:t>,</m:t>
                                        </m:r>
                                        <m:r>
                                          <a:rPr lang="en-DE" i="1">
                                            <a:latin typeface="Cambria Math" panose="02040503050406030204" pitchFamily="18" charset="0"/>
                                          </a:rPr>
                                          <m:t>𝑣</m:t>
                                        </m:r>
                                        <m:r>
                                          <a:rPr lang="en-DE" i="1">
                                            <a:latin typeface="Cambria Math" panose="02040503050406030204" pitchFamily="18" charset="0"/>
                                          </a:rPr>
                                          <m:t>′</m:t>
                                        </m:r>
                                      </m:sub>
                                    </m:sSub>
                                    <m:d>
                                      <m:dPr>
                                        <m:ctrlPr>
                                          <a:rPr lang="en-DE" i="1">
                                            <a:latin typeface="Cambria Math" panose="02040503050406030204" pitchFamily="18" charset="0"/>
                                          </a:rPr>
                                        </m:ctrlPr>
                                      </m:dPr>
                                      <m:e>
                                        <m:sSub>
                                          <m:sSubPr>
                                            <m:ctrlPr>
                                              <a:rPr lang="en-DE" i="1">
                                                <a:latin typeface="Cambria Math" panose="02040503050406030204" pitchFamily="18" charset="0"/>
                                              </a:rPr>
                                            </m:ctrlPr>
                                          </m:sSubPr>
                                          <m:e>
                                            <m:r>
                                              <a:rPr lang="en-DE" i="1">
                                                <a:latin typeface="Cambria Math" panose="02040503050406030204" pitchFamily="18" charset="0"/>
                                              </a:rPr>
                                              <m:t>𝑥</m:t>
                                            </m:r>
                                          </m:e>
                                          <m:sub>
                                            <m:r>
                                              <a:rPr lang="en-DE" i="1">
                                                <a:latin typeface="Cambria Math" panose="02040503050406030204" pitchFamily="18" charset="0"/>
                                              </a:rPr>
                                              <m:t>1:</m:t>
                                            </m:r>
                                            <m:r>
                                              <a:rPr lang="en-DE" i="1">
                                                <a:latin typeface="Cambria Math" panose="02040503050406030204" pitchFamily="18" charset="0"/>
                                              </a:rPr>
                                              <m:t>𝑛</m:t>
                                            </m:r>
                                          </m:sub>
                                        </m:sSub>
                                      </m:e>
                                    </m:d>
                                  </m:e>
                                </m:d>
                              </m:e>
                            </m:func>
                          </m:e>
                        </m:nary>
                      </m:den>
                    </m:f>
                  </m:oMath>
                </a14:m>
                <a:endParaRPr lang="en-DE" dirty="0"/>
              </a:p>
              <a:p>
                <a:pPr>
                  <a:buFont typeface="Wingdings" pitchFamily="2" charset="2"/>
                  <a:buChar char="q"/>
                </a:pPr>
                <a:endParaRPr lang="en-DE" dirty="0"/>
              </a:p>
              <a:p>
                <a:pPr>
                  <a:buFont typeface="Wingdings" pitchFamily="2" charset="2"/>
                  <a:buChar char="q"/>
                </a:pPr>
                <a:r>
                  <a:rPr lang="en-DE" dirty="0"/>
                  <a:t>Simply, the </a:t>
                </a:r>
                <a:r>
                  <a:rPr lang="en-GB" dirty="0"/>
                  <a:t>model assigns a probability to every possible next token, conditional on all information currently contained in the context</a:t>
                </a:r>
              </a:p>
              <a:p>
                <a:pPr>
                  <a:buFont typeface="Wingdings" pitchFamily="2" charset="2"/>
                  <a:buChar char="q"/>
                </a:pPr>
                <a:endParaRPr lang="en-GB" dirty="0"/>
              </a:p>
              <a:p>
                <a:pPr>
                  <a:buFont typeface="Wingdings" pitchFamily="2" charset="2"/>
                  <a:buChar char="q"/>
                </a:pPr>
                <a:r>
                  <a:rPr lang="en-GB" dirty="0"/>
                  <a:t>The probability of a complete response  </a:t>
                </a:r>
                <a14:m>
                  <m:oMath xmlns:m="http://schemas.openxmlformats.org/officeDocument/2006/math">
                    <m:sSub>
                      <m:sSubPr>
                        <m:ctrlPr>
                          <a:rPr lang="en-DE" i="1">
                            <a:latin typeface="Cambria Math" panose="02040503050406030204" pitchFamily="18" charset="0"/>
                          </a:rPr>
                        </m:ctrlPr>
                      </m:sSubPr>
                      <m:e>
                        <m:r>
                          <a:rPr lang="en-DE" i="1">
                            <a:latin typeface="Cambria Math" panose="02040503050406030204" pitchFamily="18" charset="0"/>
                          </a:rPr>
                          <m:t>𝑦</m:t>
                        </m:r>
                      </m:e>
                      <m:sub>
                        <m:r>
                          <a:rPr lang="en-DE" i="1">
                            <a:latin typeface="Cambria Math" panose="02040503050406030204" pitchFamily="18" charset="0"/>
                          </a:rPr>
                          <m:t>1:</m:t>
                        </m:r>
                        <m:r>
                          <a:rPr lang="en-DE" i="1">
                            <a:latin typeface="Cambria Math" panose="02040503050406030204" pitchFamily="18" charset="0"/>
                          </a:rPr>
                          <m:t>𝑚</m:t>
                        </m:r>
                      </m:sub>
                    </m:sSub>
                  </m:oMath>
                </a14:m>
                <a:r>
                  <a:rPr lang="de-DE" dirty="0"/>
                  <a:t> </a:t>
                </a:r>
                <a:r>
                  <a:rPr lang="en-GB" dirty="0"/>
                  <a:t>can therefore be represented as</a:t>
                </a:r>
                <a:r>
                  <a:rPr lang="en-DE" dirty="0"/>
                  <a:t>: </a:t>
                </a:r>
                <a14:m>
                  <m:oMath xmlns:m="http://schemas.openxmlformats.org/officeDocument/2006/math">
                    <m:sSub>
                      <m:sSubPr>
                        <m:ctrlPr>
                          <a:rPr lang="en-DE" i="1">
                            <a:latin typeface="Cambria Math" panose="02040503050406030204" pitchFamily="18" charset="0"/>
                          </a:rPr>
                        </m:ctrlPr>
                      </m:sSubPr>
                      <m:e>
                        <m:r>
                          <a:rPr lang="en-DE" i="1">
                            <a:latin typeface="Cambria Math" panose="02040503050406030204" pitchFamily="18" charset="0"/>
                          </a:rPr>
                          <m:t>𝑝</m:t>
                        </m:r>
                      </m:e>
                      <m:sub>
                        <m:r>
                          <a:rPr lang="en-DE" i="1">
                            <a:latin typeface="Cambria Math" panose="02040503050406030204" pitchFamily="18" charset="0"/>
                          </a:rPr>
                          <m:t>𝜃</m:t>
                        </m:r>
                      </m:sub>
                    </m:sSub>
                    <m:d>
                      <m:dPr>
                        <m:ctrlPr>
                          <a:rPr lang="en-DE" i="1">
                            <a:latin typeface="Cambria Math" panose="02040503050406030204" pitchFamily="18" charset="0"/>
                          </a:rPr>
                        </m:ctrlPr>
                      </m:dPr>
                      <m:e>
                        <m:sSub>
                          <m:sSubPr>
                            <m:ctrlPr>
                              <a:rPr lang="en-DE" i="1">
                                <a:latin typeface="Cambria Math" panose="02040503050406030204" pitchFamily="18" charset="0"/>
                              </a:rPr>
                            </m:ctrlPr>
                          </m:sSubPr>
                          <m:e>
                            <m:r>
                              <a:rPr lang="en-DE" i="1">
                                <a:latin typeface="Cambria Math" panose="02040503050406030204" pitchFamily="18" charset="0"/>
                              </a:rPr>
                              <m:t>𝑦</m:t>
                            </m:r>
                          </m:e>
                          <m:sub>
                            <m:r>
                              <a:rPr lang="en-DE" i="1">
                                <a:latin typeface="Cambria Math" panose="02040503050406030204" pitchFamily="18" charset="0"/>
                              </a:rPr>
                              <m:t>1:</m:t>
                            </m:r>
                            <m:r>
                              <a:rPr lang="en-DE" i="1">
                                <a:latin typeface="Cambria Math" panose="02040503050406030204" pitchFamily="18" charset="0"/>
                              </a:rPr>
                              <m:t>𝑚</m:t>
                            </m:r>
                          </m:sub>
                        </m:sSub>
                        <m:r>
                          <a:rPr lang="en-DE" i="1">
                            <a:latin typeface="Cambria Math" panose="02040503050406030204" pitchFamily="18" charset="0"/>
                          </a:rPr>
                          <m:t>∣</m:t>
                        </m:r>
                        <m:sSub>
                          <m:sSubPr>
                            <m:ctrlPr>
                              <a:rPr lang="en-DE" i="1">
                                <a:latin typeface="Cambria Math" panose="02040503050406030204" pitchFamily="18" charset="0"/>
                              </a:rPr>
                            </m:ctrlPr>
                          </m:sSubPr>
                          <m:e>
                            <m:r>
                              <a:rPr lang="en-DE" i="1">
                                <a:latin typeface="Cambria Math" panose="02040503050406030204" pitchFamily="18" charset="0"/>
                              </a:rPr>
                              <m:t>𝑥</m:t>
                            </m:r>
                          </m:e>
                          <m:sub>
                            <m:r>
                              <a:rPr lang="en-DE" i="1">
                                <a:latin typeface="Cambria Math" panose="02040503050406030204" pitchFamily="18" charset="0"/>
                              </a:rPr>
                              <m:t>1:</m:t>
                            </m:r>
                            <m:r>
                              <a:rPr lang="en-DE" i="1">
                                <a:latin typeface="Cambria Math" panose="02040503050406030204" pitchFamily="18" charset="0"/>
                              </a:rPr>
                              <m:t>𝑛</m:t>
                            </m:r>
                          </m:sub>
                        </m:sSub>
                      </m:e>
                    </m:d>
                    <m:r>
                      <a:rPr lang="en-DE" i="1">
                        <a:latin typeface="Cambria Math" panose="02040503050406030204" pitchFamily="18" charset="0"/>
                      </a:rPr>
                      <m:t>=</m:t>
                    </m:r>
                    <m:nary>
                      <m:naryPr>
                        <m:chr m:val="∏"/>
                        <m:limLoc m:val="undOvr"/>
                        <m:ctrlPr>
                          <a:rPr lang="en-DE" i="1">
                            <a:latin typeface="Cambria Math" panose="02040503050406030204" pitchFamily="18" charset="0"/>
                          </a:rPr>
                        </m:ctrlPr>
                      </m:naryPr>
                      <m:sub>
                        <m:r>
                          <a:rPr lang="en-DE" i="1">
                            <a:latin typeface="Cambria Math" panose="02040503050406030204" pitchFamily="18" charset="0"/>
                          </a:rPr>
                          <m:t>𝑗</m:t>
                        </m:r>
                        <m:r>
                          <a:rPr lang="en-DE" i="1">
                            <a:latin typeface="Cambria Math" panose="02040503050406030204" pitchFamily="18" charset="0"/>
                          </a:rPr>
                          <m:t>=1</m:t>
                        </m:r>
                      </m:sub>
                      <m:sup>
                        <m:r>
                          <a:rPr lang="en-DE" i="1">
                            <a:latin typeface="Cambria Math" panose="02040503050406030204" pitchFamily="18" charset="0"/>
                          </a:rPr>
                          <m:t>𝑚</m:t>
                        </m:r>
                      </m:sup>
                      <m:e>
                        <m:sSub>
                          <m:sSubPr>
                            <m:ctrlPr>
                              <a:rPr lang="en-DE" i="1">
                                <a:latin typeface="Cambria Math" panose="02040503050406030204" pitchFamily="18" charset="0"/>
                              </a:rPr>
                            </m:ctrlPr>
                          </m:sSubPr>
                          <m:e>
                            <m:r>
                              <a:rPr lang="en-DE" i="1">
                                <a:latin typeface="Cambria Math" panose="02040503050406030204" pitchFamily="18" charset="0"/>
                              </a:rPr>
                              <m:t>𝑝</m:t>
                            </m:r>
                          </m:e>
                          <m:sub>
                            <m:r>
                              <a:rPr lang="en-DE" i="1">
                                <a:latin typeface="Cambria Math" panose="02040503050406030204" pitchFamily="18" charset="0"/>
                              </a:rPr>
                              <m:t>𝜃</m:t>
                            </m:r>
                          </m:sub>
                        </m:sSub>
                      </m:e>
                    </m:nary>
                    <m:d>
                      <m:dPr>
                        <m:ctrlPr>
                          <a:rPr lang="en-DE" i="1">
                            <a:latin typeface="Cambria Math" panose="02040503050406030204" pitchFamily="18" charset="0"/>
                          </a:rPr>
                        </m:ctrlPr>
                      </m:dPr>
                      <m:e>
                        <m:sSub>
                          <m:sSubPr>
                            <m:ctrlPr>
                              <a:rPr lang="en-DE" i="1">
                                <a:latin typeface="Cambria Math" panose="02040503050406030204" pitchFamily="18" charset="0"/>
                              </a:rPr>
                            </m:ctrlPr>
                          </m:sSubPr>
                          <m:e>
                            <m:r>
                              <a:rPr lang="en-DE" i="1">
                                <a:latin typeface="Cambria Math" panose="02040503050406030204" pitchFamily="18" charset="0"/>
                              </a:rPr>
                              <m:t>𝑦</m:t>
                            </m:r>
                          </m:e>
                          <m:sub>
                            <m:r>
                              <a:rPr lang="en-DE" i="1">
                                <a:latin typeface="Cambria Math" panose="02040503050406030204" pitchFamily="18" charset="0"/>
                              </a:rPr>
                              <m:t>𝑗</m:t>
                            </m:r>
                          </m:sub>
                        </m:sSub>
                        <m:r>
                          <a:rPr lang="en-DE" i="1">
                            <a:latin typeface="Cambria Math" panose="02040503050406030204" pitchFamily="18" charset="0"/>
                          </a:rPr>
                          <m:t>∣</m:t>
                        </m:r>
                        <m:sSub>
                          <m:sSubPr>
                            <m:ctrlPr>
                              <a:rPr lang="en-DE" i="1">
                                <a:latin typeface="Cambria Math" panose="02040503050406030204" pitchFamily="18" charset="0"/>
                              </a:rPr>
                            </m:ctrlPr>
                          </m:sSubPr>
                          <m:e>
                            <m:r>
                              <a:rPr lang="en-DE" i="1">
                                <a:latin typeface="Cambria Math" panose="02040503050406030204" pitchFamily="18" charset="0"/>
                              </a:rPr>
                              <m:t>𝑥</m:t>
                            </m:r>
                          </m:e>
                          <m:sub>
                            <m:r>
                              <a:rPr lang="en-DE" i="1">
                                <a:latin typeface="Cambria Math" panose="02040503050406030204" pitchFamily="18" charset="0"/>
                              </a:rPr>
                              <m:t>1:</m:t>
                            </m:r>
                            <m:r>
                              <a:rPr lang="en-DE" i="1">
                                <a:latin typeface="Cambria Math" panose="02040503050406030204" pitchFamily="18" charset="0"/>
                              </a:rPr>
                              <m:t>𝑛</m:t>
                            </m:r>
                          </m:sub>
                        </m:sSub>
                        <m:r>
                          <a:rPr lang="en-DE" i="1">
                            <a:latin typeface="Cambria Math" panose="02040503050406030204" pitchFamily="18" charset="0"/>
                          </a:rPr>
                          <m:t>,</m:t>
                        </m:r>
                        <m:sSub>
                          <m:sSubPr>
                            <m:ctrlPr>
                              <a:rPr lang="en-DE" i="1">
                                <a:latin typeface="Cambria Math" panose="02040503050406030204" pitchFamily="18" charset="0"/>
                              </a:rPr>
                            </m:ctrlPr>
                          </m:sSubPr>
                          <m:e>
                            <m:r>
                              <a:rPr lang="en-DE" i="1">
                                <a:latin typeface="Cambria Math" panose="02040503050406030204" pitchFamily="18" charset="0"/>
                              </a:rPr>
                              <m:t>𝑦</m:t>
                            </m:r>
                          </m:e>
                          <m:sub>
                            <m:r>
                              <a:rPr lang="en-DE" i="1">
                                <a:latin typeface="Cambria Math" panose="02040503050406030204" pitchFamily="18" charset="0"/>
                              </a:rPr>
                              <m:t>1:</m:t>
                            </m:r>
                            <m:r>
                              <a:rPr lang="en-DE" i="1">
                                <a:latin typeface="Cambria Math" panose="02040503050406030204" pitchFamily="18" charset="0"/>
                              </a:rPr>
                              <m:t>𝑗</m:t>
                            </m:r>
                            <m:r>
                              <a:rPr lang="en-DE" i="1">
                                <a:latin typeface="Cambria Math" panose="02040503050406030204" pitchFamily="18" charset="0"/>
                              </a:rPr>
                              <m:t>−1</m:t>
                            </m:r>
                          </m:sub>
                        </m:sSub>
                      </m:e>
                    </m:d>
                  </m:oMath>
                </a14:m>
                <a:endParaRPr lang="en-DE" dirty="0"/>
              </a:p>
              <a:p>
                <a:pPr>
                  <a:buFont typeface="Wingdings" pitchFamily="2" charset="2"/>
                  <a:buChar char="q"/>
                </a:pPr>
                <a:endParaRPr lang="en-DE" dirty="0"/>
              </a:p>
            </p:txBody>
          </p:sp>
        </mc:Choice>
        <mc:Fallback xmlns="">
          <p:sp>
            <p:nvSpPr>
              <p:cNvPr id="5" name="Content Placeholder 4">
                <a:extLst>
                  <a:ext uri="{FF2B5EF4-FFF2-40B4-BE49-F238E27FC236}">
                    <a16:creationId xmlns:a16="http://schemas.microsoft.com/office/drawing/2014/main" id="{946DA8AC-4AC9-7E41-6964-63B70E09BBF8}"/>
                  </a:ext>
                </a:extLst>
              </p:cNvPr>
              <p:cNvSpPr>
                <a:spLocks noGrp="1" noRot="1" noChangeAspect="1" noMove="1" noResize="1" noEditPoints="1" noAdjustHandles="1" noChangeArrowheads="1" noChangeShapeType="1" noTextEdit="1"/>
              </p:cNvSpPr>
              <p:nvPr>
                <p:ph sz="quarter" idx="13"/>
              </p:nvPr>
            </p:nvSpPr>
            <p:spPr>
              <a:xfrm>
                <a:off x="550800" y="1449389"/>
                <a:ext cx="11088000" cy="3351315"/>
              </a:xfrm>
              <a:blipFill>
                <a:blip r:embed="rId2"/>
                <a:stretch>
                  <a:fillRect l="-915" t="-1887"/>
                </a:stretch>
              </a:blipFill>
            </p:spPr>
            <p:txBody>
              <a:bodyPr/>
              <a:lstStyle/>
              <a:p>
                <a:r>
                  <a:rPr lang="en-DE">
                    <a:noFill/>
                  </a:rPr>
                  <a:t> </a:t>
                </a:r>
              </a:p>
            </p:txBody>
          </p:sp>
        </mc:Fallback>
      </mc:AlternateContent>
      <p:sp>
        <p:nvSpPr>
          <p:cNvPr id="12" name="Text Placeholder 5">
            <a:extLst>
              <a:ext uri="{FF2B5EF4-FFF2-40B4-BE49-F238E27FC236}">
                <a16:creationId xmlns:a16="http://schemas.microsoft.com/office/drawing/2014/main" id="{D2EC27B4-F855-9D42-03CC-E44CCBA437BE}"/>
              </a:ext>
            </a:extLst>
          </p:cNvPr>
          <p:cNvSpPr>
            <a:spLocks noGrp="1"/>
          </p:cNvSpPr>
          <p:nvPr>
            <p:ph type="body" sz="quarter" idx="14"/>
          </p:nvPr>
        </p:nvSpPr>
        <p:spPr>
          <a:xfrm>
            <a:off x="550800" y="5265138"/>
            <a:ext cx="11088000" cy="936625"/>
          </a:xfrm>
        </p:spPr>
        <p:txBody>
          <a:bodyPr/>
          <a:lstStyle/>
          <a:p>
            <a:r>
              <a:rPr lang="en-US" dirty="0"/>
              <a:t>The only way to change a model's response without changing the parameters is changing the context, so that important elements of the interaction and discussion stay relevant in the process of generating the next token</a:t>
            </a:r>
          </a:p>
        </p:txBody>
      </p:sp>
      <p:sp>
        <p:nvSpPr>
          <p:cNvPr id="14" name="Text Placeholder 6">
            <a:extLst>
              <a:ext uri="{FF2B5EF4-FFF2-40B4-BE49-F238E27FC236}">
                <a16:creationId xmlns:a16="http://schemas.microsoft.com/office/drawing/2014/main" id="{FA9BD85B-AEE2-0E04-6920-D30FF4A61498}"/>
              </a:ext>
            </a:extLst>
          </p:cNvPr>
          <p:cNvSpPr>
            <a:spLocks noGrp="1"/>
          </p:cNvSpPr>
          <p:nvPr>
            <p:ph type="body" sz="quarter" idx="16"/>
          </p:nvPr>
        </p:nvSpPr>
        <p:spPr>
          <a:xfrm>
            <a:off x="550800" y="5265138"/>
            <a:ext cx="232507" cy="936625"/>
          </a:xfrm>
        </p:spPr>
        <p:txBody>
          <a:bodyPr/>
          <a:lstStyle/>
          <a:p>
            <a:endParaRPr lang="en-US"/>
          </a:p>
        </p:txBody>
      </p:sp>
      <p:sp>
        <p:nvSpPr>
          <p:cNvPr id="7" name="Footer Placeholder 6">
            <a:extLst>
              <a:ext uri="{FF2B5EF4-FFF2-40B4-BE49-F238E27FC236}">
                <a16:creationId xmlns:a16="http://schemas.microsoft.com/office/drawing/2014/main" id="{D0E8FC6D-A279-1B18-85F3-901BC16F6F60}"/>
              </a:ext>
            </a:extLst>
          </p:cNvPr>
          <p:cNvSpPr>
            <a:spLocks noGrp="1"/>
          </p:cNvSpPr>
          <p:nvPr>
            <p:ph type="ftr" sz="quarter" idx="3"/>
          </p:nvPr>
        </p:nvSpPr>
        <p:spPr>
          <a:xfrm>
            <a:off x="1566986" y="6584720"/>
            <a:ext cx="9058033" cy="139606"/>
          </a:xfrm>
        </p:spPr>
        <p:txBody>
          <a:bodyPr anchor="ctr">
            <a:normAutofit/>
          </a:bodyPr>
          <a:lstStyle/>
          <a:p>
            <a:pPr>
              <a:spcAft>
                <a:spcPts val="600"/>
              </a:spcAft>
              <a:defRPr/>
            </a:pPr>
            <a:r>
              <a:rPr lang="de-DE"/>
              <a:t>FIM Forschungsinstitut für Informationsmanagement | Vortragende*r </a:t>
            </a:r>
            <a:endParaRPr lang="en-US"/>
          </a:p>
        </p:txBody>
      </p:sp>
    </p:spTree>
    <p:extLst>
      <p:ext uri="{BB962C8B-B14F-4D97-AF65-F5344CB8AC3E}">
        <p14:creationId xmlns:p14="http://schemas.microsoft.com/office/powerpoint/2010/main" val="1800442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7233D-80F5-F1C9-AB98-3A5E3A133873}"/>
              </a:ext>
            </a:extLst>
          </p:cNvPr>
          <p:cNvSpPr>
            <a:spLocks noGrp="1"/>
          </p:cNvSpPr>
          <p:nvPr>
            <p:ph type="title"/>
          </p:nvPr>
        </p:nvSpPr>
        <p:spPr/>
        <p:txBody>
          <a:bodyPr/>
          <a:lstStyle/>
          <a:p>
            <a:r>
              <a:rPr lang="en-DE" dirty="0"/>
              <a:t>Research Question I: Behavioural Approach</a:t>
            </a:r>
          </a:p>
        </p:txBody>
      </p:sp>
      <p:sp>
        <p:nvSpPr>
          <p:cNvPr id="3" name="Date Placeholder 2">
            <a:extLst>
              <a:ext uri="{FF2B5EF4-FFF2-40B4-BE49-F238E27FC236}">
                <a16:creationId xmlns:a16="http://schemas.microsoft.com/office/drawing/2014/main" id="{FE52D87D-D759-612B-62F2-561B8718DC4F}"/>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6BE9C32D-2FEB-E2DE-53DE-7EA83BF61E3E}"/>
              </a:ext>
            </a:extLst>
          </p:cNvPr>
          <p:cNvSpPr>
            <a:spLocks noGrp="1"/>
          </p:cNvSpPr>
          <p:nvPr>
            <p:ph type="sldNum" sz="quarter" idx="12"/>
          </p:nvPr>
        </p:nvSpPr>
        <p:spPr/>
        <p:txBody>
          <a:bodyPr/>
          <a:lstStyle/>
          <a:p>
            <a:fld id="{64647E8F-5052-4581-98D0-7C32D5A45346}" type="slidenum">
              <a:rPr lang="en-US" smtClean="0"/>
              <a:pPr/>
              <a:t>8</a:t>
            </a:fld>
            <a:endParaRPr lang="en-US"/>
          </a:p>
        </p:txBody>
      </p:sp>
      <p:pic>
        <p:nvPicPr>
          <p:cNvPr id="10" name="Content Placeholder 9" descr="Meeting outline">
            <a:extLst>
              <a:ext uri="{FF2B5EF4-FFF2-40B4-BE49-F238E27FC236}">
                <a16:creationId xmlns:a16="http://schemas.microsoft.com/office/drawing/2014/main" id="{39D2C201-003B-2C09-5704-018307D1E02B}"/>
              </a:ext>
            </a:extLst>
          </p:cNvPr>
          <p:cNvPicPr>
            <a:picLocks noGrp="1" noChangeAspect="1"/>
          </p:cNvPicPr>
          <p:nvPr>
            <p:ph sz="quarter" idx="17"/>
          </p:nvPr>
        </p:nvPicPr>
        <p:blipFill>
          <a:blip>
            <a:extLst>
              <a:ext uri="{96DAC541-7B7A-43D3-8B79-37D633B846F1}">
                <asvg:svgBlip xmlns:asvg="http://schemas.microsoft.com/office/drawing/2016/SVG/main" r:embed="rId2"/>
              </a:ext>
            </a:extLst>
          </a:blip>
          <a:stretch>
            <a:fillRect/>
          </a:stretch>
        </p:blipFill>
        <p:spPr>
          <a:xfrm>
            <a:off x="1209198" y="2345251"/>
            <a:ext cx="1666710" cy="1666710"/>
          </a:xfrm>
        </p:spPr>
      </p:pic>
      <p:sp>
        <p:nvSpPr>
          <p:cNvPr id="7" name="Footer Placeholder 6">
            <a:extLst>
              <a:ext uri="{FF2B5EF4-FFF2-40B4-BE49-F238E27FC236}">
                <a16:creationId xmlns:a16="http://schemas.microsoft.com/office/drawing/2014/main" id="{2BCB97D6-8F05-7FEA-B1A4-B4BFA609C348}"/>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sp>
        <p:nvSpPr>
          <p:cNvPr id="8" name="Content Placeholder 4">
            <a:extLst>
              <a:ext uri="{FF2B5EF4-FFF2-40B4-BE49-F238E27FC236}">
                <a16:creationId xmlns:a16="http://schemas.microsoft.com/office/drawing/2014/main" id="{A8665D73-5862-876D-4558-BC21CCEA0C2D}"/>
              </a:ext>
            </a:extLst>
          </p:cNvPr>
          <p:cNvSpPr txBox="1">
            <a:spLocks/>
          </p:cNvSpPr>
          <p:nvPr/>
        </p:nvSpPr>
        <p:spPr>
          <a:xfrm>
            <a:off x="550801" y="4880844"/>
            <a:ext cx="11088000" cy="1136497"/>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GB" sz="2400" b="1" dirty="0"/>
              <a:t>How does a shared-mental-model-inspired structured memory mechanism affect the efficiency and effectiveness of LLM-based multi-agent systems across different levels of accessible discussion context?</a:t>
            </a:r>
            <a:endParaRPr lang="en-DE" sz="2400" b="1" dirty="0"/>
          </a:p>
        </p:txBody>
      </p:sp>
      <p:sp>
        <p:nvSpPr>
          <p:cNvPr id="13" name="TextBox 12">
            <a:extLst>
              <a:ext uri="{FF2B5EF4-FFF2-40B4-BE49-F238E27FC236}">
                <a16:creationId xmlns:a16="http://schemas.microsoft.com/office/drawing/2014/main" id="{AA4F7589-4E47-59EA-8D30-2F054F2A7DF5}"/>
              </a:ext>
            </a:extLst>
          </p:cNvPr>
          <p:cNvSpPr txBox="1"/>
          <p:nvPr/>
        </p:nvSpPr>
        <p:spPr>
          <a:xfrm>
            <a:off x="747446" y="1682285"/>
            <a:ext cx="2590215" cy="324464"/>
          </a:xfrm>
          <a:prstGeom prst="rect">
            <a:avLst/>
          </a:prstGeom>
        </p:spPr>
        <p:txBody>
          <a:bodyPr vert="horz" wrap="square" lIns="0" tIns="0" rIns="0" bIns="0" rtlCol="0">
            <a:noAutofit/>
          </a:bodyPr>
          <a:lstStyle/>
          <a:p>
            <a:pPr algn="ctr"/>
            <a:r>
              <a:rPr lang="en-DE" sz="1400" b="1" dirty="0">
                <a:solidFill>
                  <a:schemeClr val="accent3">
                    <a:lumMod val="75000"/>
                  </a:schemeClr>
                </a:solidFill>
              </a:rPr>
              <a:t>Human team cognition theory</a:t>
            </a:r>
          </a:p>
        </p:txBody>
      </p:sp>
      <p:pic>
        <p:nvPicPr>
          <p:cNvPr id="15" name="Graphic 14" descr="Bridge scene outline">
            <a:extLst>
              <a:ext uri="{FF2B5EF4-FFF2-40B4-BE49-F238E27FC236}">
                <a16:creationId xmlns:a16="http://schemas.microsoft.com/office/drawing/2014/main" id="{CCD31C1F-A59D-74AD-0737-AEE755215140}"/>
              </a:ext>
            </a:extLst>
          </p:cNvPr>
          <p:cNvPicPr>
            <a:picLocks noChangeAspect="1"/>
          </p:cNvPicPr>
          <p:nvPr/>
        </p:nvPicPr>
        <p:blipFill>
          <a:blip>
            <a:extLst>
              <a:ext uri="{96DAC541-7B7A-43D3-8B79-37D633B846F1}">
                <asvg:svgBlip xmlns:asvg="http://schemas.microsoft.com/office/drawing/2016/SVG/main" r:embed="rId3"/>
              </a:ext>
            </a:extLst>
          </a:blip>
          <a:srcRect t="16600" b="30185"/>
          <a:stretch>
            <a:fillRect/>
          </a:stretch>
        </p:blipFill>
        <p:spPr>
          <a:xfrm>
            <a:off x="3791740" y="2875464"/>
            <a:ext cx="4253651" cy="1136497"/>
          </a:xfrm>
          <a:prstGeom prst="rect">
            <a:avLst/>
          </a:prstGeom>
        </p:spPr>
      </p:pic>
      <p:sp>
        <p:nvSpPr>
          <p:cNvPr id="30" name="Oval 90">
            <a:extLst>
              <a:ext uri="{FF2B5EF4-FFF2-40B4-BE49-F238E27FC236}">
                <a16:creationId xmlns:a16="http://schemas.microsoft.com/office/drawing/2014/main" id="{4A6ACA60-2ED2-B32C-8F26-AA101F3488AC}"/>
              </a:ext>
            </a:extLst>
          </p:cNvPr>
          <p:cNvSpPr/>
          <p:nvPr/>
        </p:nvSpPr>
        <p:spPr>
          <a:xfrm>
            <a:off x="8906273" y="2602323"/>
            <a:ext cx="1711143" cy="1711142"/>
          </a:xfrm>
          <a:prstGeom prst="ellipse">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1200" cap="none" spc="0" normalizeH="0" baseline="0" noProof="1">
              <a:ln>
                <a:noFill/>
              </a:ln>
              <a:solidFill>
                <a:prstClr val="black"/>
              </a:solidFill>
              <a:effectLst/>
              <a:uLnTx/>
              <a:uFillTx/>
              <a:latin typeface="Frutiger LT Com 45 Light"/>
              <a:ea typeface="+mn-ea"/>
              <a:cs typeface="+mn-cs"/>
            </a:endParaRPr>
          </a:p>
        </p:txBody>
      </p:sp>
      <p:sp>
        <p:nvSpPr>
          <p:cNvPr id="31" name="Oval 96">
            <a:extLst>
              <a:ext uri="{FF2B5EF4-FFF2-40B4-BE49-F238E27FC236}">
                <a16:creationId xmlns:a16="http://schemas.microsoft.com/office/drawing/2014/main" id="{DF139B37-AE92-38F4-B0CD-4E40B0D8EE7E}"/>
              </a:ext>
            </a:extLst>
          </p:cNvPr>
          <p:cNvSpPr>
            <a:spLocks noChangeAspect="1"/>
          </p:cNvSpPr>
          <p:nvPr/>
        </p:nvSpPr>
        <p:spPr>
          <a:xfrm>
            <a:off x="9054811" y="2235009"/>
            <a:ext cx="832268" cy="832267"/>
          </a:xfrm>
          <a:prstGeom prst="ellipse">
            <a:avLst/>
          </a:prstGeom>
          <a:solidFill>
            <a:srgbClr val="D8E5EE"/>
          </a:solidFill>
          <a:ln w="12700" cap="flat" cmpd="sng" algn="ctr">
            <a:solidFill>
              <a:schemeClr val="accent2"/>
            </a:solidFill>
            <a:prstDash val="dash"/>
            <a:miter lim="800000"/>
          </a:ln>
          <a:effectLst/>
        </p:spPr>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0" cap="none" spc="0" normalizeH="0" baseline="0" noProof="1">
              <a:ln>
                <a:noFill/>
              </a:ln>
              <a:solidFill>
                <a:prstClr val="black"/>
              </a:solidFill>
              <a:effectLst/>
              <a:uLnTx/>
              <a:uFillTx/>
              <a:latin typeface="Rockwell" panose="02060603020205020403" pitchFamily="18" charset="0"/>
              <a:ea typeface="+mn-ea"/>
              <a:cs typeface="+mn-cs"/>
            </a:endParaRPr>
          </a:p>
        </p:txBody>
      </p:sp>
      <p:sp>
        <p:nvSpPr>
          <p:cNvPr id="32" name="Oval 96">
            <a:extLst>
              <a:ext uri="{FF2B5EF4-FFF2-40B4-BE49-F238E27FC236}">
                <a16:creationId xmlns:a16="http://schemas.microsoft.com/office/drawing/2014/main" id="{56CCDFAD-D7E3-66EE-016E-970284252760}"/>
              </a:ext>
            </a:extLst>
          </p:cNvPr>
          <p:cNvSpPr>
            <a:spLocks noChangeAspect="1"/>
          </p:cNvSpPr>
          <p:nvPr/>
        </p:nvSpPr>
        <p:spPr>
          <a:xfrm>
            <a:off x="8630610" y="3471888"/>
            <a:ext cx="832268" cy="832267"/>
          </a:xfrm>
          <a:prstGeom prst="ellipse">
            <a:avLst/>
          </a:prstGeom>
          <a:solidFill>
            <a:srgbClr val="D8E5EE"/>
          </a:solidFill>
          <a:ln w="12700" cap="flat" cmpd="sng" algn="ctr">
            <a:solidFill>
              <a:schemeClr val="accent2"/>
            </a:solidFill>
            <a:prstDash val="dash"/>
            <a:miter lim="800000"/>
          </a:ln>
          <a:effectLst/>
        </p:spPr>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0" cap="none" spc="0" normalizeH="0" baseline="0" noProof="1">
              <a:ln>
                <a:noFill/>
              </a:ln>
              <a:solidFill>
                <a:prstClr val="black"/>
              </a:solidFill>
              <a:effectLst/>
              <a:uLnTx/>
              <a:uFillTx/>
              <a:latin typeface="Rockwell" panose="02060603020205020403" pitchFamily="18" charset="0"/>
              <a:ea typeface="+mn-ea"/>
              <a:cs typeface="+mn-cs"/>
            </a:endParaRPr>
          </a:p>
        </p:txBody>
      </p:sp>
      <p:sp>
        <p:nvSpPr>
          <p:cNvPr id="33" name="Oval 96">
            <a:extLst>
              <a:ext uri="{FF2B5EF4-FFF2-40B4-BE49-F238E27FC236}">
                <a16:creationId xmlns:a16="http://schemas.microsoft.com/office/drawing/2014/main" id="{62114282-D7DA-2847-9510-3256328F0BF6}"/>
              </a:ext>
            </a:extLst>
          </p:cNvPr>
          <p:cNvSpPr>
            <a:spLocks noChangeAspect="1"/>
          </p:cNvSpPr>
          <p:nvPr/>
        </p:nvSpPr>
        <p:spPr>
          <a:xfrm>
            <a:off x="10109442" y="3383307"/>
            <a:ext cx="832268" cy="832267"/>
          </a:xfrm>
          <a:prstGeom prst="ellipse">
            <a:avLst/>
          </a:prstGeom>
          <a:solidFill>
            <a:srgbClr val="D8E5EE"/>
          </a:solidFill>
          <a:ln w="12700" cap="flat" cmpd="sng" algn="ctr">
            <a:solidFill>
              <a:schemeClr val="accent2"/>
            </a:solidFill>
            <a:prstDash val="dash"/>
            <a:miter lim="800000"/>
          </a:ln>
          <a:effectLst/>
        </p:spPr>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0" cap="none" spc="0" normalizeH="0" baseline="0" noProof="1">
              <a:ln>
                <a:noFill/>
              </a:ln>
              <a:solidFill>
                <a:prstClr val="black"/>
              </a:solidFill>
              <a:effectLst/>
              <a:uLnTx/>
              <a:uFillTx/>
              <a:latin typeface="Rockwell" panose="02060603020205020403" pitchFamily="18" charset="0"/>
              <a:ea typeface="+mn-ea"/>
              <a:cs typeface="+mn-cs"/>
            </a:endParaRPr>
          </a:p>
        </p:txBody>
      </p:sp>
      <p:sp>
        <p:nvSpPr>
          <p:cNvPr id="40" name="TextBox 39">
            <a:extLst>
              <a:ext uri="{FF2B5EF4-FFF2-40B4-BE49-F238E27FC236}">
                <a16:creationId xmlns:a16="http://schemas.microsoft.com/office/drawing/2014/main" id="{8E5E509A-0397-F3B7-8689-A9DABD362D26}"/>
              </a:ext>
            </a:extLst>
          </p:cNvPr>
          <p:cNvSpPr txBox="1"/>
          <p:nvPr/>
        </p:nvSpPr>
        <p:spPr>
          <a:xfrm>
            <a:off x="8591971" y="1682285"/>
            <a:ext cx="2590215" cy="324464"/>
          </a:xfrm>
          <a:prstGeom prst="rect">
            <a:avLst/>
          </a:prstGeom>
        </p:spPr>
        <p:txBody>
          <a:bodyPr vert="horz" wrap="square" lIns="0" tIns="0" rIns="0" bIns="0" rtlCol="0">
            <a:noAutofit/>
          </a:bodyPr>
          <a:lstStyle/>
          <a:p>
            <a:pPr algn="ctr"/>
            <a:r>
              <a:rPr lang="en-DE" sz="1400" b="1" dirty="0">
                <a:solidFill>
                  <a:schemeClr val="accent3">
                    <a:lumMod val="75000"/>
                  </a:schemeClr>
                </a:solidFill>
              </a:rPr>
              <a:t>Multi-agent systems</a:t>
            </a:r>
          </a:p>
        </p:txBody>
      </p:sp>
      <p:pic>
        <p:nvPicPr>
          <p:cNvPr id="41" name="Graphic 40" descr="Robot outline">
            <a:extLst>
              <a:ext uri="{FF2B5EF4-FFF2-40B4-BE49-F238E27FC236}">
                <a16:creationId xmlns:a16="http://schemas.microsoft.com/office/drawing/2014/main" id="{8EC2CD30-183C-5D89-F27F-7B1D28B4EC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4945" y="2296323"/>
            <a:ext cx="612000" cy="612000"/>
          </a:xfrm>
          <a:prstGeom prst="rect">
            <a:avLst/>
          </a:prstGeom>
        </p:spPr>
      </p:pic>
      <p:pic>
        <p:nvPicPr>
          <p:cNvPr id="42" name="Graphic 41" descr="Robot outline">
            <a:extLst>
              <a:ext uri="{FF2B5EF4-FFF2-40B4-BE49-F238E27FC236}">
                <a16:creationId xmlns:a16="http://schemas.microsoft.com/office/drawing/2014/main" id="{8B15D701-0A89-63ED-0D2A-F19F13EA6C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40744" y="3582021"/>
            <a:ext cx="612000" cy="612000"/>
          </a:xfrm>
          <a:prstGeom prst="rect">
            <a:avLst/>
          </a:prstGeom>
        </p:spPr>
      </p:pic>
      <p:pic>
        <p:nvPicPr>
          <p:cNvPr id="43" name="Graphic 42" descr="Robot outline">
            <a:extLst>
              <a:ext uri="{FF2B5EF4-FFF2-40B4-BE49-F238E27FC236}">
                <a16:creationId xmlns:a16="http://schemas.microsoft.com/office/drawing/2014/main" id="{417B57BC-429A-1B79-58D8-60850A521E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19576" y="3493440"/>
            <a:ext cx="612000" cy="612000"/>
          </a:xfrm>
          <a:prstGeom prst="rect">
            <a:avLst/>
          </a:prstGeom>
        </p:spPr>
      </p:pic>
    </p:spTree>
    <p:extLst>
      <p:ext uri="{BB962C8B-B14F-4D97-AF65-F5344CB8AC3E}">
        <p14:creationId xmlns:p14="http://schemas.microsoft.com/office/powerpoint/2010/main" val="2229768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458FA-959B-F265-089C-C439B10A9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0946A-0EE8-7D1C-5520-0F6155625948}"/>
              </a:ext>
            </a:extLst>
          </p:cNvPr>
          <p:cNvSpPr>
            <a:spLocks noGrp="1"/>
          </p:cNvSpPr>
          <p:nvPr>
            <p:ph type="title"/>
          </p:nvPr>
        </p:nvSpPr>
        <p:spPr/>
        <p:txBody>
          <a:bodyPr/>
          <a:lstStyle/>
          <a:p>
            <a:r>
              <a:rPr lang="en-DE" dirty="0"/>
              <a:t>Research Question II: Mathematical approach</a:t>
            </a:r>
          </a:p>
        </p:txBody>
      </p:sp>
      <p:sp>
        <p:nvSpPr>
          <p:cNvPr id="3" name="Date Placeholder 2">
            <a:extLst>
              <a:ext uri="{FF2B5EF4-FFF2-40B4-BE49-F238E27FC236}">
                <a16:creationId xmlns:a16="http://schemas.microsoft.com/office/drawing/2014/main" id="{879A84D8-4878-A47A-8177-CF6E77AB7B0D}"/>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45C4B795-948E-CCD6-0ADD-FC4E0F4C6E3C}"/>
              </a:ext>
            </a:extLst>
          </p:cNvPr>
          <p:cNvSpPr>
            <a:spLocks noGrp="1"/>
          </p:cNvSpPr>
          <p:nvPr>
            <p:ph type="sldNum" sz="quarter" idx="12"/>
          </p:nvPr>
        </p:nvSpPr>
        <p:spPr/>
        <p:txBody>
          <a:bodyPr/>
          <a:lstStyle/>
          <a:p>
            <a:fld id="{64647E8F-5052-4581-98D0-7C32D5A45346}" type="slidenum">
              <a:rPr lang="en-US" smtClean="0"/>
              <a:pPr/>
              <a:t>9</a:t>
            </a:fld>
            <a:endParaRPr lang="en-US"/>
          </a:p>
        </p:txBody>
      </p:sp>
      <p:pic>
        <p:nvPicPr>
          <p:cNvPr id="10" name="Content Placeholder 9" descr="Meeting outline">
            <a:extLst>
              <a:ext uri="{FF2B5EF4-FFF2-40B4-BE49-F238E27FC236}">
                <a16:creationId xmlns:a16="http://schemas.microsoft.com/office/drawing/2014/main" id="{B17B6103-3E47-021D-0BC6-76EF1316094E}"/>
              </a:ext>
            </a:extLst>
          </p:cNvPr>
          <p:cNvPicPr>
            <a:picLocks noGrp="1" noChangeAspect="1"/>
          </p:cNvPicPr>
          <p:nvPr>
            <p:ph sz="quarter" idx="17"/>
          </p:nvPr>
        </p:nvPicPr>
        <p:blipFill>
          <a:blip>
            <a:extLst>
              <a:ext uri="{96DAC541-7B7A-43D3-8B79-37D633B846F1}">
                <asvg:svgBlip xmlns:asvg="http://schemas.microsoft.com/office/drawing/2016/SVG/main" r:embed="rId2"/>
              </a:ext>
            </a:extLst>
          </a:blip>
          <a:stretch>
            <a:fillRect/>
          </a:stretch>
        </p:blipFill>
        <p:spPr>
          <a:xfrm>
            <a:off x="1209198" y="2345251"/>
            <a:ext cx="1666710" cy="1666710"/>
          </a:xfrm>
        </p:spPr>
      </p:pic>
      <p:sp>
        <p:nvSpPr>
          <p:cNvPr id="7" name="Footer Placeholder 6">
            <a:extLst>
              <a:ext uri="{FF2B5EF4-FFF2-40B4-BE49-F238E27FC236}">
                <a16:creationId xmlns:a16="http://schemas.microsoft.com/office/drawing/2014/main" id="{9EA0AF29-732E-07AF-26F4-BD095409828B}"/>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sp>
        <p:nvSpPr>
          <p:cNvPr id="8" name="Content Placeholder 4">
            <a:extLst>
              <a:ext uri="{FF2B5EF4-FFF2-40B4-BE49-F238E27FC236}">
                <a16:creationId xmlns:a16="http://schemas.microsoft.com/office/drawing/2014/main" id="{654ECC35-B1FD-568E-F7E4-FBD2E52B400B}"/>
              </a:ext>
            </a:extLst>
          </p:cNvPr>
          <p:cNvSpPr txBox="1">
            <a:spLocks/>
          </p:cNvSpPr>
          <p:nvPr/>
        </p:nvSpPr>
        <p:spPr>
          <a:xfrm>
            <a:off x="550801" y="4880844"/>
            <a:ext cx="11088000" cy="1136497"/>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GB" sz="2400" b="1" dirty="0"/>
              <a:t>How does the added memory context change the model’s internal next-token distribution?</a:t>
            </a:r>
            <a:endParaRPr lang="en-DE" sz="2400" b="1" dirty="0"/>
          </a:p>
        </p:txBody>
      </p:sp>
      <p:sp>
        <p:nvSpPr>
          <p:cNvPr id="13" name="TextBox 12">
            <a:extLst>
              <a:ext uri="{FF2B5EF4-FFF2-40B4-BE49-F238E27FC236}">
                <a16:creationId xmlns:a16="http://schemas.microsoft.com/office/drawing/2014/main" id="{1FC4F64A-87BB-D854-7AC0-F4DD2CA2E2D6}"/>
              </a:ext>
            </a:extLst>
          </p:cNvPr>
          <p:cNvSpPr txBox="1"/>
          <p:nvPr/>
        </p:nvSpPr>
        <p:spPr>
          <a:xfrm>
            <a:off x="747446" y="1682285"/>
            <a:ext cx="2590215" cy="324464"/>
          </a:xfrm>
          <a:prstGeom prst="rect">
            <a:avLst/>
          </a:prstGeom>
        </p:spPr>
        <p:txBody>
          <a:bodyPr vert="horz" wrap="square" lIns="0" tIns="0" rIns="0" bIns="0" rtlCol="0">
            <a:noAutofit/>
          </a:bodyPr>
          <a:lstStyle/>
          <a:p>
            <a:pPr algn="ctr"/>
            <a:r>
              <a:rPr lang="en-DE" sz="1400" b="1" dirty="0">
                <a:solidFill>
                  <a:schemeClr val="accent3">
                    <a:lumMod val="75000"/>
                  </a:schemeClr>
                </a:solidFill>
              </a:rPr>
              <a:t>Human team cognition theory</a:t>
            </a:r>
          </a:p>
        </p:txBody>
      </p:sp>
      <p:pic>
        <p:nvPicPr>
          <p:cNvPr id="15" name="Graphic 14" descr="Bridge scene outline">
            <a:extLst>
              <a:ext uri="{FF2B5EF4-FFF2-40B4-BE49-F238E27FC236}">
                <a16:creationId xmlns:a16="http://schemas.microsoft.com/office/drawing/2014/main" id="{1AAA47B5-399A-CE0B-DCC8-35DD3C0AB56E}"/>
              </a:ext>
            </a:extLst>
          </p:cNvPr>
          <p:cNvPicPr>
            <a:picLocks noChangeAspect="1"/>
          </p:cNvPicPr>
          <p:nvPr/>
        </p:nvPicPr>
        <p:blipFill>
          <a:blip>
            <a:extLst>
              <a:ext uri="{96DAC541-7B7A-43D3-8B79-37D633B846F1}">
                <asvg:svgBlip xmlns:asvg="http://schemas.microsoft.com/office/drawing/2016/SVG/main" r:embed="rId3"/>
              </a:ext>
            </a:extLst>
          </a:blip>
          <a:srcRect t="16600" b="30185"/>
          <a:stretch>
            <a:fillRect/>
          </a:stretch>
        </p:blipFill>
        <p:spPr>
          <a:xfrm>
            <a:off x="3791740" y="2875464"/>
            <a:ext cx="4253651" cy="1136497"/>
          </a:xfrm>
          <a:prstGeom prst="rect">
            <a:avLst/>
          </a:prstGeom>
        </p:spPr>
      </p:pic>
      <p:sp>
        <p:nvSpPr>
          <p:cNvPr id="30" name="Oval 90">
            <a:extLst>
              <a:ext uri="{FF2B5EF4-FFF2-40B4-BE49-F238E27FC236}">
                <a16:creationId xmlns:a16="http://schemas.microsoft.com/office/drawing/2014/main" id="{B826335D-49EB-18D2-900C-2E62C65D0811}"/>
              </a:ext>
            </a:extLst>
          </p:cNvPr>
          <p:cNvSpPr/>
          <p:nvPr/>
        </p:nvSpPr>
        <p:spPr>
          <a:xfrm>
            <a:off x="8906273" y="2602323"/>
            <a:ext cx="1711143" cy="1711142"/>
          </a:xfrm>
          <a:prstGeom prst="ellipse">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1200" cap="none" spc="0" normalizeH="0" baseline="0" noProof="1">
              <a:ln>
                <a:noFill/>
              </a:ln>
              <a:solidFill>
                <a:prstClr val="black"/>
              </a:solidFill>
              <a:effectLst/>
              <a:uLnTx/>
              <a:uFillTx/>
              <a:latin typeface="Frutiger LT Com 45 Light"/>
              <a:ea typeface="+mn-ea"/>
              <a:cs typeface="+mn-cs"/>
            </a:endParaRPr>
          </a:p>
        </p:txBody>
      </p:sp>
      <p:sp>
        <p:nvSpPr>
          <p:cNvPr id="31" name="Oval 96">
            <a:extLst>
              <a:ext uri="{FF2B5EF4-FFF2-40B4-BE49-F238E27FC236}">
                <a16:creationId xmlns:a16="http://schemas.microsoft.com/office/drawing/2014/main" id="{7B2FC099-B21C-4264-9490-C0A73A596B64}"/>
              </a:ext>
            </a:extLst>
          </p:cNvPr>
          <p:cNvSpPr>
            <a:spLocks noChangeAspect="1"/>
          </p:cNvSpPr>
          <p:nvPr/>
        </p:nvSpPr>
        <p:spPr>
          <a:xfrm>
            <a:off x="9054811" y="2235009"/>
            <a:ext cx="832268" cy="832267"/>
          </a:xfrm>
          <a:prstGeom prst="ellipse">
            <a:avLst/>
          </a:prstGeom>
          <a:solidFill>
            <a:srgbClr val="D8E5EE"/>
          </a:solidFill>
          <a:ln w="12700" cap="flat" cmpd="sng" algn="ctr">
            <a:solidFill>
              <a:schemeClr val="accent2"/>
            </a:solidFill>
            <a:prstDash val="dash"/>
            <a:miter lim="800000"/>
          </a:ln>
          <a:effectLst/>
        </p:spPr>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0" cap="none" spc="0" normalizeH="0" baseline="0" noProof="1">
              <a:ln>
                <a:noFill/>
              </a:ln>
              <a:solidFill>
                <a:prstClr val="black"/>
              </a:solidFill>
              <a:effectLst/>
              <a:uLnTx/>
              <a:uFillTx/>
              <a:latin typeface="Rockwell" panose="02060603020205020403" pitchFamily="18" charset="0"/>
              <a:ea typeface="+mn-ea"/>
              <a:cs typeface="+mn-cs"/>
            </a:endParaRPr>
          </a:p>
        </p:txBody>
      </p:sp>
      <p:sp>
        <p:nvSpPr>
          <p:cNvPr id="32" name="Oval 96">
            <a:extLst>
              <a:ext uri="{FF2B5EF4-FFF2-40B4-BE49-F238E27FC236}">
                <a16:creationId xmlns:a16="http://schemas.microsoft.com/office/drawing/2014/main" id="{09BCD626-767B-4137-6455-A81C3EC2FCDD}"/>
              </a:ext>
            </a:extLst>
          </p:cNvPr>
          <p:cNvSpPr>
            <a:spLocks noChangeAspect="1"/>
          </p:cNvSpPr>
          <p:nvPr/>
        </p:nvSpPr>
        <p:spPr>
          <a:xfrm>
            <a:off x="8630610" y="3471888"/>
            <a:ext cx="832268" cy="832267"/>
          </a:xfrm>
          <a:prstGeom prst="ellipse">
            <a:avLst/>
          </a:prstGeom>
          <a:solidFill>
            <a:srgbClr val="D8E5EE"/>
          </a:solidFill>
          <a:ln w="12700" cap="flat" cmpd="sng" algn="ctr">
            <a:solidFill>
              <a:schemeClr val="accent2"/>
            </a:solidFill>
            <a:prstDash val="dash"/>
            <a:miter lim="800000"/>
          </a:ln>
          <a:effectLst/>
        </p:spPr>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0" cap="none" spc="0" normalizeH="0" baseline="0" noProof="1">
              <a:ln>
                <a:noFill/>
              </a:ln>
              <a:solidFill>
                <a:prstClr val="black"/>
              </a:solidFill>
              <a:effectLst/>
              <a:uLnTx/>
              <a:uFillTx/>
              <a:latin typeface="Rockwell" panose="02060603020205020403" pitchFamily="18" charset="0"/>
              <a:ea typeface="+mn-ea"/>
              <a:cs typeface="+mn-cs"/>
            </a:endParaRPr>
          </a:p>
        </p:txBody>
      </p:sp>
      <p:sp>
        <p:nvSpPr>
          <p:cNvPr id="33" name="Oval 96">
            <a:extLst>
              <a:ext uri="{FF2B5EF4-FFF2-40B4-BE49-F238E27FC236}">
                <a16:creationId xmlns:a16="http://schemas.microsoft.com/office/drawing/2014/main" id="{0157B4C4-848D-B177-6837-C311306541B2}"/>
              </a:ext>
            </a:extLst>
          </p:cNvPr>
          <p:cNvSpPr>
            <a:spLocks noChangeAspect="1"/>
          </p:cNvSpPr>
          <p:nvPr/>
        </p:nvSpPr>
        <p:spPr>
          <a:xfrm>
            <a:off x="10109442" y="3383307"/>
            <a:ext cx="832268" cy="832267"/>
          </a:xfrm>
          <a:prstGeom prst="ellipse">
            <a:avLst/>
          </a:prstGeom>
          <a:solidFill>
            <a:srgbClr val="D8E5EE"/>
          </a:solidFill>
          <a:ln w="12700" cap="flat" cmpd="sng" algn="ctr">
            <a:solidFill>
              <a:schemeClr val="accent2"/>
            </a:solidFill>
            <a:prstDash val="dash"/>
            <a:miter lim="800000"/>
          </a:ln>
          <a:effectLst/>
        </p:spPr>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0" cap="none" spc="0" normalizeH="0" baseline="0" noProof="1">
              <a:ln>
                <a:noFill/>
              </a:ln>
              <a:solidFill>
                <a:prstClr val="black"/>
              </a:solidFill>
              <a:effectLst/>
              <a:uLnTx/>
              <a:uFillTx/>
              <a:latin typeface="Rockwell" panose="02060603020205020403" pitchFamily="18" charset="0"/>
              <a:ea typeface="+mn-ea"/>
              <a:cs typeface="+mn-cs"/>
            </a:endParaRPr>
          </a:p>
        </p:txBody>
      </p:sp>
      <p:sp>
        <p:nvSpPr>
          <p:cNvPr id="40" name="TextBox 39">
            <a:extLst>
              <a:ext uri="{FF2B5EF4-FFF2-40B4-BE49-F238E27FC236}">
                <a16:creationId xmlns:a16="http://schemas.microsoft.com/office/drawing/2014/main" id="{E7FB3CC1-2178-6BDA-B159-E9E24226B133}"/>
              </a:ext>
            </a:extLst>
          </p:cNvPr>
          <p:cNvSpPr txBox="1"/>
          <p:nvPr/>
        </p:nvSpPr>
        <p:spPr>
          <a:xfrm>
            <a:off x="8591971" y="1682285"/>
            <a:ext cx="2590215" cy="324464"/>
          </a:xfrm>
          <a:prstGeom prst="rect">
            <a:avLst/>
          </a:prstGeom>
        </p:spPr>
        <p:txBody>
          <a:bodyPr vert="horz" wrap="square" lIns="0" tIns="0" rIns="0" bIns="0" rtlCol="0">
            <a:noAutofit/>
          </a:bodyPr>
          <a:lstStyle/>
          <a:p>
            <a:pPr algn="ctr"/>
            <a:r>
              <a:rPr lang="en-DE" sz="1400" b="1" dirty="0">
                <a:solidFill>
                  <a:schemeClr val="accent3">
                    <a:lumMod val="75000"/>
                  </a:schemeClr>
                </a:solidFill>
              </a:rPr>
              <a:t>Multi-agent systems</a:t>
            </a:r>
          </a:p>
        </p:txBody>
      </p:sp>
      <p:pic>
        <p:nvPicPr>
          <p:cNvPr id="41" name="Graphic 40" descr="Robot outline">
            <a:extLst>
              <a:ext uri="{FF2B5EF4-FFF2-40B4-BE49-F238E27FC236}">
                <a16:creationId xmlns:a16="http://schemas.microsoft.com/office/drawing/2014/main" id="{F427D3FD-9D92-E218-4625-09383FFCE7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4945" y="2296323"/>
            <a:ext cx="612000" cy="612000"/>
          </a:xfrm>
          <a:prstGeom prst="rect">
            <a:avLst/>
          </a:prstGeom>
        </p:spPr>
      </p:pic>
      <p:pic>
        <p:nvPicPr>
          <p:cNvPr id="42" name="Graphic 41" descr="Robot outline">
            <a:extLst>
              <a:ext uri="{FF2B5EF4-FFF2-40B4-BE49-F238E27FC236}">
                <a16:creationId xmlns:a16="http://schemas.microsoft.com/office/drawing/2014/main" id="{42B3C78E-244A-B58B-F827-5A468DC6A8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40744" y="3582021"/>
            <a:ext cx="612000" cy="612000"/>
          </a:xfrm>
          <a:prstGeom prst="rect">
            <a:avLst/>
          </a:prstGeom>
        </p:spPr>
      </p:pic>
      <p:pic>
        <p:nvPicPr>
          <p:cNvPr id="43" name="Graphic 42" descr="Robot outline">
            <a:extLst>
              <a:ext uri="{FF2B5EF4-FFF2-40B4-BE49-F238E27FC236}">
                <a16:creationId xmlns:a16="http://schemas.microsoft.com/office/drawing/2014/main" id="{B8FCEAF6-8E29-7028-612E-1A06B74091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19576" y="3493440"/>
            <a:ext cx="612000" cy="612000"/>
          </a:xfrm>
          <a:prstGeom prst="rect">
            <a:avLst/>
          </a:prstGeom>
        </p:spPr>
      </p:pic>
      <p:sp>
        <p:nvSpPr>
          <p:cNvPr id="5" name="Rectangle 4">
            <a:extLst>
              <a:ext uri="{FF2B5EF4-FFF2-40B4-BE49-F238E27FC236}">
                <a16:creationId xmlns:a16="http://schemas.microsoft.com/office/drawing/2014/main" id="{94C572A4-555F-A86A-1291-48FBF04368AA}"/>
              </a:ext>
            </a:extLst>
          </p:cNvPr>
          <p:cNvSpPr/>
          <p:nvPr/>
        </p:nvSpPr>
        <p:spPr>
          <a:xfrm>
            <a:off x="-670434" y="-598972"/>
            <a:ext cx="13530469" cy="7964557"/>
          </a:xfrm>
          <a:prstGeom prst="rect">
            <a:avLst/>
          </a:prstGeom>
          <a:solidFill>
            <a:schemeClr val="bg1">
              <a:lumMod val="95000"/>
              <a:alpha val="820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9" name="Rounded Rectangle 8">
            <a:extLst>
              <a:ext uri="{FF2B5EF4-FFF2-40B4-BE49-F238E27FC236}">
                <a16:creationId xmlns:a16="http://schemas.microsoft.com/office/drawing/2014/main" id="{B84DAD16-C9FE-F51E-5252-A42356790991}"/>
              </a:ext>
            </a:extLst>
          </p:cNvPr>
          <p:cNvSpPr/>
          <p:nvPr/>
        </p:nvSpPr>
        <p:spPr>
          <a:xfrm>
            <a:off x="3550018" y="2758945"/>
            <a:ext cx="5091964" cy="134011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dirty="0"/>
              <a:t>N</a:t>
            </a:r>
            <a:r>
              <a:rPr lang="en-GB" dirty="0"/>
              <a:t>OT DONE IN SCOPE OF THESIS</a:t>
            </a:r>
            <a:endParaRPr lang="en-DE" dirty="0"/>
          </a:p>
        </p:txBody>
      </p:sp>
    </p:spTree>
    <p:extLst>
      <p:ext uri="{BB962C8B-B14F-4D97-AF65-F5344CB8AC3E}">
        <p14:creationId xmlns:p14="http://schemas.microsoft.com/office/powerpoint/2010/main" val="31039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828B-151A-0C8E-78EF-DC590F4D9C5A}"/>
              </a:ext>
            </a:extLst>
          </p:cNvPr>
          <p:cNvSpPr>
            <a:spLocks noGrp="1"/>
          </p:cNvSpPr>
          <p:nvPr>
            <p:ph type="title"/>
          </p:nvPr>
        </p:nvSpPr>
        <p:spPr/>
        <p:txBody>
          <a:bodyPr/>
          <a:lstStyle/>
          <a:p>
            <a:r>
              <a:rPr lang="en-DE" dirty="0"/>
              <a:t>Theoretical Background: I-P-O &amp; SMM</a:t>
            </a:r>
          </a:p>
        </p:txBody>
      </p:sp>
      <p:sp>
        <p:nvSpPr>
          <p:cNvPr id="3" name="Text Placeholder 2">
            <a:extLst>
              <a:ext uri="{FF2B5EF4-FFF2-40B4-BE49-F238E27FC236}">
                <a16:creationId xmlns:a16="http://schemas.microsoft.com/office/drawing/2014/main" id="{7930E47D-EC08-D310-DF50-8D20D1CD5BC0}"/>
              </a:ext>
            </a:extLst>
          </p:cNvPr>
          <p:cNvSpPr>
            <a:spLocks noGrp="1"/>
          </p:cNvSpPr>
          <p:nvPr>
            <p:ph type="body" sz="quarter" idx="13"/>
          </p:nvPr>
        </p:nvSpPr>
        <p:spPr/>
        <p:txBody>
          <a:bodyPr/>
          <a:lstStyle/>
          <a:p>
            <a:endParaRPr lang="en-DE"/>
          </a:p>
        </p:txBody>
      </p:sp>
      <p:sp>
        <p:nvSpPr>
          <p:cNvPr id="4" name="Text Placeholder 3">
            <a:extLst>
              <a:ext uri="{FF2B5EF4-FFF2-40B4-BE49-F238E27FC236}">
                <a16:creationId xmlns:a16="http://schemas.microsoft.com/office/drawing/2014/main" id="{8E68F663-A783-5714-67F2-8F223E4431C6}"/>
              </a:ext>
            </a:extLst>
          </p:cNvPr>
          <p:cNvSpPr>
            <a:spLocks noGrp="1"/>
          </p:cNvSpPr>
          <p:nvPr>
            <p:ph type="body" sz="quarter" idx="14"/>
          </p:nvPr>
        </p:nvSpPr>
        <p:spPr/>
        <p:txBody>
          <a:bodyPr/>
          <a:lstStyle/>
          <a:p>
            <a:r>
              <a:rPr lang="en-DE" dirty="0"/>
              <a:t>2</a:t>
            </a:r>
          </a:p>
        </p:txBody>
      </p:sp>
    </p:spTree>
    <p:extLst>
      <p:ext uri="{BB962C8B-B14F-4D97-AF65-F5344CB8AC3E}">
        <p14:creationId xmlns:p14="http://schemas.microsoft.com/office/powerpoint/2010/main" val="340031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8EA71-5070-C730-D319-6F8AD00D3942}"/>
              </a:ext>
            </a:extLst>
          </p:cNvPr>
          <p:cNvSpPr>
            <a:spLocks noGrp="1"/>
          </p:cNvSpPr>
          <p:nvPr>
            <p:ph type="title"/>
          </p:nvPr>
        </p:nvSpPr>
        <p:spPr/>
        <p:txBody>
          <a:bodyPr/>
          <a:lstStyle/>
          <a:p>
            <a:r>
              <a:rPr lang="en-DE" dirty="0"/>
              <a:t>Input-Process-Output Framework (I-P-O)</a:t>
            </a:r>
          </a:p>
        </p:txBody>
      </p:sp>
      <p:sp>
        <p:nvSpPr>
          <p:cNvPr id="3" name="Date Placeholder 2">
            <a:extLst>
              <a:ext uri="{FF2B5EF4-FFF2-40B4-BE49-F238E27FC236}">
                <a16:creationId xmlns:a16="http://schemas.microsoft.com/office/drawing/2014/main" id="{474BBF9E-55C0-1BF0-7FFB-54154B3A8184}"/>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B59D225D-B57E-4C58-80BA-24E132F37723}"/>
              </a:ext>
            </a:extLst>
          </p:cNvPr>
          <p:cNvSpPr>
            <a:spLocks noGrp="1"/>
          </p:cNvSpPr>
          <p:nvPr>
            <p:ph type="sldNum" sz="quarter" idx="12"/>
          </p:nvPr>
        </p:nvSpPr>
        <p:spPr/>
        <p:txBody>
          <a:bodyPr/>
          <a:lstStyle/>
          <a:p>
            <a:fld id="{64647E8F-5052-4581-98D0-7C32D5A45346}" type="slidenum">
              <a:rPr lang="en-US" smtClean="0"/>
              <a:pPr/>
              <a:t>11</a:t>
            </a:fld>
            <a:endParaRPr lang="en-US"/>
          </a:p>
        </p:txBody>
      </p:sp>
      <p:sp>
        <p:nvSpPr>
          <p:cNvPr id="6" name="Content Placeholder 5">
            <a:extLst>
              <a:ext uri="{FF2B5EF4-FFF2-40B4-BE49-F238E27FC236}">
                <a16:creationId xmlns:a16="http://schemas.microsoft.com/office/drawing/2014/main" id="{0D160437-EECC-87C0-294D-F4E2AF31719D}"/>
              </a:ext>
            </a:extLst>
          </p:cNvPr>
          <p:cNvSpPr>
            <a:spLocks noGrp="1"/>
          </p:cNvSpPr>
          <p:nvPr>
            <p:ph sz="quarter" idx="17"/>
          </p:nvPr>
        </p:nvSpPr>
        <p:spPr/>
        <p:txBody>
          <a:bodyPr/>
          <a:lstStyle/>
          <a:p>
            <a:r>
              <a:rPr lang="en-DE" dirty="0"/>
              <a:t>Mathieu et al., 2000</a:t>
            </a:r>
          </a:p>
        </p:txBody>
      </p:sp>
      <p:sp>
        <p:nvSpPr>
          <p:cNvPr id="7" name="Footer Placeholder 6">
            <a:extLst>
              <a:ext uri="{FF2B5EF4-FFF2-40B4-BE49-F238E27FC236}">
                <a16:creationId xmlns:a16="http://schemas.microsoft.com/office/drawing/2014/main" id="{C700D324-D8EA-CDB7-21A0-0B98A0510218}"/>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sp>
        <p:nvSpPr>
          <p:cNvPr id="8" name="TextBox 7">
            <a:extLst>
              <a:ext uri="{FF2B5EF4-FFF2-40B4-BE49-F238E27FC236}">
                <a16:creationId xmlns:a16="http://schemas.microsoft.com/office/drawing/2014/main" id="{EF55836A-62BC-78AE-5293-F74AC674B49B}"/>
              </a:ext>
            </a:extLst>
          </p:cNvPr>
          <p:cNvSpPr txBox="1"/>
          <p:nvPr/>
        </p:nvSpPr>
        <p:spPr>
          <a:xfrm>
            <a:off x="3671799" y="1413623"/>
            <a:ext cx="4835990" cy="380777"/>
          </a:xfrm>
          <a:prstGeom prst="rect">
            <a:avLst/>
          </a:prstGeom>
        </p:spPr>
        <p:txBody>
          <a:bodyPr vert="horz" wrap="square" lIns="0" tIns="0" rIns="0" bIns="0" rtlCol="0">
            <a:noAutofit/>
          </a:bodyPr>
          <a:lstStyle/>
          <a:p>
            <a:pPr algn="ctr"/>
            <a:r>
              <a:rPr lang="en-DE" sz="2400" b="1" dirty="0">
                <a:latin typeface="Times New Roman" panose="02020603050405020304" pitchFamily="18" charset="0"/>
                <a:cs typeface="Times New Roman" panose="02020603050405020304" pitchFamily="18" charset="0"/>
              </a:rPr>
              <a:t>Human team cognition perspective</a:t>
            </a:r>
          </a:p>
        </p:txBody>
      </p:sp>
      <p:sp>
        <p:nvSpPr>
          <p:cNvPr id="9" name="Rectangle 8">
            <a:extLst>
              <a:ext uri="{FF2B5EF4-FFF2-40B4-BE49-F238E27FC236}">
                <a16:creationId xmlns:a16="http://schemas.microsoft.com/office/drawing/2014/main" id="{E7ED831C-BED2-87F2-F10B-BFC6FE9DBAFB}"/>
              </a:ext>
            </a:extLst>
          </p:cNvPr>
          <p:cNvSpPr/>
          <p:nvPr/>
        </p:nvSpPr>
        <p:spPr>
          <a:xfrm>
            <a:off x="517496" y="3299492"/>
            <a:ext cx="2875731" cy="779646"/>
          </a:xfrm>
          <a:prstGeom prst="rect">
            <a:avLst/>
          </a:prstGeom>
          <a:solidFill>
            <a:srgbClr val="D8E5E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b="1" dirty="0">
                <a:solidFill>
                  <a:schemeClr val="tx1"/>
                </a:solidFill>
                <a:latin typeface="Times New Roman" panose="02020603050405020304" pitchFamily="18" charset="0"/>
                <a:cs typeface="Times New Roman" panose="02020603050405020304" pitchFamily="18" charset="0"/>
              </a:rPr>
              <a:t>Input</a:t>
            </a:r>
          </a:p>
        </p:txBody>
      </p:sp>
      <p:sp>
        <p:nvSpPr>
          <p:cNvPr id="10" name="Rectangle 9">
            <a:extLst>
              <a:ext uri="{FF2B5EF4-FFF2-40B4-BE49-F238E27FC236}">
                <a16:creationId xmlns:a16="http://schemas.microsoft.com/office/drawing/2014/main" id="{8B61EE3C-51DB-EA6C-B6EB-51E62EF452AD}"/>
              </a:ext>
            </a:extLst>
          </p:cNvPr>
          <p:cNvSpPr/>
          <p:nvPr/>
        </p:nvSpPr>
        <p:spPr>
          <a:xfrm>
            <a:off x="8729765" y="3299492"/>
            <a:ext cx="2875731" cy="779646"/>
          </a:xfrm>
          <a:prstGeom prst="rect">
            <a:avLst/>
          </a:prstGeom>
          <a:solidFill>
            <a:srgbClr val="D8E5E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b="1" dirty="0">
                <a:solidFill>
                  <a:schemeClr val="tx1"/>
                </a:solidFill>
                <a:latin typeface="Times New Roman" panose="02020603050405020304" pitchFamily="18" charset="0"/>
                <a:cs typeface="Times New Roman" panose="02020603050405020304" pitchFamily="18" charset="0"/>
              </a:rPr>
              <a:t>Outcome</a:t>
            </a:r>
          </a:p>
        </p:txBody>
      </p:sp>
      <p:cxnSp>
        <p:nvCxnSpPr>
          <p:cNvPr id="12" name="Straight Arrow Connector 11">
            <a:extLst>
              <a:ext uri="{FF2B5EF4-FFF2-40B4-BE49-F238E27FC236}">
                <a16:creationId xmlns:a16="http://schemas.microsoft.com/office/drawing/2014/main" id="{6CA2D29C-6D96-DF3D-FEFC-4108D24D5639}"/>
              </a:ext>
            </a:extLst>
          </p:cNvPr>
          <p:cNvCxnSpPr>
            <a:cxnSpLocks/>
            <a:stCxn id="13" idx="2"/>
            <a:endCxn id="9" idx="0"/>
          </p:cNvCxnSpPr>
          <p:nvPr/>
        </p:nvCxnSpPr>
        <p:spPr>
          <a:xfrm>
            <a:off x="1955361" y="2465652"/>
            <a:ext cx="1" cy="833840"/>
          </a:xfrm>
          <a:prstGeom prst="straightConnector1">
            <a:avLst/>
          </a:prstGeom>
          <a:ln w="12700">
            <a:prstDash val="lgDash"/>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DC16214-7A51-7BEE-B195-8D0568E9F432}"/>
              </a:ext>
            </a:extLst>
          </p:cNvPr>
          <p:cNvSpPr txBox="1"/>
          <p:nvPr/>
        </p:nvSpPr>
        <p:spPr>
          <a:xfrm>
            <a:off x="902757" y="2186520"/>
            <a:ext cx="2105208" cy="279132"/>
          </a:xfrm>
          <a:prstGeom prst="roundRect">
            <a:avLst/>
          </a:prstGeom>
          <a:solidFill>
            <a:schemeClr val="bg1"/>
          </a:solidFill>
          <a:ln w="12700">
            <a:solidFill>
              <a:schemeClr val="tx1"/>
            </a:solidFill>
          </a:ln>
        </p:spPr>
        <p:txBody>
          <a:bodyPr vert="horz" wrap="square" lIns="0" tIns="0" rIns="0" bIns="0" rtlCol="0" anchor="ctr" anchorCtr="0">
            <a:noAutofit/>
          </a:bodyPr>
          <a:lstStyle/>
          <a:p>
            <a:pPr algn="ctr"/>
            <a:r>
              <a:rPr lang="en-DE" sz="1400" dirty="0">
                <a:latin typeface="Times New Roman" panose="02020603050405020304" pitchFamily="18" charset="0"/>
                <a:cs typeface="Times New Roman" panose="02020603050405020304" pitchFamily="18" charset="0"/>
              </a:rPr>
              <a:t>Shared mental model</a:t>
            </a:r>
          </a:p>
        </p:txBody>
      </p:sp>
      <p:cxnSp>
        <p:nvCxnSpPr>
          <p:cNvPr id="15" name="Straight Arrow Connector 14">
            <a:extLst>
              <a:ext uri="{FF2B5EF4-FFF2-40B4-BE49-F238E27FC236}">
                <a16:creationId xmlns:a16="http://schemas.microsoft.com/office/drawing/2014/main" id="{CACDF03A-EB13-30C0-378E-4ECE95F1B97F}"/>
              </a:ext>
            </a:extLst>
          </p:cNvPr>
          <p:cNvCxnSpPr>
            <a:cxnSpLocks/>
            <a:stCxn id="10" idx="0"/>
            <a:endCxn id="16" idx="2"/>
          </p:cNvCxnSpPr>
          <p:nvPr/>
        </p:nvCxnSpPr>
        <p:spPr>
          <a:xfrm flipV="1">
            <a:off x="10167631" y="2465652"/>
            <a:ext cx="0" cy="833840"/>
          </a:xfrm>
          <a:prstGeom prst="straightConnector1">
            <a:avLst/>
          </a:prstGeom>
          <a:ln w="12700">
            <a:prstDash val="lgDash"/>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8DAFB0DD-3DA5-F09B-E54E-7B52DC2FEA9C}"/>
              </a:ext>
            </a:extLst>
          </p:cNvPr>
          <p:cNvSpPr txBox="1"/>
          <p:nvPr/>
        </p:nvSpPr>
        <p:spPr>
          <a:xfrm>
            <a:off x="9258043" y="2186520"/>
            <a:ext cx="1819175" cy="279132"/>
          </a:xfrm>
          <a:prstGeom prst="roundRect">
            <a:avLst/>
          </a:prstGeom>
          <a:solidFill>
            <a:schemeClr val="bg1"/>
          </a:solidFill>
          <a:ln w="12700">
            <a:solidFill>
              <a:schemeClr val="tx1"/>
            </a:solidFill>
          </a:ln>
        </p:spPr>
        <p:txBody>
          <a:bodyPr vert="horz" wrap="square" lIns="0" tIns="0" rIns="0" bIns="0" rtlCol="0" anchor="ctr" anchorCtr="0">
            <a:noAutofit/>
          </a:bodyPr>
          <a:lstStyle/>
          <a:p>
            <a:pPr algn="ctr"/>
            <a:r>
              <a:rPr lang="en-DE" sz="1400" dirty="0">
                <a:latin typeface="Times New Roman" panose="02020603050405020304" pitchFamily="18" charset="0"/>
                <a:cs typeface="Times New Roman" panose="02020603050405020304" pitchFamily="18" charset="0"/>
              </a:rPr>
              <a:t>Team performance</a:t>
            </a:r>
          </a:p>
        </p:txBody>
      </p:sp>
      <p:cxnSp>
        <p:nvCxnSpPr>
          <p:cNvPr id="19" name="Straight Arrow Connector 18">
            <a:extLst>
              <a:ext uri="{FF2B5EF4-FFF2-40B4-BE49-F238E27FC236}">
                <a16:creationId xmlns:a16="http://schemas.microsoft.com/office/drawing/2014/main" id="{90071B6E-503C-B021-76FC-510F09AC264E}"/>
              </a:ext>
            </a:extLst>
          </p:cNvPr>
          <p:cNvCxnSpPr>
            <a:cxnSpLocks/>
            <a:stCxn id="9" idx="3"/>
            <a:endCxn id="33" idx="1"/>
          </p:cNvCxnSpPr>
          <p:nvPr/>
        </p:nvCxnSpPr>
        <p:spPr>
          <a:xfrm>
            <a:off x="3393227" y="3689315"/>
            <a:ext cx="12587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35E28F24-381E-BF6F-A3D1-37FBEFA18753}"/>
              </a:ext>
            </a:extLst>
          </p:cNvPr>
          <p:cNvCxnSpPr>
            <a:cxnSpLocks/>
            <a:stCxn id="33" idx="3"/>
            <a:endCxn id="10" idx="1"/>
          </p:cNvCxnSpPr>
          <p:nvPr/>
        </p:nvCxnSpPr>
        <p:spPr>
          <a:xfrm>
            <a:off x="7527660" y="3689315"/>
            <a:ext cx="120210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CFD45F34-314A-E112-09D8-3FD5E6D741B4}"/>
              </a:ext>
            </a:extLst>
          </p:cNvPr>
          <p:cNvCxnSpPr>
            <a:cxnSpLocks/>
            <a:stCxn id="10" idx="2"/>
            <a:endCxn id="57" idx="0"/>
          </p:cNvCxnSpPr>
          <p:nvPr/>
        </p:nvCxnSpPr>
        <p:spPr>
          <a:xfrm flipH="1">
            <a:off x="9193524" y="4079138"/>
            <a:ext cx="974107" cy="833446"/>
          </a:xfrm>
          <a:prstGeom prst="straightConnector1">
            <a:avLst/>
          </a:prstGeom>
          <a:ln w="12700">
            <a:prstDash val="lgDash"/>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5FAF2EB6-F584-D44C-1AB4-717FEE1C770D}"/>
              </a:ext>
            </a:extLst>
          </p:cNvPr>
          <p:cNvSpPr txBox="1"/>
          <p:nvPr/>
        </p:nvSpPr>
        <p:spPr>
          <a:xfrm>
            <a:off x="257155" y="4912584"/>
            <a:ext cx="3396414" cy="279132"/>
          </a:xfrm>
          <a:prstGeom prst="roundRect">
            <a:avLst/>
          </a:prstGeom>
          <a:solidFill>
            <a:srgbClr val="B2DECF"/>
          </a:solidFill>
          <a:ln w="12700">
            <a:solidFill>
              <a:schemeClr val="tx1"/>
            </a:solidFill>
          </a:ln>
        </p:spPr>
        <p:txBody>
          <a:bodyPr vert="horz" wrap="square" lIns="0" tIns="0" rIns="0" bIns="0" rtlCol="0" anchor="ctr" anchorCtr="0">
            <a:noAutofit/>
          </a:bodyPr>
          <a:lstStyle/>
          <a:p>
            <a:pPr algn="ctr"/>
            <a:r>
              <a:rPr lang="en-DE" sz="1400" dirty="0">
                <a:latin typeface="Times New Roman" panose="02020603050405020304" pitchFamily="18" charset="0"/>
                <a:cs typeface="Times New Roman" panose="02020603050405020304" pitchFamily="18" charset="0"/>
              </a:rPr>
              <a:t>SMM-inspired structured memory</a:t>
            </a:r>
          </a:p>
        </p:txBody>
      </p:sp>
      <p:cxnSp>
        <p:nvCxnSpPr>
          <p:cNvPr id="30" name="Straight Arrow Connector 29">
            <a:extLst>
              <a:ext uri="{FF2B5EF4-FFF2-40B4-BE49-F238E27FC236}">
                <a16:creationId xmlns:a16="http://schemas.microsoft.com/office/drawing/2014/main" id="{604DE7B6-8A54-C37F-AC3A-F463E964A08F}"/>
              </a:ext>
            </a:extLst>
          </p:cNvPr>
          <p:cNvCxnSpPr>
            <a:cxnSpLocks/>
            <a:stCxn id="29" idx="0"/>
            <a:endCxn id="9" idx="2"/>
          </p:cNvCxnSpPr>
          <p:nvPr/>
        </p:nvCxnSpPr>
        <p:spPr>
          <a:xfrm flipV="1">
            <a:off x="1955362" y="4079138"/>
            <a:ext cx="0" cy="833446"/>
          </a:xfrm>
          <a:prstGeom prst="straightConnector1">
            <a:avLst/>
          </a:prstGeom>
          <a:ln w="12700">
            <a:prstDash val="lgDash"/>
            <a:tailEnd type="triangle"/>
          </a:ln>
        </p:spPr>
        <p:style>
          <a:lnRef idx="1">
            <a:schemeClr val="dk1"/>
          </a:lnRef>
          <a:fillRef idx="0">
            <a:schemeClr val="dk1"/>
          </a:fillRef>
          <a:effectRef idx="0">
            <a:schemeClr val="dk1"/>
          </a:effectRef>
          <a:fontRef idx="minor">
            <a:schemeClr val="tx1"/>
          </a:fontRef>
        </p:style>
      </p:cxnSp>
      <p:sp>
        <p:nvSpPr>
          <p:cNvPr id="33" name="Rectangle 32">
            <a:extLst>
              <a:ext uri="{FF2B5EF4-FFF2-40B4-BE49-F238E27FC236}">
                <a16:creationId xmlns:a16="http://schemas.microsoft.com/office/drawing/2014/main" id="{1FC50627-F8E0-6BB8-3F2D-624B9AE2C449}"/>
              </a:ext>
            </a:extLst>
          </p:cNvPr>
          <p:cNvSpPr/>
          <p:nvPr/>
        </p:nvSpPr>
        <p:spPr>
          <a:xfrm>
            <a:off x="4651929" y="3299492"/>
            <a:ext cx="2875731" cy="779646"/>
          </a:xfrm>
          <a:prstGeom prst="rect">
            <a:avLst/>
          </a:prstGeom>
          <a:solidFill>
            <a:srgbClr val="D8E5E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b="1" dirty="0">
                <a:solidFill>
                  <a:schemeClr val="tx1"/>
                </a:solidFill>
                <a:latin typeface="Times New Roman" panose="02020603050405020304" pitchFamily="18" charset="0"/>
                <a:cs typeface="Times New Roman" panose="02020603050405020304" pitchFamily="18" charset="0"/>
              </a:rPr>
              <a:t>(Team) Process</a:t>
            </a:r>
          </a:p>
        </p:txBody>
      </p:sp>
      <p:cxnSp>
        <p:nvCxnSpPr>
          <p:cNvPr id="40" name="Straight Arrow Connector 39">
            <a:extLst>
              <a:ext uri="{FF2B5EF4-FFF2-40B4-BE49-F238E27FC236}">
                <a16:creationId xmlns:a16="http://schemas.microsoft.com/office/drawing/2014/main" id="{408E59E6-3FEF-E20D-F654-69B4E69B8A7B}"/>
              </a:ext>
            </a:extLst>
          </p:cNvPr>
          <p:cNvCxnSpPr>
            <a:cxnSpLocks/>
            <a:stCxn id="44" idx="2"/>
            <a:endCxn id="33" idx="0"/>
          </p:cNvCxnSpPr>
          <p:nvPr/>
        </p:nvCxnSpPr>
        <p:spPr>
          <a:xfrm>
            <a:off x="5045786" y="2465652"/>
            <a:ext cx="1044009" cy="833840"/>
          </a:xfrm>
          <a:prstGeom prst="straightConnector1">
            <a:avLst/>
          </a:prstGeom>
          <a:ln w="12700">
            <a:prstDash val="lgDash"/>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E67046FE-6013-A713-6A56-D3F512C94851}"/>
              </a:ext>
            </a:extLst>
          </p:cNvPr>
          <p:cNvCxnSpPr>
            <a:cxnSpLocks/>
            <a:stCxn id="52" idx="2"/>
            <a:endCxn id="33" idx="0"/>
          </p:cNvCxnSpPr>
          <p:nvPr/>
        </p:nvCxnSpPr>
        <p:spPr>
          <a:xfrm flipH="1">
            <a:off x="6089795" y="2466046"/>
            <a:ext cx="1044009" cy="833446"/>
          </a:xfrm>
          <a:prstGeom prst="straightConnector1">
            <a:avLst/>
          </a:prstGeom>
          <a:ln w="12700">
            <a:prstDash val="lgDash"/>
            <a:tailEnd type="triangle"/>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94CC209E-8477-C669-C776-89C57C890A09}"/>
              </a:ext>
            </a:extLst>
          </p:cNvPr>
          <p:cNvSpPr txBox="1"/>
          <p:nvPr/>
        </p:nvSpPr>
        <p:spPr>
          <a:xfrm>
            <a:off x="4136198" y="2186520"/>
            <a:ext cx="1819175" cy="279132"/>
          </a:xfrm>
          <a:prstGeom prst="roundRect">
            <a:avLst/>
          </a:prstGeom>
          <a:solidFill>
            <a:schemeClr val="bg1"/>
          </a:solidFill>
          <a:ln w="12700">
            <a:solidFill>
              <a:schemeClr val="tx1"/>
            </a:solidFill>
          </a:ln>
        </p:spPr>
        <p:txBody>
          <a:bodyPr vert="horz" wrap="square" lIns="0" tIns="0" rIns="0" bIns="0" rtlCol="0" anchor="ctr" anchorCtr="0">
            <a:noAutofit/>
          </a:bodyPr>
          <a:lstStyle>
            <a:defPPr>
              <a:defRPr lang="en-US"/>
            </a:defPPr>
            <a:lvl1pPr algn="ctr">
              <a:defRPr sz="1400"/>
            </a:lvl1pPr>
          </a:lstStyle>
          <a:p>
            <a:r>
              <a:rPr lang="en-DE" dirty="0">
                <a:latin typeface="Times New Roman" panose="02020603050405020304" pitchFamily="18" charset="0"/>
                <a:cs typeface="Times New Roman" panose="02020603050405020304" pitchFamily="18" charset="0"/>
              </a:rPr>
              <a:t>Communication</a:t>
            </a:r>
          </a:p>
        </p:txBody>
      </p:sp>
      <p:sp>
        <p:nvSpPr>
          <p:cNvPr id="52" name="TextBox 51">
            <a:extLst>
              <a:ext uri="{FF2B5EF4-FFF2-40B4-BE49-F238E27FC236}">
                <a16:creationId xmlns:a16="http://schemas.microsoft.com/office/drawing/2014/main" id="{DDEEA92C-9827-EEFD-1FA0-B4C68B942F88}"/>
              </a:ext>
            </a:extLst>
          </p:cNvPr>
          <p:cNvSpPr txBox="1"/>
          <p:nvPr/>
        </p:nvSpPr>
        <p:spPr>
          <a:xfrm>
            <a:off x="6224216" y="2186914"/>
            <a:ext cx="1819175" cy="279132"/>
          </a:xfrm>
          <a:prstGeom prst="roundRect">
            <a:avLst/>
          </a:prstGeom>
          <a:solidFill>
            <a:schemeClr val="bg1"/>
          </a:solidFill>
          <a:ln w="12700">
            <a:solidFill>
              <a:schemeClr val="tx1"/>
            </a:solidFill>
          </a:ln>
        </p:spPr>
        <p:txBody>
          <a:bodyPr vert="horz" wrap="square" lIns="0" tIns="0" rIns="0" bIns="0" rtlCol="0" anchor="ctr" anchorCtr="0">
            <a:noAutofit/>
          </a:bodyPr>
          <a:lstStyle/>
          <a:p>
            <a:pPr algn="ctr"/>
            <a:r>
              <a:rPr lang="en-DE" sz="1400" dirty="0">
                <a:latin typeface="Times New Roman" panose="02020603050405020304" pitchFamily="18" charset="0"/>
                <a:cs typeface="Times New Roman" panose="02020603050405020304" pitchFamily="18" charset="0"/>
              </a:rPr>
              <a:t>Cooperation</a:t>
            </a:r>
          </a:p>
        </p:txBody>
      </p:sp>
      <p:cxnSp>
        <p:nvCxnSpPr>
          <p:cNvPr id="53" name="Straight Arrow Connector 52">
            <a:extLst>
              <a:ext uri="{FF2B5EF4-FFF2-40B4-BE49-F238E27FC236}">
                <a16:creationId xmlns:a16="http://schemas.microsoft.com/office/drawing/2014/main" id="{46C41682-1824-094B-E9E3-C52F93A77B9C}"/>
              </a:ext>
            </a:extLst>
          </p:cNvPr>
          <p:cNvCxnSpPr>
            <a:cxnSpLocks/>
            <a:stCxn id="55" idx="0"/>
            <a:endCxn id="33" idx="2"/>
          </p:cNvCxnSpPr>
          <p:nvPr/>
        </p:nvCxnSpPr>
        <p:spPr>
          <a:xfrm flipV="1">
            <a:off x="5045786" y="4079138"/>
            <a:ext cx="1044009" cy="833446"/>
          </a:xfrm>
          <a:prstGeom prst="straightConnector1">
            <a:avLst/>
          </a:prstGeom>
          <a:ln w="12700">
            <a:prstDash val="lgDash"/>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CF68CFF1-D0A3-C3A9-B308-51D3F1339F3E}"/>
              </a:ext>
            </a:extLst>
          </p:cNvPr>
          <p:cNvCxnSpPr>
            <a:cxnSpLocks/>
            <a:stCxn id="56" idx="0"/>
            <a:endCxn id="33" idx="2"/>
          </p:cNvCxnSpPr>
          <p:nvPr/>
        </p:nvCxnSpPr>
        <p:spPr>
          <a:xfrm flipH="1" flipV="1">
            <a:off x="6089795" y="4079138"/>
            <a:ext cx="1044009" cy="833446"/>
          </a:xfrm>
          <a:prstGeom prst="straightConnector1">
            <a:avLst/>
          </a:prstGeom>
          <a:ln w="12700">
            <a:prstDash val="lgDash"/>
            <a:tailEnd type="triangle"/>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8E730F8A-1A29-F0C9-D370-3DE287341430}"/>
              </a:ext>
            </a:extLst>
          </p:cNvPr>
          <p:cNvSpPr txBox="1"/>
          <p:nvPr/>
        </p:nvSpPr>
        <p:spPr>
          <a:xfrm>
            <a:off x="4136198" y="4912584"/>
            <a:ext cx="1819175" cy="279132"/>
          </a:xfrm>
          <a:prstGeom prst="roundRect">
            <a:avLst/>
          </a:prstGeom>
          <a:solidFill>
            <a:srgbClr val="B2DECF"/>
          </a:solidFill>
          <a:ln w="12700">
            <a:solidFill>
              <a:schemeClr val="tx1"/>
            </a:solidFill>
          </a:ln>
        </p:spPr>
        <p:txBody>
          <a:bodyPr vert="horz" wrap="square" lIns="0" tIns="0" rIns="0" bIns="0" rtlCol="0" anchor="ctr" anchorCtr="0">
            <a:noAutofit/>
          </a:bodyPr>
          <a:lstStyle>
            <a:defPPr>
              <a:defRPr lang="en-US"/>
            </a:defPPr>
            <a:lvl1pPr algn="ctr">
              <a:defRPr sz="1400"/>
            </a:lvl1pPr>
          </a:lstStyle>
          <a:p>
            <a:r>
              <a:rPr lang="en-DE" dirty="0">
                <a:latin typeface="Times New Roman" panose="02020603050405020304" pitchFamily="18" charset="0"/>
                <a:cs typeface="Times New Roman" panose="02020603050405020304" pitchFamily="18" charset="0"/>
              </a:rPr>
              <a:t>Agent communication</a:t>
            </a:r>
          </a:p>
        </p:txBody>
      </p:sp>
      <p:sp>
        <p:nvSpPr>
          <p:cNvPr id="56" name="TextBox 55">
            <a:extLst>
              <a:ext uri="{FF2B5EF4-FFF2-40B4-BE49-F238E27FC236}">
                <a16:creationId xmlns:a16="http://schemas.microsoft.com/office/drawing/2014/main" id="{D71BC503-0AE8-EA65-6807-BCD93AF11813}"/>
              </a:ext>
            </a:extLst>
          </p:cNvPr>
          <p:cNvSpPr txBox="1"/>
          <p:nvPr/>
        </p:nvSpPr>
        <p:spPr>
          <a:xfrm>
            <a:off x="6224216" y="4912584"/>
            <a:ext cx="1819175" cy="279132"/>
          </a:xfrm>
          <a:prstGeom prst="roundRect">
            <a:avLst/>
          </a:prstGeom>
          <a:solidFill>
            <a:srgbClr val="B2DECF"/>
          </a:solidFill>
          <a:ln w="12700">
            <a:solidFill>
              <a:schemeClr val="tx1"/>
            </a:solidFill>
          </a:ln>
        </p:spPr>
        <p:txBody>
          <a:bodyPr vert="horz" wrap="square" lIns="0" tIns="0" rIns="0" bIns="0" rtlCol="0" anchor="ctr" anchorCtr="0">
            <a:noAutofit/>
          </a:bodyPr>
          <a:lstStyle>
            <a:defPPr>
              <a:defRPr lang="en-US"/>
            </a:defPPr>
            <a:lvl1pPr algn="ctr">
              <a:defRPr sz="1400"/>
            </a:lvl1pPr>
          </a:lstStyle>
          <a:p>
            <a:r>
              <a:rPr lang="en-DE" dirty="0">
                <a:latin typeface="Times New Roman" panose="02020603050405020304" pitchFamily="18" charset="0"/>
                <a:cs typeface="Times New Roman" panose="02020603050405020304" pitchFamily="18" charset="0"/>
              </a:rPr>
              <a:t>Agent cooperation</a:t>
            </a:r>
          </a:p>
        </p:txBody>
      </p:sp>
      <p:sp>
        <p:nvSpPr>
          <p:cNvPr id="57" name="TextBox 56">
            <a:extLst>
              <a:ext uri="{FF2B5EF4-FFF2-40B4-BE49-F238E27FC236}">
                <a16:creationId xmlns:a16="http://schemas.microsoft.com/office/drawing/2014/main" id="{74287E3B-B134-5723-9185-821DE5A95B46}"/>
              </a:ext>
            </a:extLst>
          </p:cNvPr>
          <p:cNvSpPr txBox="1"/>
          <p:nvPr/>
        </p:nvSpPr>
        <p:spPr>
          <a:xfrm>
            <a:off x="8283936" y="4912584"/>
            <a:ext cx="1819175" cy="279132"/>
          </a:xfrm>
          <a:prstGeom prst="roundRect">
            <a:avLst/>
          </a:prstGeom>
          <a:solidFill>
            <a:srgbClr val="B2DECF"/>
          </a:solidFill>
          <a:ln w="12700">
            <a:solidFill>
              <a:schemeClr val="tx1"/>
            </a:solidFill>
          </a:ln>
        </p:spPr>
        <p:txBody>
          <a:bodyPr vert="horz" wrap="square" lIns="0" tIns="0" rIns="0" bIns="0" rtlCol="0" anchor="ctr" anchorCtr="0">
            <a:noAutofit/>
          </a:bodyPr>
          <a:lstStyle/>
          <a:p>
            <a:pPr algn="ctr"/>
            <a:r>
              <a:rPr lang="en-DE" sz="1400" dirty="0">
                <a:latin typeface="Times New Roman" panose="02020603050405020304" pitchFamily="18" charset="0"/>
                <a:cs typeface="Times New Roman" panose="02020603050405020304" pitchFamily="18" charset="0"/>
              </a:rPr>
              <a:t>MAS effectiveness</a:t>
            </a:r>
          </a:p>
        </p:txBody>
      </p:sp>
      <p:sp>
        <p:nvSpPr>
          <p:cNvPr id="58" name="TextBox 57">
            <a:extLst>
              <a:ext uri="{FF2B5EF4-FFF2-40B4-BE49-F238E27FC236}">
                <a16:creationId xmlns:a16="http://schemas.microsoft.com/office/drawing/2014/main" id="{F578A926-CCF3-0461-E4EE-4AEEF2CEA275}"/>
              </a:ext>
            </a:extLst>
          </p:cNvPr>
          <p:cNvSpPr txBox="1"/>
          <p:nvPr/>
        </p:nvSpPr>
        <p:spPr>
          <a:xfrm>
            <a:off x="10232150" y="4912584"/>
            <a:ext cx="1819175" cy="279132"/>
          </a:xfrm>
          <a:prstGeom prst="roundRect">
            <a:avLst/>
          </a:prstGeom>
          <a:solidFill>
            <a:srgbClr val="B2DECF"/>
          </a:solidFill>
          <a:ln w="12700">
            <a:solidFill>
              <a:schemeClr val="tx1"/>
            </a:solidFill>
          </a:ln>
        </p:spPr>
        <p:txBody>
          <a:bodyPr vert="horz" wrap="square" lIns="0" tIns="0" rIns="0" bIns="0" rtlCol="0" anchor="ctr" anchorCtr="0">
            <a:noAutofit/>
          </a:bodyPr>
          <a:lstStyle/>
          <a:p>
            <a:pPr algn="ctr"/>
            <a:r>
              <a:rPr lang="en-DE" sz="1400" dirty="0">
                <a:latin typeface="Times New Roman" panose="02020603050405020304" pitchFamily="18" charset="0"/>
                <a:cs typeface="Times New Roman" panose="02020603050405020304" pitchFamily="18" charset="0"/>
              </a:rPr>
              <a:t>MAS efficiency</a:t>
            </a:r>
          </a:p>
        </p:txBody>
      </p:sp>
      <p:cxnSp>
        <p:nvCxnSpPr>
          <p:cNvPr id="59" name="Straight Arrow Connector 58">
            <a:extLst>
              <a:ext uri="{FF2B5EF4-FFF2-40B4-BE49-F238E27FC236}">
                <a16:creationId xmlns:a16="http://schemas.microsoft.com/office/drawing/2014/main" id="{2109CD38-857F-C74C-F19C-A296269C4262}"/>
              </a:ext>
            </a:extLst>
          </p:cNvPr>
          <p:cNvCxnSpPr>
            <a:cxnSpLocks/>
            <a:stCxn id="10" idx="2"/>
            <a:endCxn id="58" idx="0"/>
          </p:cNvCxnSpPr>
          <p:nvPr/>
        </p:nvCxnSpPr>
        <p:spPr>
          <a:xfrm>
            <a:off x="10167631" y="4079138"/>
            <a:ext cx="974107" cy="833446"/>
          </a:xfrm>
          <a:prstGeom prst="straightConnector1">
            <a:avLst/>
          </a:prstGeom>
          <a:ln w="12700">
            <a:prstDash val="lgDash"/>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0" name="TextBox 59">
            <a:extLst>
              <a:ext uri="{FF2B5EF4-FFF2-40B4-BE49-F238E27FC236}">
                <a16:creationId xmlns:a16="http://schemas.microsoft.com/office/drawing/2014/main" id="{91E8AA9F-77A0-4B38-6520-BD95E6088513}"/>
              </a:ext>
            </a:extLst>
          </p:cNvPr>
          <p:cNvSpPr txBox="1"/>
          <p:nvPr/>
        </p:nvSpPr>
        <p:spPr>
          <a:xfrm>
            <a:off x="3671799" y="5584231"/>
            <a:ext cx="4835990" cy="380777"/>
          </a:xfrm>
          <a:prstGeom prst="rect">
            <a:avLst/>
          </a:prstGeom>
        </p:spPr>
        <p:txBody>
          <a:bodyPr vert="horz" wrap="square" lIns="0" tIns="0" rIns="0" bIns="0" rtlCol="0">
            <a:noAutofit/>
          </a:bodyPr>
          <a:lstStyle/>
          <a:p>
            <a:pPr algn="ctr"/>
            <a:r>
              <a:rPr lang="en-DE" sz="2400" b="1" dirty="0">
                <a:latin typeface="Times New Roman" panose="02020603050405020304" pitchFamily="18" charset="0"/>
                <a:cs typeface="Times New Roman" panose="02020603050405020304" pitchFamily="18" charset="0"/>
              </a:rPr>
              <a:t>Multi-agent system perspective</a:t>
            </a:r>
          </a:p>
        </p:txBody>
      </p:sp>
      <p:sp>
        <p:nvSpPr>
          <p:cNvPr id="61" name="Rectangle 60">
            <a:extLst>
              <a:ext uri="{FF2B5EF4-FFF2-40B4-BE49-F238E27FC236}">
                <a16:creationId xmlns:a16="http://schemas.microsoft.com/office/drawing/2014/main" id="{491B5C7F-F6E8-341F-EEA3-8533CF1942EF}"/>
              </a:ext>
            </a:extLst>
          </p:cNvPr>
          <p:cNvSpPr/>
          <p:nvPr/>
        </p:nvSpPr>
        <p:spPr>
          <a:xfrm rot="10800000">
            <a:off x="4806834" y="1330495"/>
            <a:ext cx="2565920"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62" name="Rectangle 61">
            <a:extLst>
              <a:ext uri="{FF2B5EF4-FFF2-40B4-BE49-F238E27FC236}">
                <a16:creationId xmlns:a16="http://schemas.microsoft.com/office/drawing/2014/main" id="{EAA4C30B-11EC-99CA-2EBB-5E8AFF0C32FF}"/>
              </a:ext>
            </a:extLst>
          </p:cNvPr>
          <p:cNvSpPr/>
          <p:nvPr/>
        </p:nvSpPr>
        <p:spPr>
          <a:xfrm rot="10800000">
            <a:off x="4635916" y="6012312"/>
            <a:ext cx="2565920"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63" name="Rectangle 62">
            <a:extLst>
              <a:ext uri="{FF2B5EF4-FFF2-40B4-BE49-F238E27FC236}">
                <a16:creationId xmlns:a16="http://schemas.microsoft.com/office/drawing/2014/main" id="{672CA04F-FBD7-2C9F-2511-DB9B54CD560A}"/>
              </a:ext>
            </a:extLst>
          </p:cNvPr>
          <p:cNvSpPr/>
          <p:nvPr/>
        </p:nvSpPr>
        <p:spPr>
          <a:xfrm rot="5400000">
            <a:off x="10847409" y="3647751"/>
            <a:ext cx="2565920"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64" name="Rectangle 63">
            <a:extLst>
              <a:ext uri="{FF2B5EF4-FFF2-40B4-BE49-F238E27FC236}">
                <a16:creationId xmlns:a16="http://schemas.microsoft.com/office/drawing/2014/main" id="{3CA0D958-B65E-1673-151D-44092D16FB09}"/>
              </a:ext>
            </a:extLst>
          </p:cNvPr>
          <p:cNvSpPr/>
          <p:nvPr/>
        </p:nvSpPr>
        <p:spPr>
          <a:xfrm rot="5400000">
            <a:off x="-1094906" y="3588060"/>
            <a:ext cx="2565920"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8042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74D67-E9B1-6B24-91BB-2040A6E72ACE}"/>
              </a:ext>
            </a:extLst>
          </p:cNvPr>
          <p:cNvSpPr>
            <a:spLocks noGrp="1"/>
          </p:cNvSpPr>
          <p:nvPr>
            <p:ph type="title"/>
          </p:nvPr>
        </p:nvSpPr>
        <p:spPr>
          <a:xfrm>
            <a:off x="550863" y="407195"/>
            <a:ext cx="8988922" cy="638175"/>
          </a:xfrm>
        </p:spPr>
        <p:txBody>
          <a:bodyPr/>
          <a:lstStyle/>
          <a:p>
            <a:r>
              <a:rPr lang="en-DE" dirty="0"/>
              <a:t>Shared mental models</a:t>
            </a:r>
          </a:p>
        </p:txBody>
      </p:sp>
      <p:sp>
        <p:nvSpPr>
          <p:cNvPr id="3" name="Date Placeholder 2">
            <a:extLst>
              <a:ext uri="{FF2B5EF4-FFF2-40B4-BE49-F238E27FC236}">
                <a16:creationId xmlns:a16="http://schemas.microsoft.com/office/drawing/2014/main" id="{29EBACFA-FB6F-AB39-ABB3-2E1F8C52E05F}"/>
              </a:ext>
            </a:extLst>
          </p:cNvPr>
          <p:cNvSpPr>
            <a:spLocks noGrp="1"/>
          </p:cNvSpPr>
          <p:nvPr>
            <p:ph type="dt" sz="half" idx="10"/>
          </p:nvPr>
        </p:nvSpPr>
        <p:spPr>
          <a:xfrm>
            <a:off x="550863" y="6584720"/>
            <a:ext cx="777407" cy="139606"/>
          </a:xfrm>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18D7949A-75AC-D728-52B7-299BDE7C2B86}"/>
              </a:ext>
            </a:extLst>
          </p:cNvPr>
          <p:cNvSpPr>
            <a:spLocks noGrp="1"/>
          </p:cNvSpPr>
          <p:nvPr>
            <p:ph type="sldNum" sz="quarter" idx="12"/>
          </p:nvPr>
        </p:nvSpPr>
        <p:spPr>
          <a:xfrm>
            <a:off x="11334063" y="6584720"/>
            <a:ext cx="304800" cy="139606"/>
          </a:xfrm>
        </p:spPr>
        <p:txBody>
          <a:bodyPr/>
          <a:lstStyle/>
          <a:p>
            <a:fld id="{64647E8F-5052-4581-98D0-7C32D5A45346}" type="slidenum">
              <a:rPr lang="en-US" smtClean="0"/>
              <a:pPr/>
              <a:t>12</a:t>
            </a:fld>
            <a:endParaRPr lang="en-US"/>
          </a:p>
        </p:txBody>
      </p:sp>
      <p:sp>
        <p:nvSpPr>
          <p:cNvPr id="7" name="Footer Placeholder 6">
            <a:extLst>
              <a:ext uri="{FF2B5EF4-FFF2-40B4-BE49-F238E27FC236}">
                <a16:creationId xmlns:a16="http://schemas.microsoft.com/office/drawing/2014/main" id="{69D31DA8-8C33-790F-ED6A-086B078841AD}"/>
              </a:ext>
            </a:extLst>
          </p:cNvPr>
          <p:cNvSpPr>
            <a:spLocks noGrp="1"/>
          </p:cNvSpPr>
          <p:nvPr>
            <p:ph type="ftr" sz="quarter" idx="3"/>
          </p:nvPr>
        </p:nvSpPr>
        <p:spPr>
          <a:xfrm>
            <a:off x="1566986" y="6584720"/>
            <a:ext cx="9058033" cy="139606"/>
          </a:xfrm>
        </p:spPr>
        <p:txBody>
          <a:bodyPr/>
          <a:lstStyle/>
          <a:p>
            <a:pPr>
              <a:defRPr/>
            </a:pPr>
            <a:r>
              <a:rPr lang="de-DE"/>
              <a:t>FIM Forschungsinstitut für Informationsmanagement | Vortragende*r </a:t>
            </a:r>
            <a:endParaRPr lang="en-US" dirty="0"/>
          </a:p>
        </p:txBody>
      </p:sp>
      <p:sp>
        <p:nvSpPr>
          <p:cNvPr id="9" name="TextBox 8">
            <a:extLst>
              <a:ext uri="{FF2B5EF4-FFF2-40B4-BE49-F238E27FC236}">
                <a16:creationId xmlns:a16="http://schemas.microsoft.com/office/drawing/2014/main" id="{AD9EE39E-DF2D-AFDF-A856-1A83ABFA577A}"/>
              </a:ext>
            </a:extLst>
          </p:cNvPr>
          <p:cNvSpPr txBox="1"/>
          <p:nvPr/>
        </p:nvSpPr>
        <p:spPr>
          <a:xfrm>
            <a:off x="4890395" y="1238002"/>
            <a:ext cx="2411211" cy="361507"/>
          </a:xfrm>
          <a:prstGeom prst="rect">
            <a:avLst/>
          </a:prstGeom>
        </p:spPr>
        <p:txBody>
          <a:bodyPr vert="horz" wrap="square" lIns="0" tIns="0" rIns="0" bIns="0" rtlCol="0">
            <a:noAutofit/>
          </a:bodyPr>
          <a:lstStyle/>
          <a:p>
            <a:pPr algn="ctr"/>
            <a:r>
              <a:rPr lang="en-DE" b="1" dirty="0">
                <a:solidFill>
                  <a:schemeClr val="accent3">
                    <a:lumMod val="75000"/>
                  </a:schemeClr>
                </a:solidFill>
              </a:rPr>
              <a:t>Shared mental models</a:t>
            </a:r>
          </a:p>
        </p:txBody>
      </p:sp>
      <p:sp>
        <p:nvSpPr>
          <p:cNvPr id="5" name="TextBox 4">
            <a:extLst>
              <a:ext uri="{FF2B5EF4-FFF2-40B4-BE49-F238E27FC236}">
                <a16:creationId xmlns:a16="http://schemas.microsoft.com/office/drawing/2014/main" id="{DEC8E9D6-BAA2-C200-0D6B-96FDE6FD130A}"/>
              </a:ext>
            </a:extLst>
          </p:cNvPr>
          <p:cNvSpPr txBox="1"/>
          <p:nvPr/>
        </p:nvSpPr>
        <p:spPr>
          <a:xfrm>
            <a:off x="1566986" y="2951128"/>
            <a:ext cx="2411211" cy="361507"/>
          </a:xfrm>
          <a:prstGeom prst="rect">
            <a:avLst/>
          </a:prstGeom>
        </p:spPr>
        <p:txBody>
          <a:bodyPr vert="horz" wrap="square" lIns="0" tIns="0" rIns="0" bIns="0" rtlCol="0">
            <a:noAutofit/>
          </a:bodyPr>
          <a:lstStyle/>
          <a:p>
            <a:pPr algn="ctr"/>
            <a:r>
              <a:rPr lang="en-DE" b="1" dirty="0">
                <a:solidFill>
                  <a:schemeClr val="accent3">
                    <a:lumMod val="75000"/>
                  </a:schemeClr>
                </a:solidFill>
              </a:rPr>
              <a:t>Task mental model</a:t>
            </a:r>
          </a:p>
        </p:txBody>
      </p:sp>
      <p:sp>
        <p:nvSpPr>
          <p:cNvPr id="6" name="TextBox 5">
            <a:extLst>
              <a:ext uri="{FF2B5EF4-FFF2-40B4-BE49-F238E27FC236}">
                <a16:creationId xmlns:a16="http://schemas.microsoft.com/office/drawing/2014/main" id="{ED24A0D9-D4D1-3BB9-46F9-8B0CBD5D082C}"/>
              </a:ext>
            </a:extLst>
          </p:cNvPr>
          <p:cNvSpPr txBox="1"/>
          <p:nvPr/>
        </p:nvSpPr>
        <p:spPr>
          <a:xfrm>
            <a:off x="8566574" y="2951128"/>
            <a:ext cx="2411211" cy="361507"/>
          </a:xfrm>
          <a:prstGeom prst="rect">
            <a:avLst/>
          </a:prstGeom>
        </p:spPr>
        <p:txBody>
          <a:bodyPr vert="horz" wrap="square" lIns="0" tIns="0" rIns="0" bIns="0" rtlCol="0">
            <a:noAutofit/>
          </a:bodyPr>
          <a:lstStyle/>
          <a:p>
            <a:pPr algn="ctr"/>
            <a:r>
              <a:rPr lang="en-DE" b="1" dirty="0">
                <a:solidFill>
                  <a:schemeClr val="accent3">
                    <a:lumMod val="75000"/>
                  </a:schemeClr>
                </a:solidFill>
              </a:rPr>
              <a:t>Team mental model</a:t>
            </a:r>
          </a:p>
        </p:txBody>
      </p:sp>
      <p:cxnSp>
        <p:nvCxnSpPr>
          <p:cNvPr id="10" name="Straight Arrow Connector 9">
            <a:extLst>
              <a:ext uri="{FF2B5EF4-FFF2-40B4-BE49-F238E27FC236}">
                <a16:creationId xmlns:a16="http://schemas.microsoft.com/office/drawing/2014/main" id="{80AA22EF-8F8F-6477-A444-F325ACD8BD53}"/>
              </a:ext>
            </a:extLst>
          </p:cNvPr>
          <p:cNvCxnSpPr>
            <a:cxnSpLocks/>
            <a:stCxn id="26" idx="2"/>
            <a:endCxn id="5" idx="0"/>
          </p:cNvCxnSpPr>
          <p:nvPr/>
        </p:nvCxnSpPr>
        <p:spPr>
          <a:xfrm flipH="1">
            <a:off x="2772592" y="2122588"/>
            <a:ext cx="3323408" cy="8285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1634D0C-1FC8-10D7-35DB-B730791A822A}"/>
              </a:ext>
            </a:extLst>
          </p:cNvPr>
          <p:cNvCxnSpPr>
            <a:cxnSpLocks/>
            <a:stCxn id="26" idx="2"/>
            <a:endCxn id="6" idx="0"/>
          </p:cNvCxnSpPr>
          <p:nvPr/>
        </p:nvCxnSpPr>
        <p:spPr>
          <a:xfrm>
            <a:off x="6096000" y="2122588"/>
            <a:ext cx="3676180" cy="8285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B5D2485-CD12-4D92-90C0-639193A3DDC9}"/>
              </a:ext>
            </a:extLst>
          </p:cNvPr>
          <p:cNvSpPr txBox="1"/>
          <p:nvPr/>
        </p:nvSpPr>
        <p:spPr>
          <a:xfrm>
            <a:off x="1103117" y="3300738"/>
            <a:ext cx="4294977" cy="3063285"/>
          </a:xfrm>
          <a:prstGeom prst="rect">
            <a:avLst/>
          </a:prstGeom>
        </p:spPr>
        <p:txBody>
          <a:bodyPr vert="horz" wrap="square" lIns="0" tIns="0" rIns="0" bIns="0" rtlCol="0">
            <a:noAutofit/>
          </a:bodyPr>
          <a:lstStyle/>
          <a:p>
            <a:r>
              <a:rPr lang="en-DE" sz="1400" dirty="0">
                <a:solidFill>
                  <a:schemeClr val="accent3">
                    <a:lumMod val="75000"/>
                  </a:schemeClr>
                </a:solidFill>
              </a:rPr>
              <a:t>“</a:t>
            </a:r>
            <a:r>
              <a:rPr lang="en-GB" sz="1400" dirty="0">
                <a:solidFill>
                  <a:schemeClr val="accent3">
                    <a:lumMod val="75000"/>
                  </a:schemeClr>
                </a:solidFill>
              </a:rPr>
              <a:t>Shared understanding of the task</a:t>
            </a:r>
            <a:r>
              <a:rPr lang="en-DE" sz="1400" dirty="0">
                <a:solidFill>
                  <a:schemeClr val="accent3">
                    <a:lumMod val="75000"/>
                  </a:schemeClr>
                </a:solidFill>
              </a:rPr>
              <a:t>”</a:t>
            </a:r>
          </a:p>
          <a:p>
            <a:pPr algn="l"/>
            <a:endParaRPr lang="en-DE" sz="1400" dirty="0">
              <a:solidFill>
                <a:schemeClr val="accent3">
                  <a:lumMod val="75000"/>
                </a:schemeClr>
              </a:solidFill>
            </a:endParaRPr>
          </a:p>
          <a:p>
            <a:pPr marL="285750" indent="-285750" algn="l">
              <a:buFont typeface="Wingdings" pitchFamily="2" charset="2"/>
              <a:buChar char="q"/>
            </a:pPr>
            <a:r>
              <a:rPr lang="en-DE" sz="1400" dirty="0">
                <a:solidFill>
                  <a:schemeClr val="accent3">
                    <a:lumMod val="75000"/>
                  </a:schemeClr>
                </a:solidFill>
              </a:rPr>
              <a:t>Task procedures</a:t>
            </a:r>
          </a:p>
          <a:p>
            <a:pPr marL="285750" indent="-285750" algn="l">
              <a:buFont typeface="Wingdings" pitchFamily="2" charset="2"/>
              <a:buChar char="q"/>
            </a:pPr>
            <a:endParaRPr lang="en-DE" sz="1400" dirty="0">
              <a:solidFill>
                <a:schemeClr val="accent3">
                  <a:lumMod val="75000"/>
                </a:schemeClr>
              </a:solidFill>
            </a:endParaRPr>
          </a:p>
          <a:p>
            <a:pPr marL="285750" indent="-285750" algn="l">
              <a:buFont typeface="Wingdings" pitchFamily="2" charset="2"/>
              <a:buChar char="q"/>
            </a:pPr>
            <a:r>
              <a:rPr lang="en-DE" sz="1400" dirty="0">
                <a:solidFill>
                  <a:schemeClr val="accent3">
                    <a:lumMod val="75000"/>
                  </a:schemeClr>
                </a:solidFill>
              </a:rPr>
              <a:t>Strategies</a:t>
            </a:r>
          </a:p>
          <a:p>
            <a:pPr marL="285750" indent="-285750" algn="l">
              <a:buFont typeface="Wingdings" pitchFamily="2" charset="2"/>
              <a:buChar char="q"/>
            </a:pPr>
            <a:endParaRPr lang="en-DE" sz="1400" dirty="0">
              <a:solidFill>
                <a:schemeClr val="accent3">
                  <a:lumMod val="75000"/>
                </a:schemeClr>
              </a:solidFill>
            </a:endParaRPr>
          </a:p>
          <a:p>
            <a:pPr marL="285750" indent="-285750" algn="l">
              <a:buFont typeface="Wingdings" pitchFamily="2" charset="2"/>
              <a:buChar char="q"/>
            </a:pPr>
            <a:r>
              <a:rPr lang="en-DE" sz="1400" dirty="0">
                <a:solidFill>
                  <a:schemeClr val="accent3">
                    <a:lumMod val="75000"/>
                  </a:schemeClr>
                </a:solidFill>
              </a:rPr>
              <a:t>Equipment and resoures</a:t>
            </a:r>
          </a:p>
          <a:p>
            <a:pPr marL="285750" indent="-285750" algn="l">
              <a:buFont typeface="Wingdings" pitchFamily="2" charset="2"/>
              <a:buChar char="q"/>
            </a:pPr>
            <a:endParaRPr lang="en-DE" sz="1400" dirty="0">
              <a:solidFill>
                <a:schemeClr val="accent3">
                  <a:lumMod val="75000"/>
                </a:schemeClr>
              </a:solidFill>
            </a:endParaRPr>
          </a:p>
          <a:p>
            <a:pPr marL="285750" indent="-285750" algn="l">
              <a:buFont typeface="Wingdings" pitchFamily="2" charset="2"/>
              <a:buChar char="q"/>
            </a:pPr>
            <a:r>
              <a:rPr lang="en-DE" sz="1400" dirty="0">
                <a:solidFill>
                  <a:schemeClr val="accent3">
                    <a:lumMod val="75000"/>
                  </a:schemeClr>
                </a:solidFill>
              </a:rPr>
              <a:t>Environmental constraints</a:t>
            </a:r>
          </a:p>
          <a:p>
            <a:pPr marL="285750" indent="-285750" algn="l">
              <a:buFont typeface="Wingdings" pitchFamily="2" charset="2"/>
              <a:buChar char="q"/>
            </a:pPr>
            <a:endParaRPr lang="en-DE" sz="1400" dirty="0">
              <a:solidFill>
                <a:schemeClr val="accent3">
                  <a:lumMod val="75000"/>
                </a:schemeClr>
              </a:solidFill>
            </a:endParaRPr>
          </a:p>
        </p:txBody>
      </p:sp>
      <p:sp>
        <p:nvSpPr>
          <p:cNvPr id="17" name="TextBox 16">
            <a:extLst>
              <a:ext uri="{FF2B5EF4-FFF2-40B4-BE49-F238E27FC236}">
                <a16:creationId xmlns:a16="http://schemas.microsoft.com/office/drawing/2014/main" id="{7D5333F5-264C-BBB2-F725-491946B5C1D3}"/>
              </a:ext>
            </a:extLst>
          </p:cNvPr>
          <p:cNvSpPr txBox="1"/>
          <p:nvPr/>
        </p:nvSpPr>
        <p:spPr>
          <a:xfrm>
            <a:off x="7749938" y="3300738"/>
            <a:ext cx="4044483" cy="3063285"/>
          </a:xfrm>
          <a:prstGeom prst="rect">
            <a:avLst/>
          </a:prstGeom>
        </p:spPr>
        <p:txBody>
          <a:bodyPr vert="horz" wrap="square" lIns="0" tIns="0" rIns="0" bIns="0" rtlCol="0">
            <a:noAutofit/>
          </a:bodyPr>
          <a:lstStyle/>
          <a:p>
            <a:pPr algn="l"/>
            <a:r>
              <a:rPr lang="en-DE" sz="1400" dirty="0">
                <a:solidFill>
                  <a:schemeClr val="accent3">
                    <a:lumMod val="75000"/>
                  </a:schemeClr>
                </a:solidFill>
              </a:rPr>
              <a:t>“</a:t>
            </a:r>
            <a:r>
              <a:rPr lang="en-GB" sz="1400" dirty="0">
                <a:solidFill>
                  <a:schemeClr val="accent3">
                    <a:lumMod val="75000"/>
                  </a:schemeClr>
                </a:solidFill>
              </a:rPr>
              <a:t>Shared understanding of collaboration</a:t>
            </a:r>
            <a:r>
              <a:rPr lang="en-DE" sz="1400" dirty="0">
                <a:solidFill>
                  <a:schemeClr val="accent3">
                    <a:lumMod val="75000"/>
                  </a:schemeClr>
                </a:solidFill>
              </a:rPr>
              <a:t>”</a:t>
            </a:r>
          </a:p>
          <a:p>
            <a:pPr algn="l"/>
            <a:endParaRPr lang="en-DE" sz="1400" dirty="0">
              <a:solidFill>
                <a:schemeClr val="accent3">
                  <a:lumMod val="75000"/>
                </a:schemeClr>
              </a:solidFill>
            </a:endParaRPr>
          </a:p>
          <a:p>
            <a:pPr marL="285750" indent="-285750" algn="l">
              <a:buFont typeface="Wingdings" pitchFamily="2" charset="2"/>
              <a:buChar char="q"/>
            </a:pPr>
            <a:r>
              <a:rPr lang="en-GB" sz="1400" dirty="0">
                <a:solidFill>
                  <a:schemeClr val="accent3">
                    <a:lumMod val="75000"/>
                  </a:schemeClr>
                </a:solidFill>
              </a:rPr>
              <a:t>Roles and responsibilities</a:t>
            </a:r>
          </a:p>
          <a:p>
            <a:pPr marL="285750" indent="-285750" algn="l">
              <a:buFont typeface="Wingdings" pitchFamily="2" charset="2"/>
              <a:buChar char="q"/>
            </a:pPr>
            <a:endParaRPr lang="en-DE" sz="1400" dirty="0">
              <a:solidFill>
                <a:schemeClr val="accent3">
                  <a:lumMod val="75000"/>
                </a:schemeClr>
              </a:solidFill>
            </a:endParaRPr>
          </a:p>
          <a:p>
            <a:pPr marL="285750" indent="-285750" algn="l">
              <a:buFont typeface="Wingdings" pitchFamily="2" charset="2"/>
              <a:buChar char="q"/>
            </a:pPr>
            <a:r>
              <a:rPr lang="en-DE" sz="1400" dirty="0">
                <a:solidFill>
                  <a:schemeClr val="accent3">
                    <a:lumMod val="75000"/>
                  </a:schemeClr>
                </a:solidFill>
              </a:rPr>
              <a:t>Information flow</a:t>
            </a:r>
          </a:p>
          <a:p>
            <a:pPr algn="l"/>
            <a:endParaRPr lang="en-DE" sz="1400" dirty="0">
              <a:solidFill>
                <a:schemeClr val="accent3">
                  <a:lumMod val="75000"/>
                </a:schemeClr>
              </a:solidFill>
            </a:endParaRPr>
          </a:p>
          <a:p>
            <a:pPr marL="285750" indent="-285750" algn="l">
              <a:buFont typeface="Wingdings" pitchFamily="2" charset="2"/>
              <a:buChar char="q"/>
            </a:pPr>
            <a:r>
              <a:rPr lang="en-DE" sz="1400" dirty="0">
                <a:solidFill>
                  <a:schemeClr val="accent3">
                    <a:lumMod val="75000"/>
                  </a:schemeClr>
                </a:solidFill>
              </a:rPr>
              <a:t>Knowledge of team members</a:t>
            </a:r>
          </a:p>
          <a:p>
            <a:pPr algn="l"/>
            <a:endParaRPr lang="en-DE" sz="1400" dirty="0">
              <a:solidFill>
                <a:schemeClr val="accent3">
                  <a:lumMod val="75000"/>
                </a:schemeClr>
              </a:solidFill>
            </a:endParaRPr>
          </a:p>
          <a:p>
            <a:pPr marL="285750" indent="-285750" algn="l">
              <a:buFont typeface="Wingdings" pitchFamily="2" charset="2"/>
              <a:buChar char="q"/>
            </a:pPr>
            <a:r>
              <a:rPr lang="en-DE" sz="1400" dirty="0">
                <a:solidFill>
                  <a:schemeClr val="accent3">
                    <a:lumMod val="75000"/>
                  </a:schemeClr>
                </a:solidFill>
              </a:rPr>
              <a:t>Interaction patterns</a:t>
            </a:r>
          </a:p>
          <a:p>
            <a:pPr marL="285750" indent="-285750" algn="l">
              <a:buFont typeface="Wingdings" pitchFamily="2" charset="2"/>
              <a:buChar char="q"/>
            </a:pPr>
            <a:endParaRPr lang="en-DE" sz="1400" dirty="0">
              <a:solidFill>
                <a:schemeClr val="accent3">
                  <a:lumMod val="75000"/>
                </a:schemeClr>
              </a:solidFill>
            </a:endParaRPr>
          </a:p>
          <a:p>
            <a:pPr algn="l"/>
            <a:endParaRPr lang="en-DE" sz="1400" dirty="0">
              <a:solidFill>
                <a:schemeClr val="accent3">
                  <a:lumMod val="75000"/>
                </a:schemeClr>
              </a:solidFill>
            </a:endParaRPr>
          </a:p>
        </p:txBody>
      </p:sp>
      <p:sp>
        <p:nvSpPr>
          <p:cNvPr id="26" name="TextBox 25">
            <a:extLst>
              <a:ext uri="{FF2B5EF4-FFF2-40B4-BE49-F238E27FC236}">
                <a16:creationId xmlns:a16="http://schemas.microsoft.com/office/drawing/2014/main" id="{798EDAB9-3458-755E-1E25-0D600D4B5A7D}"/>
              </a:ext>
            </a:extLst>
          </p:cNvPr>
          <p:cNvSpPr txBox="1"/>
          <p:nvPr/>
        </p:nvSpPr>
        <p:spPr>
          <a:xfrm>
            <a:off x="2140527" y="1591712"/>
            <a:ext cx="7910946" cy="530876"/>
          </a:xfrm>
          <a:prstGeom prst="rect">
            <a:avLst/>
          </a:prstGeom>
        </p:spPr>
        <p:txBody>
          <a:bodyPr vert="horz" wrap="square" lIns="0" tIns="0" rIns="0" bIns="0" rtlCol="0">
            <a:noAutofit/>
          </a:bodyPr>
          <a:lstStyle/>
          <a:p>
            <a:pPr algn="ctr"/>
            <a:r>
              <a:rPr lang="en-GB" sz="1400" noProof="0" dirty="0">
                <a:solidFill>
                  <a:schemeClr val="accent3">
                    <a:lumMod val="75000"/>
                  </a:schemeClr>
                </a:solidFill>
              </a:rPr>
              <a:t>A team’s shared understanding of the task, team roles, and interaction processes, enabling effective coordination and higher team performance.</a:t>
            </a:r>
          </a:p>
        </p:txBody>
      </p:sp>
      <p:sp>
        <p:nvSpPr>
          <p:cNvPr id="8" name="Content Placeholder 5">
            <a:extLst>
              <a:ext uri="{FF2B5EF4-FFF2-40B4-BE49-F238E27FC236}">
                <a16:creationId xmlns:a16="http://schemas.microsoft.com/office/drawing/2014/main" id="{28C679D6-9878-C7EC-9EEA-8968AA928D35}"/>
              </a:ext>
            </a:extLst>
          </p:cNvPr>
          <p:cNvSpPr txBox="1">
            <a:spLocks/>
          </p:cNvSpPr>
          <p:nvPr/>
        </p:nvSpPr>
        <p:spPr>
          <a:xfrm>
            <a:off x="552000" y="6309000"/>
            <a:ext cx="11088000" cy="144006"/>
          </a:xfrm>
          <a:prstGeom prst="rect">
            <a:avLst/>
          </a:prstGeom>
        </p:spPr>
        <p:txBody>
          <a:bodyPr vert="horz" lIns="0" tIns="0" rIns="0" bIns="0" rtlCol="0" anchor="b">
            <a:noAutofit/>
          </a:bodyPr>
          <a:lstStyle>
            <a:lvl1pPr marL="0" indent="0" algn="r" defTabSz="742950" rtl="0" eaLnBrk="1" latinLnBrk="0" hangingPunct="1">
              <a:lnSpc>
                <a:spcPct val="100000"/>
              </a:lnSpc>
              <a:spcBef>
                <a:spcPts val="600"/>
              </a:spcBef>
              <a:buFont typeface="Wingdings" panose="05000000000000000000" pitchFamily="2" charset="2"/>
              <a:buNone/>
              <a:defRPr sz="1050" i="1" kern="1200">
                <a:solidFill>
                  <a:schemeClr val="accent2"/>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050" kern="1200">
                <a:solidFill>
                  <a:schemeClr val="accent2"/>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000" kern="1200">
                <a:solidFill>
                  <a:schemeClr val="accent2"/>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r>
              <a:rPr lang="en-DE" dirty="0"/>
              <a:t>Cannon-Bowers et al., 1993</a:t>
            </a:r>
          </a:p>
        </p:txBody>
      </p:sp>
    </p:spTree>
    <p:extLst>
      <p:ext uri="{BB962C8B-B14F-4D97-AF65-F5344CB8AC3E}">
        <p14:creationId xmlns:p14="http://schemas.microsoft.com/office/powerpoint/2010/main" val="3496178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B2CBE-3FCB-0369-EC35-78163AE99D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B958AA-C2CF-A841-B469-1699973A5935}"/>
              </a:ext>
            </a:extLst>
          </p:cNvPr>
          <p:cNvSpPr>
            <a:spLocks noGrp="1"/>
          </p:cNvSpPr>
          <p:nvPr>
            <p:ph type="title"/>
          </p:nvPr>
        </p:nvSpPr>
        <p:spPr/>
        <p:txBody>
          <a:bodyPr/>
          <a:lstStyle/>
          <a:p>
            <a:r>
              <a:rPr lang="en-DE" dirty="0"/>
              <a:t>Theoretical Background: MAS</a:t>
            </a:r>
          </a:p>
        </p:txBody>
      </p:sp>
      <p:sp>
        <p:nvSpPr>
          <p:cNvPr id="3" name="Text Placeholder 2">
            <a:extLst>
              <a:ext uri="{FF2B5EF4-FFF2-40B4-BE49-F238E27FC236}">
                <a16:creationId xmlns:a16="http://schemas.microsoft.com/office/drawing/2014/main" id="{50674E32-A9D0-BC1C-79FB-B88382344646}"/>
              </a:ext>
            </a:extLst>
          </p:cNvPr>
          <p:cNvSpPr>
            <a:spLocks noGrp="1"/>
          </p:cNvSpPr>
          <p:nvPr>
            <p:ph type="body" sz="quarter" idx="13"/>
          </p:nvPr>
        </p:nvSpPr>
        <p:spPr/>
        <p:txBody>
          <a:bodyPr/>
          <a:lstStyle/>
          <a:p>
            <a:endParaRPr lang="en-DE"/>
          </a:p>
        </p:txBody>
      </p:sp>
      <p:sp>
        <p:nvSpPr>
          <p:cNvPr id="4" name="Text Placeholder 3">
            <a:extLst>
              <a:ext uri="{FF2B5EF4-FFF2-40B4-BE49-F238E27FC236}">
                <a16:creationId xmlns:a16="http://schemas.microsoft.com/office/drawing/2014/main" id="{C24E27CA-7BD9-8580-3680-A72CE7F9FE5F}"/>
              </a:ext>
            </a:extLst>
          </p:cNvPr>
          <p:cNvSpPr>
            <a:spLocks noGrp="1"/>
          </p:cNvSpPr>
          <p:nvPr>
            <p:ph type="body" sz="quarter" idx="14"/>
          </p:nvPr>
        </p:nvSpPr>
        <p:spPr/>
        <p:txBody>
          <a:bodyPr/>
          <a:lstStyle/>
          <a:p>
            <a:r>
              <a:rPr lang="en-DE" dirty="0"/>
              <a:t>3</a:t>
            </a:r>
          </a:p>
        </p:txBody>
      </p:sp>
    </p:spTree>
    <p:extLst>
      <p:ext uri="{BB962C8B-B14F-4D97-AF65-F5344CB8AC3E}">
        <p14:creationId xmlns:p14="http://schemas.microsoft.com/office/powerpoint/2010/main" val="1418856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B4898-6D5D-CAF5-673E-66A411510625}"/>
              </a:ext>
            </a:extLst>
          </p:cNvPr>
          <p:cNvSpPr>
            <a:spLocks noGrp="1"/>
          </p:cNvSpPr>
          <p:nvPr>
            <p:ph type="title"/>
          </p:nvPr>
        </p:nvSpPr>
        <p:spPr/>
        <p:txBody>
          <a:bodyPr/>
          <a:lstStyle/>
          <a:p>
            <a:r>
              <a:rPr lang="en-DE" dirty="0"/>
              <a:t>From LLM to MAS</a:t>
            </a:r>
          </a:p>
        </p:txBody>
      </p:sp>
      <p:sp>
        <p:nvSpPr>
          <p:cNvPr id="3" name="Date Placeholder 2">
            <a:extLst>
              <a:ext uri="{FF2B5EF4-FFF2-40B4-BE49-F238E27FC236}">
                <a16:creationId xmlns:a16="http://schemas.microsoft.com/office/drawing/2014/main" id="{CF8EA144-1EAF-694C-FD10-1ACDAE3ED5EB}"/>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28FE0FF5-9A60-92EB-A1CD-CF83EF614CEC}"/>
              </a:ext>
            </a:extLst>
          </p:cNvPr>
          <p:cNvSpPr>
            <a:spLocks noGrp="1"/>
          </p:cNvSpPr>
          <p:nvPr>
            <p:ph type="sldNum" sz="quarter" idx="12"/>
          </p:nvPr>
        </p:nvSpPr>
        <p:spPr/>
        <p:txBody>
          <a:bodyPr/>
          <a:lstStyle/>
          <a:p>
            <a:fld id="{64647E8F-5052-4581-98D0-7C32D5A45346}" type="slidenum">
              <a:rPr lang="en-US" smtClean="0"/>
              <a:pPr/>
              <a:t>14</a:t>
            </a:fld>
            <a:endParaRPr lang="en-US"/>
          </a:p>
        </p:txBody>
      </p:sp>
      <p:pic>
        <p:nvPicPr>
          <p:cNvPr id="31" name="Content Placeholder 30" descr="Brain outline">
            <a:extLst>
              <a:ext uri="{FF2B5EF4-FFF2-40B4-BE49-F238E27FC236}">
                <a16:creationId xmlns:a16="http://schemas.microsoft.com/office/drawing/2014/main" id="{C0E03900-39D6-1098-4CCD-FCB25B3CC7C7}"/>
              </a:ext>
            </a:extLst>
          </p:cNvPr>
          <p:cNvPicPr>
            <a:picLocks noGrp="1" noChangeAspect="1"/>
          </p:cNvPicPr>
          <p:nvPr>
            <p:ph sz="quarter" idx="17"/>
          </p:nvPr>
        </p:nvPicPr>
        <p:blipFill>
          <a:blip>
            <a:extLst>
              <a:ext uri="{96DAC541-7B7A-43D3-8B79-37D633B846F1}">
                <asvg:svgBlip xmlns:asvg="http://schemas.microsoft.com/office/drawing/2016/SVG/main" r:embed="rId2"/>
              </a:ext>
            </a:extLst>
          </a:blip>
          <a:stretch>
            <a:fillRect/>
          </a:stretch>
        </p:blipFill>
        <p:spPr>
          <a:xfrm>
            <a:off x="9530935" y="2046917"/>
            <a:ext cx="1440000" cy="1440000"/>
          </a:xfrm>
        </p:spPr>
      </p:pic>
      <p:sp>
        <p:nvSpPr>
          <p:cNvPr id="7" name="Footer Placeholder 6">
            <a:extLst>
              <a:ext uri="{FF2B5EF4-FFF2-40B4-BE49-F238E27FC236}">
                <a16:creationId xmlns:a16="http://schemas.microsoft.com/office/drawing/2014/main" id="{35DF5B47-1529-B3E0-70CC-279AE0566FE1}"/>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pic>
        <p:nvPicPr>
          <p:cNvPr id="9" name="Graphic 8" descr="Robot outline">
            <a:extLst>
              <a:ext uri="{FF2B5EF4-FFF2-40B4-BE49-F238E27FC236}">
                <a16:creationId xmlns:a16="http://schemas.microsoft.com/office/drawing/2014/main" id="{6456E1FC-970D-6A4E-C8C5-14B618DC8C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4308" y="1929800"/>
            <a:ext cx="1609525" cy="1609525"/>
          </a:xfrm>
          <a:prstGeom prst="rect">
            <a:avLst/>
          </a:prstGeom>
        </p:spPr>
      </p:pic>
      <p:sp>
        <p:nvSpPr>
          <p:cNvPr id="10" name="TextBox 9">
            <a:extLst>
              <a:ext uri="{FF2B5EF4-FFF2-40B4-BE49-F238E27FC236}">
                <a16:creationId xmlns:a16="http://schemas.microsoft.com/office/drawing/2014/main" id="{431A8E54-DB93-2634-311E-9C447DA0E25D}"/>
              </a:ext>
            </a:extLst>
          </p:cNvPr>
          <p:cNvSpPr txBox="1"/>
          <p:nvPr/>
        </p:nvSpPr>
        <p:spPr>
          <a:xfrm>
            <a:off x="1591010" y="1490870"/>
            <a:ext cx="1016123" cy="208721"/>
          </a:xfrm>
          <a:prstGeom prst="rect">
            <a:avLst/>
          </a:prstGeom>
        </p:spPr>
        <p:txBody>
          <a:bodyPr vert="horz" wrap="square" lIns="0" tIns="0" rIns="0" bIns="0" rtlCol="0">
            <a:noAutofit/>
          </a:bodyPr>
          <a:lstStyle/>
          <a:p>
            <a:pPr algn="l"/>
            <a:r>
              <a:rPr lang="en-GB" sz="1400" b="1" dirty="0">
                <a:solidFill>
                  <a:schemeClr val="accent3">
                    <a:lumMod val="75000"/>
                  </a:schemeClr>
                </a:solidFill>
              </a:rPr>
              <a:t>S</a:t>
            </a:r>
            <a:r>
              <a:rPr lang="en-DE" sz="1400" b="1" dirty="0">
                <a:solidFill>
                  <a:schemeClr val="accent3">
                    <a:lumMod val="75000"/>
                  </a:schemeClr>
                </a:solidFill>
              </a:rPr>
              <a:t>ingle Agent</a:t>
            </a:r>
          </a:p>
        </p:txBody>
      </p:sp>
      <p:cxnSp>
        <p:nvCxnSpPr>
          <p:cNvPr id="12" name="Straight Connector 11">
            <a:extLst>
              <a:ext uri="{FF2B5EF4-FFF2-40B4-BE49-F238E27FC236}">
                <a16:creationId xmlns:a16="http://schemas.microsoft.com/office/drawing/2014/main" id="{966AF1CC-1FF1-4CEE-CDD3-31E6810041D4}"/>
              </a:ext>
            </a:extLst>
          </p:cNvPr>
          <p:cNvCxnSpPr>
            <a:cxnSpLocks/>
          </p:cNvCxnSpPr>
          <p:nvPr/>
        </p:nvCxnSpPr>
        <p:spPr>
          <a:xfrm>
            <a:off x="4124696" y="1424003"/>
            <a:ext cx="0" cy="4631635"/>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6B443AE2-8C78-FFF3-498E-356E77220B3A}"/>
              </a:ext>
            </a:extLst>
          </p:cNvPr>
          <p:cNvSpPr txBox="1"/>
          <p:nvPr/>
        </p:nvSpPr>
        <p:spPr>
          <a:xfrm>
            <a:off x="5298236" y="1490869"/>
            <a:ext cx="1666627" cy="208722"/>
          </a:xfrm>
          <a:prstGeom prst="rect">
            <a:avLst/>
          </a:prstGeom>
        </p:spPr>
        <p:txBody>
          <a:bodyPr vert="horz" wrap="square" lIns="0" tIns="0" rIns="0" bIns="0" rtlCol="0">
            <a:noAutofit/>
          </a:bodyPr>
          <a:lstStyle/>
          <a:p>
            <a:pPr algn="l"/>
            <a:r>
              <a:rPr lang="en-GB" sz="1400" b="1" noProof="0" dirty="0">
                <a:solidFill>
                  <a:schemeClr val="accent3">
                    <a:lumMod val="75000"/>
                  </a:schemeClr>
                </a:solidFill>
              </a:rPr>
              <a:t>Multi-agent system</a:t>
            </a:r>
          </a:p>
        </p:txBody>
      </p:sp>
      <p:sp>
        <p:nvSpPr>
          <p:cNvPr id="20" name="Oval 90">
            <a:extLst>
              <a:ext uri="{FF2B5EF4-FFF2-40B4-BE49-F238E27FC236}">
                <a16:creationId xmlns:a16="http://schemas.microsoft.com/office/drawing/2014/main" id="{E984D0B1-B7DF-85E0-C6EE-E41F10ABCFB8}"/>
              </a:ext>
            </a:extLst>
          </p:cNvPr>
          <p:cNvSpPr/>
          <p:nvPr/>
        </p:nvSpPr>
        <p:spPr>
          <a:xfrm>
            <a:off x="5639550" y="2221656"/>
            <a:ext cx="1440000" cy="1440000"/>
          </a:xfrm>
          <a:prstGeom prst="ellipse">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1200" cap="none" spc="0" normalizeH="0" baseline="0" noProof="1">
              <a:ln>
                <a:noFill/>
              </a:ln>
              <a:solidFill>
                <a:prstClr val="black"/>
              </a:solidFill>
              <a:effectLst/>
              <a:uLnTx/>
              <a:uFillTx/>
              <a:latin typeface="Frutiger LT Com 45 Light"/>
              <a:ea typeface="+mn-ea"/>
              <a:cs typeface="+mn-cs"/>
            </a:endParaRPr>
          </a:p>
        </p:txBody>
      </p:sp>
      <p:sp>
        <p:nvSpPr>
          <p:cNvPr id="21" name="Oval 96">
            <a:extLst>
              <a:ext uri="{FF2B5EF4-FFF2-40B4-BE49-F238E27FC236}">
                <a16:creationId xmlns:a16="http://schemas.microsoft.com/office/drawing/2014/main" id="{E80D150D-AB4F-0045-C9E5-42EBCABA91C9}"/>
              </a:ext>
            </a:extLst>
          </p:cNvPr>
          <p:cNvSpPr>
            <a:spLocks noChangeAspect="1"/>
          </p:cNvSpPr>
          <p:nvPr/>
        </p:nvSpPr>
        <p:spPr>
          <a:xfrm>
            <a:off x="5775675" y="1929800"/>
            <a:ext cx="720000" cy="719999"/>
          </a:xfrm>
          <a:prstGeom prst="ellipse">
            <a:avLst/>
          </a:prstGeom>
          <a:solidFill>
            <a:srgbClr val="D8E5EE"/>
          </a:solidFill>
          <a:ln w="12700" cap="flat" cmpd="sng" algn="ctr">
            <a:solidFill>
              <a:schemeClr val="accent2"/>
            </a:solidFill>
            <a:prstDash val="dash"/>
            <a:miter lim="800000"/>
          </a:ln>
          <a:effectLst/>
        </p:spPr>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0" cap="none" spc="0" normalizeH="0" baseline="0" noProof="1">
              <a:ln>
                <a:noFill/>
              </a:ln>
              <a:solidFill>
                <a:prstClr val="black"/>
              </a:solidFill>
              <a:effectLst/>
              <a:uLnTx/>
              <a:uFillTx/>
              <a:latin typeface="Rockwell" panose="02060603020205020403" pitchFamily="18" charset="0"/>
              <a:ea typeface="+mn-ea"/>
              <a:cs typeface="+mn-cs"/>
            </a:endParaRPr>
          </a:p>
        </p:txBody>
      </p:sp>
      <p:sp>
        <p:nvSpPr>
          <p:cNvPr id="22" name="Oval 96">
            <a:extLst>
              <a:ext uri="{FF2B5EF4-FFF2-40B4-BE49-F238E27FC236}">
                <a16:creationId xmlns:a16="http://schemas.microsoft.com/office/drawing/2014/main" id="{32B6BE57-7304-DE6C-66F2-789E5D9D93D1}"/>
              </a:ext>
            </a:extLst>
          </p:cNvPr>
          <p:cNvSpPr>
            <a:spLocks noChangeAspect="1"/>
          </p:cNvSpPr>
          <p:nvPr/>
        </p:nvSpPr>
        <p:spPr>
          <a:xfrm>
            <a:off x="5283273" y="2886769"/>
            <a:ext cx="720000" cy="719999"/>
          </a:xfrm>
          <a:prstGeom prst="ellipse">
            <a:avLst/>
          </a:prstGeom>
          <a:solidFill>
            <a:srgbClr val="D8E5EE"/>
          </a:solidFill>
          <a:ln w="12700" cap="flat" cmpd="sng" algn="ctr">
            <a:solidFill>
              <a:schemeClr val="accent2"/>
            </a:solidFill>
            <a:prstDash val="dash"/>
            <a:miter lim="800000"/>
          </a:ln>
          <a:effectLst/>
        </p:spPr>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0" cap="none" spc="0" normalizeH="0" baseline="0" noProof="1">
              <a:ln>
                <a:noFill/>
              </a:ln>
              <a:solidFill>
                <a:prstClr val="black"/>
              </a:solidFill>
              <a:effectLst/>
              <a:uLnTx/>
              <a:uFillTx/>
              <a:latin typeface="Rockwell" panose="02060603020205020403" pitchFamily="18" charset="0"/>
              <a:ea typeface="+mn-ea"/>
              <a:cs typeface="+mn-cs"/>
            </a:endParaRPr>
          </a:p>
        </p:txBody>
      </p:sp>
      <p:sp>
        <p:nvSpPr>
          <p:cNvPr id="23" name="Oval 96">
            <a:extLst>
              <a:ext uri="{FF2B5EF4-FFF2-40B4-BE49-F238E27FC236}">
                <a16:creationId xmlns:a16="http://schemas.microsoft.com/office/drawing/2014/main" id="{DF0AE309-E868-73BF-F019-B7990644D253}"/>
              </a:ext>
            </a:extLst>
          </p:cNvPr>
          <p:cNvSpPr>
            <a:spLocks noChangeAspect="1"/>
          </p:cNvSpPr>
          <p:nvPr/>
        </p:nvSpPr>
        <p:spPr>
          <a:xfrm>
            <a:off x="6660996" y="2766917"/>
            <a:ext cx="720001" cy="720000"/>
          </a:xfrm>
          <a:prstGeom prst="ellipse">
            <a:avLst/>
          </a:prstGeom>
          <a:solidFill>
            <a:srgbClr val="D8E5EE"/>
          </a:solidFill>
          <a:ln w="12700" cap="flat" cmpd="sng" algn="ctr">
            <a:solidFill>
              <a:schemeClr val="accent2"/>
            </a:solidFill>
            <a:prstDash val="dash"/>
            <a:miter lim="800000"/>
          </a:ln>
          <a:effectLst/>
        </p:spPr>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0" cap="none" spc="0" normalizeH="0" baseline="0" noProof="1">
              <a:ln>
                <a:noFill/>
              </a:ln>
              <a:solidFill>
                <a:prstClr val="black"/>
              </a:solidFill>
              <a:effectLst/>
              <a:uLnTx/>
              <a:uFillTx/>
              <a:latin typeface="Rockwell" panose="02060603020205020403" pitchFamily="18" charset="0"/>
              <a:ea typeface="+mn-ea"/>
              <a:cs typeface="+mn-cs"/>
            </a:endParaRPr>
          </a:p>
        </p:txBody>
      </p:sp>
      <p:pic>
        <p:nvPicPr>
          <p:cNvPr id="24" name="Graphic 23" descr="Robot outline">
            <a:extLst>
              <a:ext uri="{FF2B5EF4-FFF2-40B4-BE49-F238E27FC236}">
                <a16:creationId xmlns:a16="http://schemas.microsoft.com/office/drawing/2014/main" id="{9B52F695-C719-2031-4044-A6A22268A1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30273" y="1985390"/>
            <a:ext cx="612000" cy="612000"/>
          </a:xfrm>
          <a:prstGeom prst="rect">
            <a:avLst/>
          </a:prstGeom>
        </p:spPr>
      </p:pic>
      <p:pic>
        <p:nvPicPr>
          <p:cNvPr id="25" name="Graphic 24" descr="Robot outline">
            <a:extLst>
              <a:ext uri="{FF2B5EF4-FFF2-40B4-BE49-F238E27FC236}">
                <a16:creationId xmlns:a16="http://schemas.microsoft.com/office/drawing/2014/main" id="{08F1C247-4FF1-E788-E219-81E789F4D8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29164" y="2920011"/>
            <a:ext cx="612000" cy="612000"/>
          </a:xfrm>
          <a:prstGeom prst="rect">
            <a:avLst/>
          </a:prstGeom>
        </p:spPr>
      </p:pic>
      <p:pic>
        <p:nvPicPr>
          <p:cNvPr id="26" name="Graphic 25" descr="Robot outline">
            <a:extLst>
              <a:ext uri="{FF2B5EF4-FFF2-40B4-BE49-F238E27FC236}">
                <a16:creationId xmlns:a16="http://schemas.microsoft.com/office/drawing/2014/main" id="{831D6FDA-62B1-6552-E855-737CD47A24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14996" y="2803869"/>
            <a:ext cx="612000" cy="612000"/>
          </a:xfrm>
          <a:prstGeom prst="rect">
            <a:avLst/>
          </a:prstGeom>
        </p:spPr>
      </p:pic>
      <p:sp>
        <p:nvSpPr>
          <p:cNvPr id="27" name="TextBox 26">
            <a:extLst>
              <a:ext uri="{FF2B5EF4-FFF2-40B4-BE49-F238E27FC236}">
                <a16:creationId xmlns:a16="http://schemas.microsoft.com/office/drawing/2014/main" id="{B420B92D-C571-EE11-EFF9-8EF0388804A6}"/>
              </a:ext>
            </a:extLst>
          </p:cNvPr>
          <p:cNvSpPr txBox="1"/>
          <p:nvPr/>
        </p:nvSpPr>
        <p:spPr>
          <a:xfrm>
            <a:off x="736270" y="3888812"/>
            <a:ext cx="2909455" cy="1823219"/>
          </a:xfrm>
          <a:prstGeom prst="rect">
            <a:avLst/>
          </a:prstGeom>
        </p:spPr>
        <p:txBody>
          <a:bodyPr vert="horz" wrap="square" lIns="0" tIns="0" rIns="0" bIns="0" rtlCol="0">
            <a:noAutofit/>
          </a:bodyPr>
          <a:lstStyle/>
          <a:p>
            <a:pPr marL="285750" indent="-285750" algn="l">
              <a:buFont typeface="Wingdings" pitchFamily="2" charset="2"/>
              <a:buChar char="q"/>
            </a:pPr>
            <a:endParaRPr lang="en-DE" sz="1400" dirty="0">
              <a:solidFill>
                <a:schemeClr val="accent3">
                  <a:lumMod val="75000"/>
                </a:schemeClr>
              </a:solidFill>
            </a:endParaRPr>
          </a:p>
        </p:txBody>
      </p:sp>
      <p:cxnSp>
        <p:nvCxnSpPr>
          <p:cNvPr id="28" name="Straight Connector 27">
            <a:extLst>
              <a:ext uri="{FF2B5EF4-FFF2-40B4-BE49-F238E27FC236}">
                <a16:creationId xmlns:a16="http://schemas.microsoft.com/office/drawing/2014/main" id="{EAE67C89-1CD1-0752-5A10-CE2B9BE11789}"/>
              </a:ext>
            </a:extLst>
          </p:cNvPr>
          <p:cNvCxnSpPr>
            <a:cxnSpLocks/>
          </p:cNvCxnSpPr>
          <p:nvPr/>
        </p:nvCxnSpPr>
        <p:spPr>
          <a:xfrm>
            <a:off x="8264777" y="1424003"/>
            <a:ext cx="0" cy="4631635"/>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BECF6860-F1FF-BF72-CFED-A23AD1BAD801}"/>
              </a:ext>
            </a:extLst>
          </p:cNvPr>
          <p:cNvSpPr txBox="1"/>
          <p:nvPr/>
        </p:nvSpPr>
        <p:spPr>
          <a:xfrm>
            <a:off x="9344452" y="1490869"/>
            <a:ext cx="1812965" cy="210215"/>
          </a:xfrm>
          <a:prstGeom prst="rect">
            <a:avLst/>
          </a:prstGeom>
        </p:spPr>
        <p:txBody>
          <a:bodyPr vert="horz" wrap="square" lIns="0" tIns="0" rIns="0" bIns="0" rtlCol="0">
            <a:noAutofit/>
          </a:bodyPr>
          <a:lstStyle/>
          <a:p>
            <a:pPr algn="l"/>
            <a:r>
              <a:rPr lang="en-GB" sz="1400" b="1" noProof="0">
                <a:solidFill>
                  <a:schemeClr val="accent3">
                    <a:lumMod val="75000"/>
                  </a:schemeClr>
                </a:solidFill>
              </a:rPr>
              <a:t>Context and memory</a:t>
            </a:r>
          </a:p>
        </p:txBody>
      </p:sp>
      <p:sp>
        <p:nvSpPr>
          <p:cNvPr id="32" name="TextBox 31">
            <a:extLst>
              <a:ext uri="{FF2B5EF4-FFF2-40B4-BE49-F238E27FC236}">
                <a16:creationId xmlns:a16="http://schemas.microsoft.com/office/drawing/2014/main" id="{EEAB9446-245B-3AA7-49C4-FFC275A9E3E7}"/>
              </a:ext>
            </a:extLst>
          </p:cNvPr>
          <p:cNvSpPr txBox="1"/>
          <p:nvPr/>
        </p:nvSpPr>
        <p:spPr>
          <a:xfrm>
            <a:off x="939566" y="3981906"/>
            <a:ext cx="2706159" cy="2107824"/>
          </a:xfrm>
          <a:prstGeom prst="rect">
            <a:avLst/>
          </a:prstGeom>
        </p:spPr>
        <p:txBody>
          <a:bodyPr vert="horz" wrap="square" lIns="0" tIns="0" rIns="0" bIns="0" rtlCol="0">
            <a:noAutofit/>
          </a:bodyPr>
          <a:lstStyle/>
          <a:p>
            <a:pPr marL="285750" indent="-285750" algn="l">
              <a:buFont typeface="Wingdings" pitchFamily="2" charset="2"/>
              <a:buChar char="q"/>
            </a:pPr>
            <a:r>
              <a:rPr lang="en-GB" sz="1400" dirty="0">
                <a:solidFill>
                  <a:schemeClr val="accent3">
                    <a:lumMod val="75000"/>
                  </a:schemeClr>
                </a:solidFill>
              </a:rPr>
              <a:t>One autonomous LLM-based agent</a:t>
            </a:r>
          </a:p>
          <a:p>
            <a:pPr marL="285750" indent="-285750" algn="l">
              <a:buFont typeface="Wingdings" pitchFamily="2" charset="2"/>
              <a:buChar char="q"/>
            </a:pPr>
            <a:endParaRPr lang="en-GB" sz="1400" dirty="0">
              <a:solidFill>
                <a:schemeClr val="accent3">
                  <a:lumMod val="75000"/>
                </a:schemeClr>
              </a:solidFill>
            </a:endParaRPr>
          </a:p>
          <a:p>
            <a:pPr marL="285750" indent="-285750" algn="l">
              <a:buFont typeface="Wingdings" pitchFamily="2" charset="2"/>
              <a:buChar char="q"/>
            </a:pPr>
            <a:r>
              <a:rPr lang="en-GB" sz="1400" dirty="0">
                <a:solidFill>
                  <a:schemeClr val="accent3">
                    <a:lumMod val="75000"/>
                  </a:schemeClr>
                </a:solidFill>
              </a:rPr>
              <a:t>Role, goal, and tools</a:t>
            </a:r>
          </a:p>
          <a:p>
            <a:pPr marL="285750" indent="-285750" algn="l">
              <a:buFont typeface="Wingdings" pitchFamily="2" charset="2"/>
              <a:buChar char="q"/>
            </a:pPr>
            <a:endParaRPr lang="en-GB" sz="1400" dirty="0">
              <a:solidFill>
                <a:schemeClr val="accent3">
                  <a:lumMod val="75000"/>
                </a:schemeClr>
              </a:solidFill>
            </a:endParaRPr>
          </a:p>
          <a:p>
            <a:pPr marL="285750" indent="-285750" algn="l">
              <a:buFont typeface="Wingdings" pitchFamily="2" charset="2"/>
              <a:buChar char="q"/>
            </a:pPr>
            <a:r>
              <a:rPr lang="en-GB" sz="1400" dirty="0">
                <a:solidFill>
                  <a:schemeClr val="accent3">
                    <a:lumMod val="75000"/>
                  </a:schemeClr>
                </a:solidFill>
              </a:rPr>
              <a:t>Solves a task from its own information state</a:t>
            </a:r>
          </a:p>
          <a:p>
            <a:pPr algn="l"/>
            <a:endParaRPr lang="en-DE" sz="1400" dirty="0">
              <a:solidFill>
                <a:schemeClr val="accent3">
                  <a:lumMod val="75000"/>
                </a:schemeClr>
              </a:solidFill>
            </a:endParaRPr>
          </a:p>
        </p:txBody>
      </p:sp>
      <p:sp>
        <p:nvSpPr>
          <p:cNvPr id="33" name="TextBox 32">
            <a:extLst>
              <a:ext uri="{FF2B5EF4-FFF2-40B4-BE49-F238E27FC236}">
                <a16:creationId xmlns:a16="http://schemas.microsoft.com/office/drawing/2014/main" id="{09F43E2E-83E9-AF5B-3FE8-85A44431A596}"/>
              </a:ext>
            </a:extLst>
          </p:cNvPr>
          <p:cNvSpPr txBox="1"/>
          <p:nvPr/>
        </p:nvSpPr>
        <p:spPr>
          <a:xfrm>
            <a:off x="5006470" y="3981906"/>
            <a:ext cx="2706159" cy="2107824"/>
          </a:xfrm>
          <a:prstGeom prst="rect">
            <a:avLst/>
          </a:prstGeom>
        </p:spPr>
        <p:txBody>
          <a:bodyPr vert="horz" wrap="square" lIns="0" tIns="0" rIns="0" bIns="0" rtlCol="0">
            <a:noAutofit/>
          </a:bodyPr>
          <a:lstStyle/>
          <a:p>
            <a:pPr marL="285750" indent="-285750" algn="l">
              <a:buFont typeface="Wingdings" pitchFamily="2" charset="2"/>
              <a:buChar char="q"/>
            </a:pPr>
            <a:r>
              <a:rPr lang="en-GB" sz="1400" dirty="0">
                <a:solidFill>
                  <a:schemeClr val="accent3">
                    <a:lumMod val="75000"/>
                  </a:schemeClr>
                </a:solidFill>
              </a:rPr>
              <a:t>Multiple specialised agents</a:t>
            </a:r>
          </a:p>
          <a:p>
            <a:pPr marL="285750" indent="-285750" algn="l">
              <a:buFont typeface="Wingdings" pitchFamily="2" charset="2"/>
              <a:buChar char="q"/>
            </a:pPr>
            <a:endParaRPr lang="en-GB" sz="1400" dirty="0">
              <a:solidFill>
                <a:schemeClr val="accent3">
                  <a:lumMod val="75000"/>
                </a:schemeClr>
              </a:solidFill>
            </a:endParaRPr>
          </a:p>
          <a:p>
            <a:pPr marL="285750" indent="-285750" algn="l">
              <a:buFont typeface="Wingdings" pitchFamily="2" charset="2"/>
              <a:buChar char="q"/>
            </a:pPr>
            <a:r>
              <a:rPr lang="en-GB" sz="1400" dirty="0">
                <a:solidFill>
                  <a:schemeClr val="accent3">
                    <a:lumMod val="75000"/>
                  </a:schemeClr>
                </a:solidFill>
              </a:rPr>
              <a:t>Different roles, tools, and perspectives</a:t>
            </a:r>
          </a:p>
          <a:p>
            <a:pPr marL="285750" indent="-285750" algn="l">
              <a:buFont typeface="Wingdings" pitchFamily="2" charset="2"/>
              <a:buChar char="q"/>
            </a:pPr>
            <a:endParaRPr lang="en-GB" sz="1400" dirty="0">
              <a:solidFill>
                <a:schemeClr val="accent3">
                  <a:lumMod val="75000"/>
                </a:schemeClr>
              </a:solidFill>
            </a:endParaRPr>
          </a:p>
          <a:p>
            <a:pPr marL="285750" indent="-285750" algn="l">
              <a:buFont typeface="Wingdings" pitchFamily="2" charset="2"/>
              <a:buChar char="q"/>
            </a:pPr>
            <a:r>
              <a:rPr lang="en-GB" sz="1400" dirty="0">
                <a:solidFill>
                  <a:schemeClr val="accent3">
                    <a:lumMod val="75000"/>
                  </a:schemeClr>
                </a:solidFill>
              </a:rPr>
              <a:t>Interact to solve a joint task</a:t>
            </a:r>
            <a:endParaRPr lang="en-DE" sz="1400" dirty="0">
              <a:solidFill>
                <a:schemeClr val="accent3">
                  <a:lumMod val="75000"/>
                </a:schemeClr>
              </a:solidFill>
            </a:endParaRPr>
          </a:p>
        </p:txBody>
      </p:sp>
      <p:sp>
        <p:nvSpPr>
          <p:cNvPr id="34" name="TextBox 33">
            <a:extLst>
              <a:ext uri="{FF2B5EF4-FFF2-40B4-BE49-F238E27FC236}">
                <a16:creationId xmlns:a16="http://schemas.microsoft.com/office/drawing/2014/main" id="{EE0DDEFE-D7E0-0458-0D30-CC9898DC03C2}"/>
              </a:ext>
            </a:extLst>
          </p:cNvPr>
          <p:cNvSpPr txBox="1"/>
          <p:nvPr/>
        </p:nvSpPr>
        <p:spPr>
          <a:xfrm>
            <a:off x="8897856" y="3981906"/>
            <a:ext cx="2954848" cy="2107824"/>
          </a:xfrm>
          <a:prstGeom prst="rect">
            <a:avLst/>
          </a:prstGeom>
        </p:spPr>
        <p:txBody>
          <a:bodyPr vert="horz" wrap="square" lIns="0" tIns="0" rIns="0" bIns="0" rtlCol="0">
            <a:noAutofit/>
          </a:bodyPr>
          <a:lstStyle/>
          <a:p>
            <a:pPr marL="285750" indent="-285750" algn="l">
              <a:buFont typeface="Wingdings" pitchFamily="2" charset="2"/>
              <a:buChar char="q"/>
            </a:pPr>
            <a:r>
              <a:rPr lang="en-GB" sz="1400" dirty="0">
                <a:solidFill>
                  <a:schemeClr val="accent3">
                    <a:lumMod val="75000"/>
                  </a:schemeClr>
                </a:solidFill>
              </a:rPr>
              <a:t>Context: information available at inference time, bounded by context window</a:t>
            </a:r>
          </a:p>
          <a:p>
            <a:pPr marL="285750" indent="-285750" algn="l">
              <a:buFont typeface="Wingdings" pitchFamily="2" charset="2"/>
              <a:buChar char="q"/>
            </a:pPr>
            <a:endParaRPr lang="en-GB" sz="1400" dirty="0">
              <a:solidFill>
                <a:schemeClr val="accent3">
                  <a:lumMod val="75000"/>
                </a:schemeClr>
              </a:solidFill>
            </a:endParaRPr>
          </a:p>
          <a:p>
            <a:pPr marL="285750" indent="-285750" algn="l">
              <a:buFont typeface="Wingdings" pitchFamily="2" charset="2"/>
              <a:buChar char="q"/>
            </a:pPr>
            <a:r>
              <a:rPr lang="en-GB" sz="1400" dirty="0">
                <a:solidFill>
                  <a:schemeClr val="accent3">
                    <a:lumMod val="75000"/>
                  </a:schemeClr>
                </a:solidFill>
              </a:rPr>
              <a:t>Memory: information retained across model calls</a:t>
            </a:r>
          </a:p>
          <a:p>
            <a:pPr marL="285750" indent="-285750" algn="l">
              <a:buFont typeface="Wingdings" pitchFamily="2" charset="2"/>
              <a:buChar char="q"/>
            </a:pPr>
            <a:endParaRPr lang="en-GB" sz="1400" dirty="0">
              <a:solidFill>
                <a:schemeClr val="accent3">
                  <a:lumMod val="75000"/>
                </a:schemeClr>
              </a:solidFill>
            </a:endParaRPr>
          </a:p>
          <a:p>
            <a:pPr marL="285750" indent="-285750" algn="l">
              <a:buFont typeface="Wingdings" pitchFamily="2" charset="2"/>
              <a:buChar char="q"/>
            </a:pPr>
            <a:r>
              <a:rPr lang="en-GB" sz="1400" dirty="0">
                <a:solidFill>
                  <a:schemeClr val="accent3">
                    <a:lumMod val="75000"/>
                  </a:schemeClr>
                </a:solidFill>
              </a:rPr>
              <a:t>Retrieved memory informs later decisions</a:t>
            </a:r>
            <a:endParaRPr lang="en-DE" sz="1400" dirty="0">
              <a:solidFill>
                <a:schemeClr val="accent3">
                  <a:lumMod val="75000"/>
                </a:schemeClr>
              </a:solidFill>
            </a:endParaRPr>
          </a:p>
        </p:txBody>
      </p:sp>
    </p:spTree>
    <p:extLst>
      <p:ext uri="{BB962C8B-B14F-4D97-AF65-F5344CB8AC3E}">
        <p14:creationId xmlns:p14="http://schemas.microsoft.com/office/powerpoint/2010/main" val="3439068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8F232-CEEE-1372-6E70-19B93795AF66}"/>
              </a:ext>
            </a:extLst>
          </p:cNvPr>
          <p:cNvSpPr>
            <a:spLocks noGrp="1"/>
          </p:cNvSpPr>
          <p:nvPr>
            <p:ph type="title"/>
          </p:nvPr>
        </p:nvSpPr>
        <p:spPr/>
        <p:txBody>
          <a:bodyPr/>
          <a:lstStyle/>
          <a:p>
            <a:r>
              <a:rPr lang="en-DE" dirty="0"/>
              <a:t>Current state of the Art of MAS Frameworks</a:t>
            </a:r>
          </a:p>
        </p:txBody>
      </p:sp>
      <p:sp>
        <p:nvSpPr>
          <p:cNvPr id="3" name="Date Placeholder 2">
            <a:extLst>
              <a:ext uri="{FF2B5EF4-FFF2-40B4-BE49-F238E27FC236}">
                <a16:creationId xmlns:a16="http://schemas.microsoft.com/office/drawing/2014/main" id="{C8DDBF53-B1AE-F8E2-1EA5-8959EF6F1543}"/>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035DF495-4749-E0CA-5B42-1A548647F2B9}"/>
              </a:ext>
            </a:extLst>
          </p:cNvPr>
          <p:cNvSpPr>
            <a:spLocks noGrp="1"/>
          </p:cNvSpPr>
          <p:nvPr>
            <p:ph type="sldNum" sz="quarter" idx="12"/>
          </p:nvPr>
        </p:nvSpPr>
        <p:spPr/>
        <p:txBody>
          <a:bodyPr/>
          <a:lstStyle/>
          <a:p>
            <a:fld id="{64647E8F-5052-4581-98D0-7C32D5A45346}" type="slidenum">
              <a:rPr lang="en-US" smtClean="0"/>
              <a:pPr/>
              <a:t>15</a:t>
            </a:fld>
            <a:endParaRPr lang="en-US"/>
          </a:p>
        </p:txBody>
      </p:sp>
      <p:sp>
        <p:nvSpPr>
          <p:cNvPr id="6" name="Content Placeholder 5">
            <a:extLst>
              <a:ext uri="{FF2B5EF4-FFF2-40B4-BE49-F238E27FC236}">
                <a16:creationId xmlns:a16="http://schemas.microsoft.com/office/drawing/2014/main" id="{71EC08F9-69FC-DFA2-E9B7-C8F5ADC95880}"/>
              </a:ext>
            </a:extLst>
          </p:cNvPr>
          <p:cNvSpPr>
            <a:spLocks noGrp="1"/>
          </p:cNvSpPr>
          <p:nvPr>
            <p:ph sz="quarter" idx="17"/>
          </p:nvPr>
        </p:nvSpPr>
        <p:spPr/>
        <p:txBody>
          <a:bodyPr/>
          <a:lstStyle/>
          <a:p>
            <a:endParaRPr lang="en-DE"/>
          </a:p>
        </p:txBody>
      </p:sp>
      <p:sp>
        <p:nvSpPr>
          <p:cNvPr id="7" name="Footer Placeholder 6">
            <a:extLst>
              <a:ext uri="{FF2B5EF4-FFF2-40B4-BE49-F238E27FC236}">
                <a16:creationId xmlns:a16="http://schemas.microsoft.com/office/drawing/2014/main" id="{E87E6712-F09C-0897-4E00-67F8F6F6FE93}"/>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pic>
        <p:nvPicPr>
          <p:cNvPr id="9" name="Picture 8" descr="CrewAI Documentation - CrewAI">
            <a:extLst>
              <a:ext uri="{FF2B5EF4-FFF2-40B4-BE49-F238E27FC236}">
                <a16:creationId xmlns:a16="http://schemas.microsoft.com/office/drawing/2014/main" id="{57C842B9-2ABC-6105-FF4C-8E483E545820}"/>
              </a:ext>
            </a:extLst>
          </p:cNvPr>
          <p:cNvPicPr>
            <a:picLocks noChangeAspect="1"/>
          </p:cNvPicPr>
          <p:nvPr/>
        </p:nvPicPr>
        <p:blipFill>
          <a:blip r:embed="rId2"/>
          <a:stretch>
            <a:fillRect/>
          </a:stretch>
        </p:blipFill>
        <p:spPr>
          <a:xfrm>
            <a:off x="2488224" y="1676400"/>
            <a:ext cx="4736843" cy="1440000"/>
          </a:xfrm>
          <a:prstGeom prst="rect">
            <a:avLst/>
          </a:prstGeom>
        </p:spPr>
      </p:pic>
      <p:pic>
        <p:nvPicPr>
          <p:cNvPr id="10" name="Picture 9" descr="Getting started with Agent Development Kit — Function tools | by Glen Yu |  Google Cloud - Community | Medium">
            <a:extLst>
              <a:ext uri="{FF2B5EF4-FFF2-40B4-BE49-F238E27FC236}">
                <a16:creationId xmlns:a16="http://schemas.microsoft.com/office/drawing/2014/main" id="{B1486A7D-DBBE-608C-BA00-D794E39A4B67}"/>
              </a:ext>
            </a:extLst>
          </p:cNvPr>
          <p:cNvPicPr>
            <a:picLocks noChangeAspect="1"/>
          </p:cNvPicPr>
          <p:nvPr/>
        </p:nvPicPr>
        <p:blipFill>
          <a:blip r:embed="rId3"/>
          <a:stretch>
            <a:fillRect/>
          </a:stretch>
        </p:blipFill>
        <p:spPr>
          <a:xfrm>
            <a:off x="126986" y="1676400"/>
            <a:ext cx="1440000" cy="1440000"/>
          </a:xfrm>
          <a:prstGeom prst="rect">
            <a:avLst/>
          </a:prstGeom>
        </p:spPr>
      </p:pic>
      <p:pic>
        <p:nvPicPr>
          <p:cNvPr id="11" name="Picture 10" descr="LangGraph (LangChain) Free SVG, PNG,... · LobeHub">
            <a:extLst>
              <a:ext uri="{FF2B5EF4-FFF2-40B4-BE49-F238E27FC236}">
                <a16:creationId xmlns:a16="http://schemas.microsoft.com/office/drawing/2014/main" id="{3158C821-4A2D-A8E6-242D-CBD62D6395B4}"/>
              </a:ext>
            </a:extLst>
          </p:cNvPr>
          <p:cNvPicPr>
            <a:picLocks noChangeAspect="1"/>
          </p:cNvPicPr>
          <p:nvPr/>
        </p:nvPicPr>
        <p:blipFill>
          <a:blip r:embed="rId4"/>
          <a:stretch>
            <a:fillRect/>
          </a:stretch>
        </p:blipFill>
        <p:spPr>
          <a:xfrm>
            <a:off x="10507544" y="1676400"/>
            <a:ext cx="1440000" cy="1440000"/>
          </a:xfrm>
          <a:prstGeom prst="rect">
            <a:avLst/>
          </a:prstGeom>
        </p:spPr>
      </p:pic>
      <p:pic>
        <p:nvPicPr>
          <p:cNvPr id="12" name="Picture 11" descr="Deploy AutoGen Studio">
            <a:extLst>
              <a:ext uri="{FF2B5EF4-FFF2-40B4-BE49-F238E27FC236}">
                <a16:creationId xmlns:a16="http://schemas.microsoft.com/office/drawing/2014/main" id="{F6B6BA25-C722-D794-E6A6-4C9CE73F5E7C}"/>
              </a:ext>
            </a:extLst>
          </p:cNvPr>
          <p:cNvPicPr>
            <a:picLocks noChangeAspect="1"/>
          </p:cNvPicPr>
          <p:nvPr/>
        </p:nvPicPr>
        <p:blipFill>
          <a:blip r:embed="rId5"/>
          <a:stretch>
            <a:fillRect/>
          </a:stretch>
        </p:blipFill>
        <p:spPr>
          <a:xfrm>
            <a:off x="8146305" y="1676400"/>
            <a:ext cx="1440000" cy="1440000"/>
          </a:xfrm>
          <a:prstGeom prst="rect">
            <a:avLst/>
          </a:prstGeom>
        </p:spPr>
      </p:pic>
      <p:sp>
        <p:nvSpPr>
          <p:cNvPr id="13" name="Content Placeholder 4">
            <a:extLst>
              <a:ext uri="{FF2B5EF4-FFF2-40B4-BE49-F238E27FC236}">
                <a16:creationId xmlns:a16="http://schemas.microsoft.com/office/drawing/2014/main" id="{AE10BAB7-9DD5-8B5C-4AC7-C9CEFA9446A6}"/>
              </a:ext>
            </a:extLst>
          </p:cNvPr>
          <p:cNvSpPr txBox="1">
            <a:spLocks/>
          </p:cNvSpPr>
          <p:nvPr/>
        </p:nvSpPr>
        <p:spPr>
          <a:xfrm>
            <a:off x="550863" y="3336822"/>
            <a:ext cx="11088000" cy="471510"/>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DE" sz="2400" b="1" dirty="0"/>
              <a:t>How do current AI Frameworks design context and memory?</a:t>
            </a:r>
          </a:p>
        </p:txBody>
      </p:sp>
      <p:sp>
        <p:nvSpPr>
          <p:cNvPr id="14" name="Content Placeholder 4">
            <a:extLst>
              <a:ext uri="{FF2B5EF4-FFF2-40B4-BE49-F238E27FC236}">
                <a16:creationId xmlns:a16="http://schemas.microsoft.com/office/drawing/2014/main" id="{86A512F1-B7A6-2935-320D-DD4FF16EE58F}"/>
              </a:ext>
            </a:extLst>
          </p:cNvPr>
          <p:cNvSpPr txBox="1">
            <a:spLocks/>
          </p:cNvSpPr>
          <p:nvPr/>
        </p:nvSpPr>
        <p:spPr>
          <a:xfrm>
            <a:off x="550863" y="4058980"/>
            <a:ext cx="11088000" cy="1122619"/>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GB" noProof="0" dirty="0"/>
              <a:t>A common default in contemporary agent frameworks is to maintain prior messages, agent responses, and tool interactions as an accumulating short-term context that is reintroduced into subsequent model calls.</a:t>
            </a:r>
          </a:p>
          <a:p>
            <a:pPr marL="0" indent="0" algn="ctr">
              <a:buFont typeface="Wingdings" panose="05000000000000000000" pitchFamily="2" charset="2"/>
              <a:buNone/>
            </a:pPr>
            <a:endParaRPr lang="en-GB" dirty="0"/>
          </a:p>
          <a:p>
            <a:pPr marL="0" indent="0" algn="ctr">
              <a:buNone/>
            </a:pPr>
            <a:r>
              <a:rPr lang="en-GB" b="1" dirty="0">
                <a:solidFill>
                  <a:schemeClr val="accent3">
                    <a:lumMod val="75000"/>
                  </a:schemeClr>
                </a:solidFill>
              </a:rPr>
              <a:t>What is not yet the default is a structured and adaptive representation of evolving team knowledge: a team mental model.</a:t>
            </a:r>
          </a:p>
          <a:p>
            <a:pPr marL="0" indent="0" algn="ctr">
              <a:buFont typeface="Wingdings" panose="05000000000000000000" pitchFamily="2" charset="2"/>
              <a:buNone/>
            </a:pPr>
            <a:endParaRPr lang="en-GB" noProof="0" dirty="0"/>
          </a:p>
        </p:txBody>
      </p:sp>
    </p:spTree>
    <p:extLst>
      <p:ext uri="{BB962C8B-B14F-4D97-AF65-F5344CB8AC3E}">
        <p14:creationId xmlns:p14="http://schemas.microsoft.com/office/powerpoint/2010/main" val="1780607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7979D-D292-FF7B-5EF5-A15758FE3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0533C-C88D-5CAF-7181-6BD11E802FF4}"/>
              </a:ext>
            </a:extLst>
          </p:cNvPr>
          <p:cNvSpPr>
            <a:spLocks noGrp="1"/>
          </p:cNvSpPr>
          <p:nvPr>
            <p:ph type="title"/>
          </p:nvPr>
        </p:nvSpPr>
        <p:spPr/>
        <p:txBody>
          <a:bodyPr/>
          <a:lstStyle/>
          <a:p>
            <a:r>
              <a:rPr lang="en-DE" dirty="0"/>
              <a:t>Architecture</a:t>
            </a:r>
          </a:p>
        </p:txBody>
      </p:sp>
      <p:sp>
        <p:nvSpPr>
          <p:cNvPr id="3" name="Text Placeholder 2">
            <a:extLst>
              <a:ext uri="{FF2B5EF4-FFF2-40B4-BE49-F238E27FC236}">
                <a16:creationId xmlns:a16="http://schemas.microsoft.com/office/drawing/2014/main" id="{1A419405-E474-4F97-8BBB-7EEE3727B709}"/>
              </a:ext>
            </a:extLst>
          </p:cNvPr>
          <p:cNvSpPr>
            <a:spLocks noGrp="1"/>
          </p:cNvSpPr>
          <p:nvPr>
            <p:ph type="body" sz="quarter" idx="13"/>
          </p:nvPr>
        </p:nvSpPr>
        <p:spPr/>
        <p:txBody>
          <a:bodyPr/>
          <a:lstStyle/>
          <a:p>
            <a:endParaRPr lang="en-DE"/>
          </a:p>
        </p:txBody>
      </p:sp>
      <p:sp>
        <p:nvSpPr>
          <p:cNvPr id="4" name="Text Placeholder 3">
            <a:extLst>
              <a:ext uri="{FF2B5EF4-FFF2-40B4-BE49-F238E27FC236}">
                <a16:creationId xmlns:a16="http://schemas.microsoft.com/office/drawing/2014/main" id="{7C730B50-AD40-7187-416A-7727B9BCC90B}"/>
              </a:ext>
            </a:extLst>
          </p:cNvPr>
          <p:cNvSpPr>
            <a:spLocks noGrp="1"/>
          </p:cNvSpPr>
          <p:nvPr>
            <p:ph type="body" sz="quarter" idx="14"/>
          </p:nvPr>
        </p:nvSpPr>
        <p:spPr/>
        <p:txBody>
          <a:bodyPr/>
          <a:lstStyle/>
          <a:p>
            <a:r>
              <a:rPr lang="en-DE" dirty="0"/>
              <a:t>4</a:t>
            </a:r>
          </a:p>
        </p:txBody>
      </p:sp>
    </p:spTree>
    <p:extLst>
      <p:ext uri="{BB962C8B-B14F-4D97-AF65-F5344CB8AC3E}">
        <p14:creationId xmlns:p14="http://schemas.microsoft.com/office/powerpoint/2010/main" val="3115908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E6390-083C-723B-4AC5-EC84EF2E17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B406E-8672-AFE7-58FD-D5F907A9A810}"/>
              </a:ext>
            </a:extLst>
          </p:cNvPr>
          <p:cNvSpPr>
            <a:spLocks noGrp="1"/>
          </p:cNvSpPr>
          <p:nvPr>
            <p:ph type="title"/>
          </p:nvPr>
        </p:nvSpPr>
        <p:spPr>
          <a:xfrm>
            <a:off x="550863" y="407195"/>
            <a:ext cx="8052580" cy="638175"/>
          </a:xfrm>
        </p:spPr>
        <p:txBody>
          <a:bodyPr anchor="b">
            <a:normAutofit/>
          </a:bodyPr>
          <a:lstStyle/>
          <a:p>
            <a:r>
              <a:rPr lang="en-DE" dirty="0"/>
              <a:t>Architecture</a:t>
            </a:r>
          </a:p>
        </p:txBody>
      </p:sp>
      <p:sp>
        <p:nvSpPr>
          <p:cNvPr id="3" name="Date Placeholder 2">
            <a:extLst>
              <a:ext uri="{FF2B5EF4-FFF2-40B4-BE49-F238E27FC236}">
                <a16:creationId xmlns:a16="http://schemas.microsoft.com/office/drawing/2014/main" id="{9079AE41-53F0-0B47-2599-BC7800AF4A15}"/>
              </a:ext>
            </a:extLst>
          </p:cNvPr>
          <p:cNvSpPr>
            <a:spLocks noGrp="1"/>
          </p:cNvSpPr>
          <p:nvPr>
            <p:ph type="dt" sz="half" idx="10"/>
          </p:nvPr>
        </p:nvSpPr>
        <p:spPr>
          <a:xfrm>
            <a:off x="550863" y="6584720"/>
            <a:ext cx="777407" cy="139606"/>
          </a:xfrm>
        </p:spPr>
        <p:txBody>
          <a:bodyPr anchor="ctr">
            <a:normAutofit/>
          </a:bodyPr>
          <a:lstStyle/>
          <a:p>
            <a:pPr>
              <a:spcAft>
                <a:spcPts val="600"/>
              </a:spcAft>
            </a:pPr>
            <a:fld id="{11EA3923-41DA-41EA-B4F6-AB210C3806FA}" type="datetime1">
              <a:rPr lang="de-DE" smtClean="0"/>
              <a:pPr>
                <a:spcAft>
                  <a:spcPts val="600"/>
                </a:spcAft>
              </a:pPr>
              <a:t>19.10.26</a:t>
            </a:fld>
            <a:endParaRPr lang="en-US"/>
          </a:p>
        </p:txBody>
      </p:sp>
      <p:sp>
        <p:nvSpPr>
          <p:cNvPr id="4" name="Slide Number Placeholder 3">
            <a:extLst>
              <a:ext uri="{FF2B5EF4-FFF2-40B4-BE49-F238E27FC236}">
                <a16:creationId xmlns:a16="http://schemas.microsoft.com/office/drawing/2014/main" id="{13B421E5-D4D1-C238-A0B6-0D22EBA35FBD}"/>
              </a:ext>
            </a:extLst>
          </p:cNvPr>
          <p:cNvSpPr>
            <a:spLocks noGrp="1"/>
          </p:cNvSpPr>
          <p:nvPr>
            <p:ph type="sldNum" sz="quarter" idx="12"/>
          </p:nvPr>
        </p:nvSpPr>
        <p:spPr>
          <a:xfrm>
            <a:off x="11334063" y="6584720"/>
            <a:ext cx="304800" cy="139606"/>
          </a:xfrm>
        </p:spPr>
        <p:txBody>
          <a:bodyPr anchor="ctr">
            <a:normAutofit/>
          </a:bodyPr>
          <a:lstStyle/>
          <a:p>
            <a:pPr>
              <a:spcAft>
                <a:spcPts val="600"/>
              </a:spcAft>
            </a:pPr>
            <a:fld id="{64647E8F-5052-4581-98D0-7C32D5A45346}" type="slidenum">
              <a:rPr lang="en-US" smtClean="0"/>
              <a:pPr>
                <a:spcAft>
                  <a:spcPts val="600"/>
                </a:spcAft>
              </a:pPr>
              <a:t>17</a:t>
            </a:fld>
            <a:endParaRPr lang="en-US"/>
          </a:p>
        </p:txBody>
      </p:sp>
      <p:sp>
        <p:nvSpPr>
          <p:cNvPr id="10" name="Content Placeholder 4">
            <a:extLst>
              <a:ext uri="{FF2B5EF4-FFF2-40B4-BE49-F238E27FC236}">
                <a16:creationId xmlns:a16="http://schemas.microsoft.com/office/drawing/2014/main" id="{D98F88F7-D94B-2A26-14F1-261C56952088}"/>
              </a:ext>
            </a:extLst>
          </p:cNvPr>
          <p:cNvSpPr>
            <a:spLocks noGrp="1"/>
          </p:cNvSpPr>
          <p:nvPr>
            <p:ph sz="quarter" idx="15"/>
          </p:nvPr>
        </p:nvSpPr>
        <p:spPr>
          <a:xfrm>
            <a:off x="550800" y="1449387"/>
            <a:ext cx="6569528" cy="4860539"/>
          </a:xfrm>
        </p:spPr>
        <p:txBody>
          <a:bodyPr anchor="ctr" anchorCtr="0"/>
          <a:lstStyle/>
          <a:p>
            <a:pPr>
              <a:buFont typeface="Wingdings" pitchFamily="2" charset="2"/>
              <a:buChar char="q"/>
            </a:pPr>
            <a:r>
              <a:rPr lang="de-DE" b="1" noProof="1"/>
              <a:t>Framework</a:t>
            </a:r>
            <a:r>
              <a:rPr lang="de-DE" noProof="1"/>
              <a:t>: Google ADK (sufficient flexibility and complexity)</a:t>
            </a:r>
          </a:p>
          <a:p>
            <a:pPr>
              <a:buFont typeface="Wingdings" pitchFamily="2" charset="2"/>
              <a:buChar char="q"/>
            </a:pPr>
            <a:endParaRPr lang="de-DE" b="1" noProof="1"/>
          </a:p>
          <a:p>
            <a:pPr>
              <a:buFont typeface="Wingdings" pitchFamily="2" charset="2"/>
              <a:buChar char="q"/>
            </a:pPr>
            <a:r>
              <a:rPr lang="de-DE" b="1" noProof="1"/>
              <a:t>Number of agents: </a:t>
            </a:r>
            <a:r>
              <a:rPr lang="de-DE" noProof="1"/>
              <a:t>3</a:t>
            </a:r>
          </a:p>
          <a:p>
            <a:pPr>
              <a:buFont typeface="Wingdings" pitchFamily="2" charset="2"/>
              <a:buChar char="q"/>
            </a:pPr>
            <a:endParaRPr lang="de-DE" noProof="1"/>
          </a:p>
          <a:p>
            <a:pPr>
              <a:buFont typeface="Wingdings" pitchFamily="2" charset="2"/>
              <a:buChar char="q"/>
            </a:pPr>
            <a:r>
              <a:rPr lang="de-DE" b="1" noProof="1"/>
              <a:t>Model</a:t>
            </a:r>
            <a:r>
              <a:rPr lang="de-DE" noProof="1"/>
              <a:t>: Open weight GPT OSS 120B (self-hosted at the University of Hohenheim)</a:t>
            </a:r>
          </a:p>
          <a:p>
            <a:pPr marL="0" indent="0">
              <a:buNone/>
            </a:pPr>
            <a:endParaRPr lang="de-DE" noProof="1"/>
          </a:p>
          <a:p>
            <a:pPr>
              <a:buFont typeface="Wingdings" pitchFamily="2" charset="2"/>
              <a:buChar char="q"/>
            </a:pPr>
            <a:r>
              <a:rPr lang="de-DE" b="1" noProof="1"/>
              <a:t>Communication topology: </a:t>
            </a:r>
            <a:r>
              <a:rPr lang="de-DE" noProof="1"/>
              <a:t>Decentralised, with a randomised speaking order</a:t>
            </a:r>
          </a:p>
          <a:p>
            <a:pPr>
              <a:buFont typeface="Wingdings" pitchFamily="2" charset="2"/>
              <a:buChar char="q"/>
            </a:pPr>
            <a:endParaRPr lang="de-DE" noProof="1"/>
          </a:p>
          <a:p>
            <a:pPr>
              <a:buFont typeface="Wingdings" pitchFamily="2" charset="2"/>
              <a:buChar char="q"/>
            </a:pPr>
            <a:r>
              <a:rPr lang="de-DE" b="1" noProof="1"/>
              <a:t>Shared Mental Model: </a:t>
            </a:r>
            <a:r>
              <a:rPr lang="de-DE" noProof="1"/>
              <a:t>Structured Markdown-based memory including the current knowledge state, updated after each discussion contribution and inserted into the agents’ input context</a:t>
            </a:r>
          </a:p>
          <a:p>
            <a:pPr>
              <a:buFont typeface="Wingdings" pitchFamily="2" charset="2"/>
              <a:buChar char="q"/>
            </a:pPr>
            <a:endParaRPr lang="de-DE" b="1" noProof="1"/>
          </a:p>
          <a:p>
            <a:pPr>
              <a:buFont typeface="Wingdings" pitchFamily="2" charset="2"/>
              <a:buChar char="q"/>
            </a:pPr>
            <a:r>
              <a:rPr lang="de-DE" b="1" noProof="1"/>
              <a:t>Consensus: </a:t>
            </a:r>
            <a:r>
              <a:rPr lang="de-DE" noProof="1"/>
              <a:t>A simulation run ends when either</a:t>
            </a:r>
          </a:p>
          <a:p>
            <a:pPr lvl="1">
              <a:buFont typeface="Wingdings" pitchFamily="2" charset="2"/>
              <a:buChar char="q"/>
            </a:pPr>
            <a:r>
              <a:rPr lang="de-DE" noProof="1"/>
              <a:t>all agents agree on one candidate, or</a:t>
            </a:r>
          </a:p>
          <a:p>
            <a:pPr lvl="1">
              <a:buFont typeface="Wingdings" pitchFamily="2" charset="2"/>
              <a:buChar char="q"/>
            </a:pPr>
            <a:r>
              <a:rPr lang="de-DE" noProof="1"/>
              <a:t>a majority selects one candidate after five rounds</a:t>
            </a:r>
          </a:p>
        </p:txBody>
      </p:sp>
      <p:sp>
        <p:nvSpPr>
          <p:cNvPr id="7" name="Footer Placeholder 6">
            <a:extLst>
              <a:ext uri="{FF2B5EF4-FFF2-40B4-BE49-F238E27FC236}">
                <a16:creationId xmlns:a16="http://schemas.microsoft.com/office/drawing/2014/main" id="{F7F54A1B-6D58-D52E-FC04-102B73DD1AB3}"/>
              </a:ext>
            </a:extLst>
          </p:cNvPr>
          <p:cNvSpPr>
            <a:spLocks noGrp="1"/>
          </p:cNvSpPr>
          <p:nvPr>
            <p:ph type="ftr" sz="quarter" idx="3"/>
          </p:nvPr>
        </p:nvSpPr>
        <p:spPr>
          <a:xfrm>
            <a:off x="1566986" y="6584720"/>
            <a:ext cx="9058033" cy="139606"/>
          </a:xfrm>
        </p:spPr>
        <p:txBody>
          <a:bodyPr anchor="ctr">
            <a:normAutofit/>
          </a:bodyPr>
          <a:lstStyle/>
          <a:p>
            <a:pPr>
              <a:spcAft>
                <a:spcPts val="600"/>
              </a:spcAft>
              <a:defRPr/>
            </a:pPr>
            <a:r>
              <a:rPr lang="de-DE"/>
              <a:t>FIM Forschungsinstitut für Informationsmanagement | Vortragende*r </a:t>
            </a:r>
            <a:endParaRPr lang="en-US"/>
          </a:p>
        </p:txBody>
      </p:sp>
      <p:pic>
        <p:nvPicPr>
          <p:cNvPr id="128" name="Graphic 127" descr="Robot outline">
            <a:extLst>
              <a:ext uri="{FF2B5EF4-FFF2-40B4-BE49-F238E27FC236}">
                <a16:creationId xmlns:a16="http://schemas.microsoft.com/office/drawing/2014/main" id="{D1FD0094-0731-A033-AADF-8F503D29514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00581" y="2162915"/>
            <a:ext cx="3433482" cy="3433482"/>
          </a:xfrm>
          <a:prstGeom prst="rect">
            <a:avLst/>
          </a:prstGeom>
        </p:spPr>
      </p:pic>
    </p:spTree>
    <p:extLst>
      <p:ext uri="{BB962C8B-B14F-4D97-AF65-F5344CB8AC3E}">
        <p14:creationId xmlns:p14="http://schemas.microsoft.com/office/powerpoint/2010/main" val="607433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89782-CDBC-25E7-00FD-2F13E758A0CE}"/>
            </a:ext>
          </a:extLst>
        </p:cNvPr>
        <p:cNvGrpSpPr/>
        <p:nvPr/>
      </p:nvGrpSpPr>
      <p:grpSpPr>
        <a:xfrm>
          <a:off x="0" y="0"/>
          <a:ext cx="0" cy="0"/>
          <a:chOff x="0" y="0"/>
          <a:chExt cx="0" cy="0"/>
        </a:xfrm>
      </p:grpSpPr>
      <p:cxnSp>
        <p:nvCxnSpPr>
          <p:cNvPr id="20" name="Straight Arrow Connector 19">
            <a:extLst>
              <a:ext uri="{FF2B5EF4-FFF2-40B4-BE49-F238E27FC236}">
                <a16:creationId xmlns:a16="http://schemas.microsoft.com/office/drawing/2014/main" id="{E0B2A4C7-051A-ACC9-67CD-8D9FA1DDA576}"/>
              </a:ext>
            </a:extLst>
          </p:cNvPr>
          <p:cNvCxnSpPr>
            <a:cxnSpLocks/>
          </p:cNvCxnSpPr>
          <p:nvPr/>
        </p:nvCxnSpPr>
        <p:spPr>
          <a:xfrm>
            <a:off x="1590605" y="3507057"/>
            <a:ext cx="0" cy="1672735"/>
          </a:xfrm>
          <a:prstGeom prst="straightConnector1">
            <a:avLst/>
          </a:prstGeom>
          <a:ln w="1270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D4C8267E-884E-1FE7-F0FE-1E85931F170F}"/>
              </a:ext>
            </a:extLst>
          </p:cNvPr>
          <p:cNvSpPr/>
          <p:nvPr/>
        </p:nvSpPr>
        <p:spPr>
          <a:xfrm>
            <a:off x="576902" y="2128978"/>
            <a:ext cx="1800000" cy="3713380"/>
          </a:xfrm>
          <a:prstGeom prst="roundRect">
            <a:avLst>
              <a:gd name="adj" fmla="val 746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13" name="Rounded Rectangle 12">
            <a:extLst>
              <a:ext uri="{FF2B5EF4-FFF2-40B4-BE49-F238E27FC236}">
                <a16:creationId xmlns:a16="http://schemas.microsoft.com/office/drawing/2014/main" id="{7A6ACCCC-3216-BD43-E548-F3EEBAAB2E8B}"/>
              </a:ext>
            </a:extLst>
          </p:cNvPr>
          <p:cNvSpPr/>
          <p:nvPr/>
        </p:nvSpPr>
        <p:spPr>
          <a:xfrm>
            <a:off x="2977234" y="2128978"/>
            <a:ext cx="1800000" cy="3713380"/>
          </a:xfrm>
          <a:prstGeom prst="roundRect">
            <a:avLst>
              <a:gd name="adj" fmla="val 746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75" name="Rounded Rectangle 74">
            <a:extLst>
              <a:ext uri="{FF2B5EF4-FFF2-40B4-BE49-F238E27FC236}">
                <a16:creationId xmlns:a16="http://schemas.microsoft.com/office/drawing/2014/main" id="{92C332F9-871F-7101-3E3B-40AD633B3933}"/>
              </a:ext>
            </a:extLst>
          </p:cNvPr>
          <p:cNvSpPr/>
          <p:nvPr/>
        </p:nvSpPr>
        <p:spPr>
          <a:xfrm>
            <a:off x="5377566" y="2128978"/>
            <a:ext cx="2132193" cy="3713380"/>
          </a:xfrm>
          <a:prstGeom prst="roundRect">
            <a:avLst>
              <a:gd name="adj" fmla="val 746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76" name="Rounded Rectangle 75">
            <a:extLst>
              <a:ext uri="{FF2B5EF4-FFF2-40B4-BE49-F238E27FC236}">
                <a16:creationId xmlns:a16="http://schemas.microsoft.com/office/drawing/2014/main" id="{49C2EEF1-57B9-921F-84B2-48BA819A8B0C}"/>
              </a:ext>
            </a:extLst>
          </p:cNvPr>
          <p:cNvSpPr/>
          <p:nvPr/>
        </p:nvSpPr>
        <p:spPr>
          <a:xfrm>
            <a:off x="8039621" y="2128978"/>
            <a:ext cx="1800000" cy="3713380"/>
          </a:xfrm>
          <a:prstGeom prst="roundRect">
            <a:avLst>
              <a:gd name="adj" fmla="val 746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CA4EF2D4-94D2-E733-054D-D150C31086D7}"/>
              </a:ext>
            </a:extLst>
          </p:cNvPr>
          <p:cNvSpPr>
            <a:spLocks noGrp="1"/>
          </p:cNvSpPr>
          <p:nvPr>
            <p:ph type="title"/>
          </p:nvPr>
        </p:nvSpPr>
        <p:spPr>
          <a:xfrm>
            <a:off x="550863" y="407195"/>
            <a:ext cx="8052580" cy="638175"/>
          </a:xfrm>
        </p:spPr>
        <p:txBody>
          <a:bodyPr anchor="b">
            <a:normAutofit/>
          </a:bodyPr>
          <a:lstStyle/>
          <a:p>
            <a:r>
              <a:rPr lang="en-DE" dirty="0"/>
              <a:t>Architecture</a:t>
            </a:r>
          </a:p>
        </p:txBody>
      </p:sp>
      <p:sp>
        <p:nvSpPr>
          <p:cNvPr id="3" name="Date Placeholder 2">
            <a:extLst>
              <a:ext uri="{FF2B5EF4-FFF2-40B4-BE49-F238E27FC236}">
                <a16:creationId xmlns:a16="http://schemas.microsoft.com/office/drawing/2014/main" id="{F10F16A2-1850-F926-07CA-CB4A57CCF229}"/>
              </a:ext>
            </a:extLst>
          </p:cNvPr>
          <p:cNvSpPr>
            <a:spLocks noGrp="1"/>
          </p:cNvSpPr>
          <p:nvPr>
            <p:ph type="dt" sz="half" idx="10"/>
          </p:nvPr>
        </p:nvSpPr>
        <p:spPr>
          <a:xfrm>
            <a:off x="550863" y="6584720"/>
            <a:ext cx="777407" cy="139606"/>
          </a:xfrm>
        </p:spPr>
        <p:txBody>
          <a:bodyPr anchor="ctr">
            <a:normAutofit/>
          </a:bodyPr>
          <a:lstStyle/>
          <a:p>
            <a:pPr>
              <a:spcAft>
                <a:spcPts val="600"/>
              </a:spcAft>
            </a:pPr>
            <a:fld id="{11EA3923-41DA-41EA-B4F6-AB210C3806FA}" type="datetime1">
              <a:rPr lang="de-DE" smtClean="0"/>
              <a:pPr>
                <a:spcAft>
                  <a:spcPts val="600"/>
                </a:spcAft>
              </a:pPr>
              <a:t>19.10.26</a:t>
            </a:fld>
            <a:endParaRPr lang="en-US"/>
          </a:p>
        </p:txBody>
      </p:sp>
      <p:sp>
        <p:nvSpPr>
          <p:cNvPr id="4" name="Slide Number Placeholder 3">
            <a:extLst>
              <a:ext uri="{FF2B5EF4-FFF2-40B4-BE49-F238E27FC236}">
                <a16:creationId xmlns:a16="http://schemas.microsoft.com/office/drawing/2014/main" id="{019781EF-FC59-10B4-D432-1A6FCC589344}"/>
              </a:ext>
            </a:extLst>
          </p:cNvPr>
          <p:cNvSpPr>
            <a:spLocks noGrp="1"/>
          </p:cNvSpPr>
          <p:nvPr>
            <p:ph type="sldNum" sz="quarter" idx="12"/>
          </p:nvPr>
        </p:nvSpPr>
        <p:spPr>
          <a:xfrm>
            <a:off x="11334063" y="6584720"/>
            <a:ext cx="304800" cy="139606"/>
          </a:xfrm>
        </p:spPr>
        <p:txBody>
          <a:bodyPr anchor="ctr">
            <a:normAutofit/>
          </a:bodyPr>
          <a:lstStyle/>
          <a:p>
            <a:pPr>
              <a:spcAft>
                <a:spcPts val="600"/>
              </a:spcAft>
            </a:pPr>
            <a:fld id="{64647E8F-5052-4581-98D0-7C32D5A45346}" type="slidenum">
              <a:rPr lang="en-US" smtClean="0"/>
              <a:pPr>
                <a:spcAft>
                  <a:spcPts val="600"/>
                </a:spcAft>
              </a:pPr>
              <a:t>18</a:t>
            </a:fld>
            <a:endParaRPr lang="en-US"/>
          </a:p>
        </p:txBody>
      </p:sp>
      <p:sp>
        <p:nvSpPr>
          <p:cNvPr id="7" name="Footer Placeholder 6">
            <a:extLst>
              <a:ext uri="{FF2B5EF4-FFF2-40B4-BE49-F238E27FC236}">
                <a16:creationId xmlns:a16="http://schemas.microsoft.com/office/drawing/2014/main" id="{3F7A8477-0FF0-5FD8-CD72-A2F5BEED7BC5}"/>
              </a:ext>
            </a:extLst>
          </p:cNvPr>
          <p:cNvSpPr>
            <a:spLocks noGrp="1"/>
          </p:cNvSpPr>
          <p:nvPr>
            <p:ph type="ftr" sz="quarter" idx="3"/>
          </p:nvPr>
        </p:nvSpPr>
        <p:spPr>
          <a:xfrm>
            <a:off x="1566986" y="6584720"/>
            <a:ext cx="9058033" cy="139606"/>
          </a:xfrm>
        </p:spPr>
        <p:txBody>
          <a:bodyPr anchor="ctr">
            <a:normAutofit/>
          </a:bodyPr>
          <a:lstStyle/>
          <a:p>
            <a:pPr>
              <a:spcAft>
                <a:spcPts val="600"/>
              </a:spcAft>
              <a:defRPr/>
            </a:pPr>
            <a:r>
              <a:rPr lang="de-DE"/>
              <a:t>FIM Forschungsinstitut für Informationsmanagement | Vortragende*r </a:t>
            </a:r>
            <a:endParaRPr lang="en-US"/>
          </a:p>
        </p:txBody>
      </p:sp>
      <p:sp>
        <p:nvSpPr>
          <p:cNvPr id="77" name="Rectangle 76">
            <a:extLst>
              <a:ext uri="{FF2B5EF4-FFF2-40B4-BE49-F238E27FC236}">
                <a16:creationId xmlns:a16="http://schemas.microsoft.com/office/drawing/2014/main" id="{1FBDF003-AEC5-B16C-6FA4-926B76860E6C}"/>
              </a:ext>
            </a:extLst>
          </p:cNvPr>
          <p:cNvSpPr/>
          <p:nvPr/>
        </p:nvSpPr>
        <p:spPr>
          <a:xfrm rot="5400000">
            <a:off x="-799520" y="3764169"/>
            <a:ext cx="2565920"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78" name="TextBox 77">
            <a:extLst>
              <a:ext uri="{FF2B5EF4-FFF2-40B4-BE49-F238E27FC236}">
                <a16:creationId xmlns:a16="http://schemas.microsoft.com/office/drawing/2014/main" id="{5B77C86F-3AEA-33D9-3752-E7370FCDA3D5}"/>
              </a:ext>
            </a:extLst>
          </p:cNvPr>
          <p:cNvSpPr txBox="1"/>
          <p:nvPr/>
        </p:nvSpPr>
        <p:spPr>
          <a:xfrm>
            <a:off x="1232854" y="2310687"/>
            <a:ext cx="1080000" cy="709318"/>
          </a:xfrm>
          <a:prstGeom prst="rect">
            <a:avLst/>
          </a:prstGeom>
        </p:spPr>
        <p:txBody>
          <a:bodyPr vert="horz" wrap="square" lIns="0" tIns="0" rIns="0" bIns="0" rtlCol="0">
            <a:noAutofit/>
          </a:bodyPr>
          <a:lstStyle/>
          <a:p>
            <a:pPr algn="l"/>
            <a:r>
              <a:rPr lang="en-GB" sz="1050" b="1" noProof="1">
                <a:latin typeface="Times New Roman" panose="02020603050405020304" pitchFamily="18" charset="0"/>
                <a:cs typeface="Times New Roman" panose="02020603050405020304" pitchFamily="18" charset="0"/>
              </a:rPr>
              <a:t>Agent layer</a:t>
            </a:r>
          </a:p>
          <a:p>
            <a:pPr algn="l"/>
            <a:r>
              <a:rPr lang="en-GB" sz="800" noProof="1">
                <a:latin typeface="Times New Roman" panose="02020603050405020304" pitchFamily="18" charset="0"/>
                <a:cs typeface="Times New Roman" panose="02020603050405020304" pitchFamily="18" charset="0"/>
              </a:rPr>
              <a:t>Autonomous discussion agents that can call each other as tools.</a:t>
            </a:r>
          </a:p>
        </p:txBody>
      </p:sp>
      <p:sp>
        <p:nvSpPr>
          <p:cNvPr id="79" name="TextBox 78">
            <a:extLst>
              <a:ext uri="{FF2B5EF4-FFF2-40B4-BE49-F238E27FC236}">
                <a16:creationId xmlns:a16="http://schemas.microsoft.com/office/drawing/2014/main" id="{287E849B-7034-89DA-DB0C-0287287790B2}"/>
              </a:ext>
            </a:extLst>
          </p:cNvPr>
          <p:cNvSpPr txBox="1"/>
          <p:nvPr/>
        </p:nvSpPr>
        <p:spPr>
          <a:xfrm>
            <a:off x="3635723" y="2310687"/>
            <a:ext cx="1080000" cy="817877"/>
          </a:xfrm>
          <a:prstGeom prst="rect">
            <a:avLst/>
          </a:prstGeom>
        </p:spPr>
        <p:txBody>
          <a:bodyPr vert="horz" wrap="square" lIns="0" tIns="0" rIns="0" bIns="0" rtlCol="0">
            <a:noAutofit/>
          </a:bodyPr>
          <a:lstStyle/>
          <a:p>
            <a:pPr algn="l"/>
            <a:r>
              <a:rPr lang="en-GB" sz="1050" b="1" noProof="1">
                <a:latin typeface="Times New Roman" panose="02020603050405020304" pitchFamily="18" charset="0"/>
                <a:cs typeface="Times New Roman" panose="02020603050405020304" pitchFamily="18" charset="0"/>
              </a:rPr>
              <a:t>Communication layer</a:t>
            </a:r>
          </a:p>
          <a:p>
            <a:pPr algn="l"/>
            <a:r>
              <a:rPr lang="en-GB" sz="800" noProof="1">
                <a:latin typeface="Times New Roman" panose="02020603050405020304" pitchFamily="18" charset="0"/>
                <a:cs typeface="Times New Roman" panose="02020603050405020304" pitchFamily="18" charset="0"/>
              </a:rPr>
              <a:t>Shared public discussion channel for all agents.</a:t>
            </a:r>
          </a:p>
        </p:txBody>
      </p:sp>
      <p:sp>
        <p:nvSpPr>
          <p:cNvPr id="80" name="TextBox 79">
            <a:extLst>
              <a:ext uri="{FF2B5EF4-FFF2-40B4-BE49-F238E27FC236}">
                <a16:creationId xmlns:a16="http://schemas.microsoft.com/office/drawing/2014/main" id="{5E8EBB02-BCCC-470D-A6ED-48824DD711C1}"/>
              </a:ext>
            </a:extLst>
          </p:cNvPr>
          <p:cNvSpPr txBox="1"/>
          <p:nvPr/>
        </p:nvSpPr>
        <p:spPr>
          <a:xfrm>
            <a:off x="6274698" y="2309623"/>
            <a:ext cx="1080000" cy="650894"/>
          </a:xfrm>
          <a:prstGeom prst="rect">
            <a:avLst/>
          </a:prstGeom>
        </p:spPr>
        <p:txBody>
          <a:bodyPr vert="horz" wrap="square" lIns="0" tIns="0" rIns="0" bIns="0" rtlCol="0">
            <a:noAutofit/>
          </a:bodyPr>
          <a:lstStyle/>
          <a:p>
            <a:pPr algn="l"/>
            <a:r>
              <a:rPr lang="en-GB" sz="1050" b="1" noProof="1">
                <a:latin typeface="Times New Roman" panose="02020603050405020304" pitchFamily="18" charset="0"/>
                <a:cs typeface="Times New Roman" panose="02020603050405020304" pitchFamily="18" charset="0"/>
              </a:rPr>
              <a:t>Memory layer</a:t>
            </a:r>
          </a:p>
          <a:p>
            <a:pPr algn="l"/>
            <a:r>
              <a:rPr lang="en-GB" sz="800" noProof="1">
                <a:latin typeface="Times New Roman" panose="02020603050405020304" pitchFamily="18" charset="0"/>
                <a:cs typeface="Times New Roman" panose="02020603050405020304" pitchFamily="18" charset="0"/>
              </a:rPr>
              <a:t>Maintains and updates SMM-inspired structured memories.</a:t>
            </a:r>
          </a:p>
        </p:txBody>
      </p:sp>
      <p:pic>
        <p:nvPicPr>
          <p:cNvPr id="81" name="Graphic 80" descr="Meeting outline">
            <a:extLst>
              <a:ext uri="{FF2B5EF4-FFF2-40B4-BE49-F238E27FC236}">
                <a16:creationId xmlns:a16="http://schemas.microsoft.com/office/drawing/2014/main" id="{62133AF9-0E10-92C7-020A-660431B3B5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1910" y="2160323"/>
            <a:ext cx="521297" cy="521297"/>
          </a:xfrm>
          <a:prstGeom prst="rect">
            <a:avLst/>
          </a:prstGeom>
        </p:spPr>
      </p:pic>
      <p:sp>
        <p:nvSpPr>
          <p:cNvPr id="82" name="TextBox 81">
            <a:extLst>
              <a:ext uri="{FF2B5EF4-FFF2-40B4-BE49-F238E27FC236}">
                <a16:creationId xmlns:a16="http://schemas.microsoft.com/office/drawing/2014/main" id="{F400C1C4-5D6C-6644-8009-E016668AF67C}"/>
              </a:ext>
            </a:extLst>
          </p:cNvPr>
          <p:cNvSpPr txBox="1"/>
          <p:nvPr/>
        </p:nvSpPr>
        <p:spPr>
          <a:xfrm>
            <a:off x="8682385" y="2310687"/>
            <a:ext cx="1080000" cy="650894"/>
          </a:xfrm>
          <a:prstGeom prst="rect">
            <a:avLst/>
          </a:prstGeom>
        </p:spPr>
        <p:txBody>
          <a:bodyPr vert="horz" wrap="square" lIns="0" tIns="0" rIns="0" bIns="0" rtlCol="0">
            <a:noAutofit/>
          </a:bodyPr>
          <a:lstStyle/>
          <a:p>
            <a:pPr algn="l"/>
            <a:r>
              <a:rPr lang="en-GB" sz="1050" b="1" noProof="1">
                <a:latin typeface="Times New Roman" panose="02020603050405020304" pitchFamily="18" charset="0"/>
                <a:cs typeface="Times New Roman" panose="02020603050405020304" pitchFamily="18" charset="0"/>
              </a:rPr>
              <a:t>Consensus layer</a:t>
            </a:r>
          </a:p>
          <a:p>
            <a:pPr algn="l"/>
            <a:r>
              <a:rPr lang="en-GB" sz="800" noProof="1">
                <a:latin typeface="Times New Roman" panose="02020603050405020304" pitchFamily="18" charset="0"/>
                <a:cs typeface="Times New Roman" panose="02020603050405020304" pitchFamily="18" charset="0"/>
              </a:rPr>
              <a:t>Checks whether agents have reached agreement.</a:t>
            </a:r>
          </a:p>
        </p:txBody>
      </p:sp>
      <p:pic>
        <p:nvPicPr>
          <p:cNvPr id="83" name="Graphic 82" descr="Chat bubble outline">
            <a:extLst>
              <a:ext uri="{FF2B5EF4-FFF2-40B4-BE49-F238E27FC236}">
                <a16:creationId xmlns:a16="http://schemas.microsoft.com/office/drawing/2014/main" id="{E9AA0E0A-EDF7-597E-A0D3-B0A178C56F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00225" y="2160323"/>
            <a:ext cx="522000" cy="522000"/>
          </a:xfrm>
          <a:prstGeom prst="rect">
            <a:avLst/>
          </a:prstGeom>
        </p:spPr>
      </p:pic>
      <p:pic>
        <p:nvPicPr>
          <p:cNvPr id="84" name="Graphic 83" descr="Database outline">
            <a:extLst>
              <a:ext uri="{FF2B5EF4-FFF2-40B4-BE49-F238E27FC236}">
                <a16:creationId xmlns:a16="http://schemas.microsoft.com/office/drawing/2014/main" id="{214E5B05-8F7A-0B4D-FF92-E0187191D3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0597" y="2159259"/>
            <a:ext cx="522000" cy="522000"/>
          </a:xfrm>
          <a:prstGeom prst="rect">
            <a:avLst/>
          </a:prstGeom>
        </p:spPr>
      </p:pic>
      <p:sp>
        <p:nvSpPr>
          <p:cNvPr id="101" name="Rounded Rectangle 100">
            <a:extLst>
              <a:ext uri="{FF2B5EF4-FFF2-40B4-BE49-F238E27FC236}">
                <a16:creationId xmlns:a16="http://schemas.microsoft.com/office/drawing/2014/main" id="{9331505E-E669-41AC-F610-2CA4AA051622}"/>
              </a:ext>
            </a:extLst>
          </p:cNvPr>
          <p:cNvSpPr/>
          <p:nvPr/>
        </p:nvSpPr>
        <p:spPr>
          <a:xfrm>
            <a:off x="10389867" y="2128978"/>
            <a:ext cx="1074045" cy="3713380"/>
          </a:xfrm>
          <a:prstGeom prst="roundRect">
            <a:avLst>
              <a:gd name="adj" fmla="val 746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pic>
        <p:nvPicPr>
          <p:cNvPr id="85" name="Graphic 84" descr="Judge female outline">
            <a:extLst>
              <a:ext uri="{FF2B5EF4-FFF2-40B4-BE49-F238E27FC236}">
                <a16:creationId xmlns:a16="http://schemas.microsoft.com/office/drawing/2014/main" id="{CF277694-23BD-0C14-469B-AF8F6DDFDA7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55389" y="2160323"/>
            <a:ext cx="522000" cy="522000"/>
          </a:xfrm>
          <a:prstGeom prst="rect">
            <a:avLst/>
          </a:prstGeom>
        </p:spPr>
      </p:pic>
      <p:sp>
        <p:nvSpPr>
          <p:cNvPr id="86" name="Rounded Rectangle 85">
            <a:extLst>
              <a:ext uri="{FF2B5EF4-FFF2-40B4-BE49-F238E27FC236}">
                <a16:creationId xmlns:a16="http://schemas.microsoft.com/office/drawing/2014/main" id="{7E154C50-C0B7-13BD-0F6D-58404819DBB6}"/>
              </a:ext>
            </a:extLst>
          </p:cNvPr>
          <p:cNvSpPr/>
          <p:nvPr/>
        </p:nvSpPr>
        <p:spPr>
          <a:xfrm>
            <a:off x="637510" y="2985057"/>
            <a:ext cx="1473876" cy="522000"/>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pic>
        <p:nvPicPr>
          <p:cNvPr id="87" name="Graphic 86" descr="Robot outline">
            <a:extLst>
              <a:ext uri="{FF2B5EF4-FFF2-40B4-BE49-F238E27FC236}">
                <a16:creationId xmlns:a16="http://schemas.microsoft.com/office/drawing/2014/main" id="{394E4A50-4AC9-F3C3-F302-EF457AC56A2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7510" y="2985057"/>
            <a:ext cx="522000" cy="522000"/>
          </a:xfrm>
          <a:prstGeom prst="rect">
            <a:avLst/>
          </a:prstGeom>
        </p:spPr>
      </p:pic>
      <p:sp>
        <p:nvSpPr>
          <p:cNvPr id="88" name="TextBox 87">
            <a:extLst>
              <a:ext uri="{FF2B5EF4-FFF2-40B4-BE49-F238E27FC236}">
                <a16:creationId xmlns:a16="http://schemas.microsoft.com/office/drawing/2014/main" id="{43597668-49A2-0C1D-A581-EABE220FF229}"/>
              </a:ext>
            </a:extLst>
          </p:cNvPr>
          <p:cNvSpPr txBox="1"/>
          <p:nvPr/>
        </p:nvSpPr>
        <p:spPr>
          <a:xfrm>
            <a:off x="1049429" y="3093265"/>
            <a:ext cx="1066800" cy="305584"/>
          </a:xfrm>
          <a:prstGeom prst="rect">
            <a:avLst/>
          </a:prstGeom>
        </p:spPr>
        <p:txBody>
          <a:bodyPr vert="horz" wrap="square" lIns="0" tIns="0" rIns="0" bIns="0" rtlCol="0">
            <a:noAutofit/>
          </a:bodyPr>
          <a:lstStyle/>
          <a:p>
            <a:pPr algn="ctr"/>
            <a:r>
              <a:rPr lang="en-GB" sz="1000" b="1" noProof="1">
                <a:latin typeface="Times New Roman" panose="02020603050405020304" pitchFamily="18" charset="0"/>
                <a:cs typeface="Times New Roman" panose="02020603050405020304" pitchFamily="18" charset="0"/>
              </a:rPr>
              <a:t>Agent A</a:t>
            </a:r>
          </a:p>
          <a:p>
            <a:pPr algn="ctr"/>
            <a:r>
              <a:rPr lang="en-GB" sz="800" noProof="1">
                <a:latin typeface="Times New Roman" panose="02020603050405020304" pitchFamily="18" charset="0"/>
                <a:cs typeface="Times New Roman" panose="02020603050405020304" pitchFamily="18" charset="0"/>
              </a:rPr>
              <a:t>Discussion agent</a:t>
            </a:r>
          </a:p>
        </p:txBody>
      </p:sp>
      <p:sp>
        <p:nvSpPr>
          <p:cNvPr id="89" name="Rounded Rectangle 88">
            <a:extLst>
              <a:ext uri="{FF2B5EF4-FFF2-40B4-BE49-F238E27FC236}">
                <a16:creationId xmlns:a16="http://schemas.microsoft.com/office/drawing/2014/main" id="{9EA5ECCB-C8E0-57D6-912B-3D05B8F4662F}"/>
              </a:ext>
            </a:extLst>
          </p:cNvPr>
          <p:cNvSpPr/>
          <p:nvPr/>
        </p:nvSpPr>
        <p:spPr>
          <a:xfrm>
            <a:off x="637510" y="4088294"/>
            <a:ext cx="1473876" cy="522000"/>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pic>
        <p:nvPicPr>
          <p:cNvPr id="90" name="Graphic 89" descr="Robot outline">
            <a:extLst>
              <a:ext uri="{FF2B5EF4-FFF2-40B4-BE49-F238E27FC236}">
                <a16:creationId xmlns:a16="http://schemas.microsoft.com/office/drawing/2014/main" id="{2DA1A2DF-AF64-4A76-4493-0BCD325C069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7510" y="4088294"/>
            <a:ext cx="522000" cy="522000"/>
          </a:xfrm>
          <a:prstGeom prst="rect">
            <a:avLst/>
          </a:prstGeom>
        </p:spPr>
      </p:pic>
      <p:sp>
        <p:nvSpPr>
          <p:cNvPr id="91" name="TextBox 90">
            <a:extLst>
              <a:ext uri="{FF2B5EF4-FFF2-40B4-BE49-F238E27FC236}">
                <a16:creationId xmlns:a16="http://schemas.microsoft.com/office/drawing/2014/main" id="{C1DDE898-B0D7-ED97-DBDA-09C3C3B62A4D}"/>
              </a:ext>
            </a:extLst>
          </p:cNvPr>
          <p:cNvSpPr txBox="1"/>
          <p:nvPr/>
        </p:nvSpPr>
        <p:spPr>
          <a:xfrm>
            <a:off x="1049429" y="4196502"/>
            <a:ext cx="1066800" cy="305584"/>
          </a:xfrm>
          <a:prstGeom prst="rect">
            <a:avLst/>
          </a:prstGeom>
        </p:spPr>
        <p:txBody>
          <a:bodyPr vert="horz" wrap="square" lIns="0" tIns="0" rIns="0" bIns="0" rtlCol="0">
            <a:noAutofit/>
          </a:bodyPr>
          <a:lstStyle/>
          <a:p>
            <a:pPr algn="ctr"/>
            <a:r>
              <a:rPr lang="en-GB" sz="1000" b="1" noProof="1">
                <a:latin typeface="Times New Roman" panose="02020603050405020304" pitchFamily="18" charset="0"/>
                <a:cs typeface="Times New Roman" panose="02020603050405020304" pitchFamily="18" charset="0"/>
              </a:rPr>
              <a:t>Agent B</a:t>
            </a:r>
          </a:p>
          <a:p>
            <a:pPr algn="ctr"/>
            <a:r>
              <a:rPr lang="en-GB" sz="800" noProof="1">
                <a:latin typeface="Times New Roman" panose="02020603050405020304" pitchFamily="18" charset="0"/>
                <a:cs typeface="Times New Roman" panose="02020603050405020304" pitchFamily="18" charset="0"/>
              </a:rPr>
              <a:t>Discussion agent</a:t>
            </a:r>
          </a:p>
        </p:txBody>
      </p:sp>
      <p:sp>
        <p:nvSpPr>
          <p:cNvPr id="92" name="Rounded Rectangle 91">
            <a:extLst>
              <a:ext uri="{FF2B5EF4-FFF2-40B4-BE49-F238E27FC236}">
                <a16:creationId xmlns:a16="http://schemas.microsoft.com/office/drawing/2014/main" id="{6A6CD007-23F9-E90B-A24F-1E414EA460B7}"/>
              </a:ext>
            </a:extLst>
          </p:cNvPr>
          <p:cNvSpPr/>
          <p:nvPr/>
        </p:nvSpPr>
        <p:spPr>
          <a:xfrm>
            <a:off x="637510" y="5185744"/>
            <a:ext cx="1473876" cy="522000"/>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pic>
        <p:nvPicPr>
          <p:cNvPr id="93" name="Graphic 92" descr="Robot outline">
            <a:extLst>
              <a:ext uri="{FF2B5EF4-FFF2-40B4-BE49-F238E27FC236}">
                <a16:creationId xmlns:a16="http://schemas.microsoft.com/office/drawing/2014/main" id="{29B7A264-D777-141D-CA66-41E77823593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7510" y="5185744"/>
            <a:ext cx="522000" cy="522000"/>
          </a:xfrm>
          <a:prstGeom prst="rect">
            <a:avLst/>
          </a:prstGeom>
        </p:spPr>
      </p:pic>
      <p:sp>
        <p:nvSpPr>
          <p:cNvPr id="94" name="TextBox 93">
            <a:extLst>
              <a:ext uri="{FF2B5EF4-FFF2-40B4-BE49-F238E27FC236}">
                <a16:creationId xmlns:a16="http://schemas.microsoft.com/office/drawing/2014/main" id="{AF201064-80DD-8A77-2AFE-1BA26F2EFDC2}"/>
              </a:ext>
            </a:extLst>
          </p:cNvPr>
          <p:cNvSpPr txBox="1"/>
          <p:nvPr/>
        </p:nvSpPr>
        <p:spPr>
          <a:xfrm>
            <a:off x="1049429" y="5293952"/>
            <a:ext cx="1066800" cy="305584"/>
          </a:xfrm>
          <a:prstGeom prst="rect">
            <a:avLst/>
          </a:prstGeom>
        </p:spPr>
        <p:txBody>
          <a:bodyPr vert="horz" wrap="square" lIns="0" tIns="0" rIns="0" bIns="0" rtlCol="0">
            <a:noAutofit/>
          </a:bodyPr>
          <a:lstStyle/>
          <a:p>
            <a:pPr algn="ctr"/>
            <a:r>
              <a:rPr lang="en-GB" sz="1000" b="1" noProof="1">
                <a:latin typeface="Times New Roman" panose="02020603050405020304" pitchFamily="18" charset="0"/>
                <a:cs typeface="Times New Roman" panose="02020603050405020304" pitchFamily="18" charset="0"/>
              </a:rPr>
              <a:t>Agent C</a:t>
            </a:r>
          </a:p>
          <a:p>
            <a:pPr algn="ctr"/>
            <a:r>
              <a:rPr lang="en-GB" sz="800" noProof="1">
                <a:latin typeface="Times New Roman" panose="02020603050405020304" pitchFamily="18" charset="0"/>
                <a:cs typeface="Times New Roman" panose="02020603050405020304" pitchFamily="18" charset="0"/>
              </a:rPr>
              <a:t>Discussion agent</a:t>
            </a:r>
          </a:p>
        </p:txBody>
      </p:sp>
      <p:sp>
        <p:nvSpPr>
          <p:cNvPr id="95" name="Rounded Rectangle 94">
            <a:extLst>
              <a:ext uri="{FF2B5EF4-FFF2-40B4-BE49-F238E27FC236}">
                <a16:creationId xmlns:a16="http://schemas.microsoft.com/office/drawing/2014/main" id="{91916FF8-014F-2987-CEF3-389BC1E32ECE}"/>
              </a:ext>
            </a:extLst>
          </p:cNvPr>
          <p:cNvSpPr/>
          <p:nvPr/>
        </p:nvSpPr>
        <p:spPr>
          <a:xfrm>
            <a:off x="3140296" y="2985057"/>
            <a:ext cx="1473876" cy="2722687"/>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pic>
        <p:nvPicPr>
          <p:cNvPr id="96" name="Graphic 95" descr="Chat outline">
            <a:extLst>
              <a:ext uri="{FF2B5EF4-FFF2-40B4-BE49-F238E27FC236}">
                <a16:creationId xmlns:a16="http://schemas.microsoft.com/office/drawing/2014/main" id="{23BDE0F7-3EE0-D926-162C-ED0308E8A87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12166" y="3498891"/>
            <a:ext cx="914400" cy="914400"/>
          </a:xfrm>
          <a:prstGeom prst="rect">
            <a:avLst/>
          </a:prstGeom>
        </p:spPr>
      </p:pic>
      <p:sp>
        <p:nvSpPr>
          <p:cNvPr id="97" name="TextBox 96">
            <a:extLst>
              <a:ext uri="{FF2B5EF4-FFF2-40B4-BE49-F238E27FC236}">
                <a16:creationId xmlns:a16="http://schemas.microsoft.com/office/drawing/2014/main" id="{039FF3B8-263E-FD46-88E8-BC5B9897BCEB}"/>
              </a:ext>
            </a:extLst>
          </p:cNvPr>
          <p:cNvSpPr txBox="1"/>
          <p:nvPr/>
        </p:nvSpPr>
        <p:spPr>
          <a:xfrm>
            <a:off x="3335966" y="4508662"/>
            <a:ext cx="1066800" cy="305584"/>
          </a:xfrm>
          <a:prstGeom prst="rect">
            <a:avLst/>
          </a:prstGeom>
        </p:spPr>
        <p:txBody>
          <a:bodyPr vert="horz" wrap="square" lIns="0" tIns="0" rIns="0" bIns="0" rtlCol="0">
            <a:noAutofit/>
          </a:bodyPr>
          <a:lstStyle/>
          <a:p>
            <a:pPr algn="ctr"/>
            <a:r>
              <a:rPr lang="en-GB" sz="1000" b="1" noProof="1">
                <a:latin typeface="Times New Roman" panose="02020603050405020304" pitchFamily="18" charset="0"/>
                <a:cs typeface="Times New Roman" panose="02020603050405020304" pitchFamily="18" charset="0"/>
              </a:rPr>
              <a:t>Public discussion channel</a:t>
            </a:r>
            <a:endParaRPr lang="en-GB" sz="800" noProof="1">
              <a:latin typeface="Times New Roman" panose="02020603050405020304" pitchFamily="18" charset="0"/>
              <a:cs typeface="Times New Roman" panose="02020603050405020304" pitchFamily="18" charset="0"/>
            </a:endParaRPr>
          </a:p>
        </p:txBody>
      </p:sp>
      <p:sp>
        <p:nvSpPr>
          <p:cNvPr id="98" name="Rounded Rectangle 97">
            <a:extLst>
              <a:ext uri="{FF2B5EF4-FFF2-40B4-BE49-F238E27FC236}">
                <a16:creationId xmlns:a16="http://schemas.microsoft.com/office/drawing/2014/main" id="{F4DE5E05-831A-AE25-20F2-94FAEEFCD206}"/>
              </a:ext>
            </a:extLst>
          </p:cNvPr>
          <p:cNvSpPr/>
          <p:nvPr/>
        </p:nvSpPr>
        <p:spPr>
          <a:xfrm>
            <a:off x="5836485" y="2985057"/>
            <a:ext cx="1473876" cy="522000"/>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99" name="TextBox 98">
            <a:extLst>
              <a:ext uri="{FF2B5EF4-FFF2-40B4-BE49-F238E27FC236}">
                <a16:creationId xmlns:a16="http://schemas.microsoft.com/office/drawing/2014/main" id="{A4295D45-C30D-E607-C66A-F781ADF90E41}"/>
              </a:ext>
            </a:extLst>
          </p:cNvPr>
          <p:cNvSpPr txBox="1"/>
          <p:nvPr/>
        </p:nvSpPr>
        <p:spPr>
          <a:xfrm>
            <a:off x="6248404" y="3093265"/>
            <a:ext cx="1066800" cy="305584"/>
          </a:xfrm>
          <a:prstGeom prst="rect">
            <a:avLst/>
          </a:prstGeom>
        </p:spPr>
        <p:txBody>
          <a:bodyPr vert="horz" wrap="square" lIns="0" tIns="0" rIns="0" bIns="0" rtlCol="0">
            <a:noAutofit/>
          </a:bodyPr>
          <a:lstStyle/>
          <a:p>
            <a:pPr algn="ctr"/>
            <a:r>
              <a:rPr lang="en-GB" sz="1000" b="1" noProof="1">
                <a:latin typeface="Times New Roman" panose="02020603050405020304" pitchFamily="18" charset="0"/>
                <a:cs typeface="Times New Roman" panose="02020603050405020304" pitchFamily="18" charset="0"/>
              </a:rPr>
              <a:t>Anna Keller</a:t>
            </a:r>
          </a:p>
          <a:p>
            <a:pPr algn="ctr"/>
            <a:r>
              <a:rPr lang="en-GB" sz="800" noProof="1">
                <a:latin typeface="Times New Roman" panose="02020603050405020304" pitchFamily="18" charset="0"/>
                <a:cs typeface="Times New Roman" panose="02020603050405020304" pitchFamily="18" charset="0"/>
              </a:rPr>
              <a:t>Structured memory</a:t>
            </a:r>
          </a:p>
        </p:txBody>
      </p:sp>
      <p:pic>
        <p:nvPicPr>
          <p:cNvPr id="100" name="Graphic 99" descr="Database outline">
            <a:extLst>
              <a:ext uri="{FF2B5EF4-FFF2-40B4-BE49-F238E27FC236}">
                <a16:creationId xmlns:a16="http://schemas.microsoft.com/office/drawing/2014/main" id="{8144F86B-EA21-0BEA-6154-76F1E66944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26799" y="2985057"/>
            <a:ext cx="522000" cy="522000"/>
          </a:xfrm>
          <a:prstGeom prst="rect">
            <a:avLst/>
          </a:prstGeom>
        </p:spPr>
      </p:pic>
      <p:sp>
        <p:nvSpPr>
          <p:cNvPr id="102" name="Rounded Rectangle 101">
            <a:extLst>
              <a:ext uri="{FF2B5EF4-FFF2-40B4-BE49-F238E27FC236}">
                <a16:creationId xmlns:a16="http://schemas.microsoft.com/office/drawing/2014/main" id="{17B47590-77D2-59DC-84F7-89E03B2357E5}"/>
              </a:ext>
            </a:extLst>
          </p:cNvPr>
          <p:cNvSpPr/>
          <p:nvPr/>
        </p:nvSpPr>
        <p:spPr>
          <a:xfrm>
            <a:off x="5836485" y="4088294"/>
            <a:ext cx="1473876" cy="522000"/>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103" name="TextBox 102">
            <a:extLst>
              <a:ext uri="{FF2B5EF4-FFF2-40B4-BE49-F238E27FC236}">
                <a16:creationId xmlns:a16="http://schemas.microsoft.com/office/drawing/2014/main" id="{A7761328-3617-C07D-3567-AE84996EC670}"/>
              </a:ext>
            </a:extLst>
          </p:cNvPr>
          <p:cNvSpPr txBox="1"/>
          <p:nvPr/>
        </p:nvSpPr>
        <p:spPr>
          <a:xfrm>
            <a:off x="6248404" y="4196502"/>
            <a:ext cx="1066800" cy="305584"/>
          </a:xfrm>
          <a:prstGeom prst="rect">
            <a:avLst/>
          </a:prstGeom>
        </p:spPr>
        <p:txBody>
          <a:bodyPr vert="horz" wrap="square" lIns="0" tIns="0" rIns="0" bIns="0" rtlCol="0">
            <a:noAutofit/>
          </a:bodyPr>
          <a:lstStyle/>
          <a:p>
            <a:pPr algn="ctr"/>
            <a:r>
              <a:rPr lang="en-GB" sz="1000" b="1" noProof="1">
                <a:latin typeface="Times New Roman" panose="02020603050405020304" pitchFamily="18" charset="0"/>
                <a:cs typeface="Times New Roman" panose="02020603050405020304" pitchFamily="18" charset="0"/>
              </a:rPr>
              <a:t>Markus Weber</a:t>
            </a:r>
          </a:p>
          <a:p>
            <a:pPr algn="ctr"/>
            <a:r>
              <a:rPr lang="en-GB" sz="800" noProof="1">
                <a:latin typeface="Times New Roman" panose="02020603050405020304" pitchFamily="18" charset="0"/>
                <a:cs typeface="Times New Roman" panose="02020603050405020304" pitchFamily="18" charset="0"/>
              </a:rPr>
              <a:t>Structured memory</a:t>
            </a:r>
          </a:p>
        </p:txBody>
      </p:sp>
      <p:pic>
        <p:nvPicPr>
          <p:cNvPr id="104" name="Graphic 103" descr="Database outline">
            <a:extLst>
              <a:ext uri="{FF2B5EF4-FFF2-40B4-BE49-F238E27FC236}">
                <a16:creationId xmlns:a16="http://schemas.microsoft.com/office/drawing/2014/main" id="{F91C3D7E-55B6-AF3F-0DEB-BEE0174296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26799" y="4088294"/>
            <a:ext cx="522000" cy="522000"/>
          </a:xfrm>
          <a:prstGeom prst="rect">
            <a:avLst/>
          </a:prstGeom>
        </p:spPr>
      </p:pic>
      <p:sp>
        <p:nvSpPr>
          <p:cNvPr id="105" name="Rounded Rectangle 104">
            <a:extLst>
              <a:ext uri="{FF2B5EF4-FFF2-40B4-BE49-F238E27FC236}">
                <a16:creationId xmlns:a16="http://schemas.microsoft.com/office/drawing/2014/main" id="{B36C8577-D5D9-6FCC-6EB2-2D719C7CB5B3}"/>
              </a:ext>
            </a:extLst>
          </p:cNvPr>
          <p:cNvSpPr/>
          <p:nvPr/>
        </p:nvSpPr>
        <p:spPr>
          <a:xfrm>
            <a:off x="5836485" y="5185744"/>
            <a:ext cx="1473876" cy="522000"/>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106" name="TextBox 105">
            <a:extLst>
              <a:ext uri="{FF2B5EF4-FFF2-40B4-BE49-F238E27FC236}">
                <a16:creationId xmlns:a16="http://schemas.microsoft.com/office/drawing/2014/main" id="{EA25B088-F127-8CA4-7827-01D0FF4205BA}"/>
              </a:ext>
            </a:extLst>
          </p:cNvPr>
          <p:cNvSpPr txBox="1"/>
          <p:nvPr/>
        </p:nvSpPr>
        <p:spPr>
          <a:xfrm>
            <a:off x="6248404" y="5293952"/>
            <a:ext cx="1066800" cy="305584"/>
          </a:xfrm>
          <a:prstGeom prst="rect">
            <a:avLst/>
          </a:prstGeom>
        </p:spPr>
        <p:txBody>
          <a:bodyPr vert="horz" wrap="square" lIns="0" tIns="0" rIns="0" bIns="0" rtlCol="0">
            <a:noAutofit/>
          </a:bodyPr>
          <a:lstStyle/>
          <a:p>
            <a:pPr algn="ctr"/>
            <a:r>
              <a:rPr lang="en-GB" sz="1000" b="1" noProof="1">
                <a:latin typeface="Times New Roman" panose="02020603050405020304" pitchFamily="18" charset="0"/>
                <a:cs typeface="Times New Roman" panose="02020603050405020304" pitchFamily="18" charset="0"/>
              </a:rPr>
              <a:t>Sofia Brandt</a:t>
            </a:r>
          </a:p>
          <a:p>
            <a:pPr algn="ctr"/>
            <a:r>
              <a:rPr lang="en-GB" sz="800" noProof="1">
                <a:latin typeface="Times New Roman" panose="02020603050405020304" pitchFamily="18" charset="0"/>
                <a:cs typeface="Times New Roman" panose="02020603050405020304" pitchFamily="18" charset="0"/>
              </a:rPr>
              <a:t>Structured memory</a:t>
            </a:r>
          </a:p>
        </p:txBody>
      </p:sp>
      <p:pic>
        <p:nvPicPr>
          <p:cNvPr id="107" name="Graphic 106" descr="Database outline">
            <a:extLst>
              <a:ext uri="{FF2B5EF4-FFF2-40B4-BE49-F238E27FC236}">
                <a16:creationId xmlns:a16="http://schemas.microsoft.com/office/drawing/2014/main" id="{E098B86D-BE1E-F74A-A256-AC241E1895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26799" y="5185744"/>
            <a:ext cx="522000" cy="522000"/>
          </a:xfrm>
          <a:prstGeom prst="rect">
            <a:avLst/>
          </a:prstGeom>
        </p:spPr>
      </p:pic>
      <p:sp>
        <p:nvSpPr>
          <p:cNvPr id="108" name="Rounded Rectangle 107">
            <a:extLst>
              <a:ext uri="{FF2B5EF4-FFF2-40B4-BE49-F238E27FC236}">
                <a16:creationId xmlns:a16="http://schemas.microsoft.com/office/drawing/2014/main" id="{DC9A1C9D-C5D6-0D00-6F15-45C81D34EDDD}"/>
              </a:ext>
            </a:extLst>
          </p:cNvPr>
          <p:cNvSpPr/>
          <p:nvPr/>
        </p:nvSpPr>
        <p:spPr>
          <a:xfrm>
            <a:off x="8481852" y="3656021"/>
            <a:ext cx="889904" cy="1386546"/>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pic>
        <p:nvPicPr>
          <p:cNvPr id="109" name="Graphic 108" descr="Badge Tick outline">
            <a:extLst>
              <a:ext uri="{FF2B5EF4-FFF2-40B4-BE49-F238E27FC236}">
                <a16:creationId xmlns:a16="http://schemas.microsoft.com/office/drawing/2014/main" id="{C4FA239E-4CE6-11BF-DAD0-789DC62749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79221" y="3699529"/>
            <a:ext cx="522000" cy="522000"/>
          </a:xfrm>
          <a:prstGeom prst="rect">
            <a:avLst/>
          </a:prstGeom>
        </p:spPr>
      </p:pic>
      <p:sp>
        <p:nvSpPr>
          <p:cNvPr id="110" name="TextBox 109">
            <a:extLst>
              <a:ext uri="{FF2B5EF4-FFF2-40B4-BE49-F238E27FC236}">
                <a16:creationId xmlns:a16="http://schemas.microsoft.com/office/drawing/2014/main" id="{B3D87D43-54DE-F07F-EBF8-DCFBB5A7B155}"/>
              </a:ext>
            </a:extLst>
          </p:cNvPr>
          <p:cNvSpPr txBox="1"/>
          <p:nvPr/>
        </p:nvSpPr>
        <p:spPr>
          <a:xfrm>
            <a:off x="8406821" y="4401223"/>
            <a:ext cx="1065600" cy="305584"/>
          </a:xfrm>
          <a:prstGeom prst="rect">
            <a:avLst/>
          </a:prstGeom>
        </p:spPr>
        <p:txBody>
          <a:bodyPr vert="horz" wrap="square" lIns="0" tIns="0" rIns="0" bIns="0" rtlCol="0">
            <a:noAutofit/>
          </a:bodyPr>
          <a:lstStyle/>
          <a:p>
            <a:pPr algn="ctr"/>
            <a:r>
              <a:rPr lang="en-GB" sz="1000" b="1" noProof="1">
                <a:latin typeface="Times New Roman" panose="02020603050405020304" pitchFamily="18" charset="0"/>
                <a:cs typeface="Times New Roman" panose="02020603050405020304" pitchFamily="18" charset="0"/>
              </a:rPr>
              <a:t>Consensus </a:t>
            </a:r>
          </a:p>
          <a:p>
            <a:pPr algn="ctr"/>
            <a:r>
              <a:rPr lang="en-GB" sz="1000" b="1" noProof="1">
                <a:latin typeface="Times New Roman" panose="02020603050405020304" pitchFamily="18" charset="0"/>
                <a:cs typeface="Times New Roman" panose="02020603050405020304" pitchFamily="18" charset="0"/>
              </a:rPr>
              <a:t>Checker</a:t>
            </a:r>
          </a:p>
        </p:txBody>
      </p:sp>
      <p:sp>
        <p:nvSpPr>
          <p:cNvPr id="111" name="Rounded Rectangle 110">
            <a:extLst>
              <a:ext uri="{FF2B5EF4-FFF2-40B4-BE49-F238E27FC236}">
                <a16:creationId xmlns:a16="http://schemas.microsoft.com/office/drawing/2014/main" id="{C50D0712-B901-8F73-0331-9AAE7C025AB8}"/>
              </a:ext>
            </a:extLst>
          </p:cNvPr>
          <p:cNvSpPr/>
          <p:nvPr/>
        </p:nvSpPr>
        <p:spPr>
          <a:xfrm>
            <a:off x="10469120" y="3656021"/>
            <a:ext cx="889904" cy="1386546"/>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pic>
        <p:nvPicPr>
          <p:cNvPr id="112" name="Graphic 111" descr="Bullseye outline">
            <a:extLst>
              <a:ext uri="{FF2B5EF4-FFF2-40B4-BE49-F238E27FC236}">
                <a16:creationId xmlns:a16="http://schemas.microsoft.com/office/drawing/2014/main" id="{323463EF-BFCA-5BE0-A57C-FF2692CF5B3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663288" y="3695091"/>
            <a:ext cx="522000" cy="522000"/>
          </a:xfrm>
          <a:prstGeom prst="rect">
            <a:avLst/>
          </a:prstGeom>
        </p:spPr>
      </p:pic>
      <p:sp>
        <p:nvSpPr>
          <p:cNvPr id="113" name="TextBox 112">
            <a:extLst>
              <a:ext uri="{FF2B5EF4-FFF2-40B4-BE49-F238E27FC236}">
                <a16:creationId xmlns:a16="http://schemas.microsoft.com/office/drawing/2014/main" id="{0D091620-A0D3-CD37-A411-D65A3A73ACBE}"/>
              </a:ext>
            </a:extLst>
          </p:cNvPr>
          <p:cNvSpPr txBox="1"/>
          <p:nvPr/>
        </p:nvSpPr>
        <p:spPr>
          <a:xfrm>
            <a:off x="10394089" y="4401223"/>
            <a:ext cx="1065600" cy="305584"/>
          </a:xfrm>
          <a:prstGeom prst="rect">
            <a:avLst/>
          </a:prstGeom>
        </p:spPr>
        <p:txBody>
          <a:bodyPr vert="horz" wrap="square" lIns="0" tIns="0" rIns="0" bIns="0" rtlCol="0">
            <a:noAutofit/>
          </a:bodyPr>
          <a:lstStyle/>
          <a:p>
            <a:pPr algn="ctr"/>
            <a:r>
              <a:rPr lang="en-GB" sz="1000" b="1" noProof="1">
                <a:latin typeface="Times New Roman" panose="02020603050405020304" pitchFamily="18" charset="0"/>
                <a:cs typeface="Times New Roman" panose="02020603050405020304" pitchFamily="18" charset="0"/>
              </a:rPr>
              <a:t>Final decision</a:t>
            </a:r>
          </a:p>
        </p:txBody>
      </p:sp>
      <p:cxnSp>
        <p:nvCxnSpPr>
          <p:cNvPr id="114" name="Straight Arrow Connector 113">
            <a:extLst>
              <a:ext uri="{FF2B5EF4-FFF2-40B4-BE49-F238E27FC236}">
                <a16:creationId xmlns:a16="http://schemas.microsoft.com/office/drawing/2014/main" id="{EEC4A70E-0395-4C83-9B5B-D64A782D0F4B}"/>
              </a:ext>
            </a:extLst>
          </p:cNvPr>
          <p:cNvCxnSpPr>
            <a:cxnSpLocks/>
          </p:cNvCxnSpPr>
          <p:nvPr/>
        </p:nvCxnSpPr>
        <p:spPr>
          <a:xfrm>
            <a:off x="1374448" y="3507057"/>
            <a:ext cx="0" cy="581237"/>
          </a:xfrm>
          <a:prstGeom prst="straightConnector1">
            <a:avLst/>
          </a:prstGeom>
          <a:ln w="1270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67E681C1-C04B-31CE-1A0A-E088BDB98FFA}"/>
              </a:ext>
            </a:extLst>
          </p:cNvPr>
          <p:cNvCxnSpPr>
            <a:cxnSpLocks/>
          </p:cNvCxnSpPr>
          <p:nvPr/>
        </p:nvCxnSpPr>
        <p:spPr>
          <a:xfrm flipH="1">
            <a:off x="1373142" y="4610294"/>
            <a:ext cx="1306" cy="575450"/>
          </a:xfrm>
          <a:prstGeom prst="straightConnector1">
            <a:avLst/>
          </a:prstGeom>
          <a:ln w="1270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9225E1F4-6543-14B2-7FCC-B6D5663564E9}"/>
              </a:ext>
            </a:extLst>
          </p:cNvPr>
          <p:cNvCxnSpPr>
            <a:cxnSpLocks/>
          </p:cNvCxnSpPr>
          <p:nvPr/>
        </p:nvCxnSpPr>
        <p:spPr>
          <a:xfrm>
            <a:off x="2113793" y="3246057"/>
            <a:ext cx="102650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727A005E-E9BC-3456-D0D7-C48F1E1C52A7}"/>
              </a:ext>
            </a:extLst>
          </p:cNvPr>
          <p:cNvCxnSpPr>
            <a:cxnSpLocks/>
          </p:cNvCxnSpPr>
          <p:nvPr/>
        </p:nvCxnSpPr>
        <p:spPr>
          <a:xfrm>
            <a:off x="2113793" y="4350819"/>
            <a:ext cx="102650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F0F9ACBD-B8F0-693C-9BD7-0576FF9CF4D6}"/>
              </a:ext>
            </a:extLst>
          </p:cNvPr>
          <p:cNvCxnSpPr>
            <a:cxnSpLocks/>
          </p:cNvCxnSpPr>
          <p:nvPr/>
        </p:nvCxnSpPr>
        <p:spPr>
          <a:xfrm>
            <a:off x="2111386" y="5447888"/>
            <a:ext cx="102650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2AD433FF-145F-FC1E-B17C-E577D0A65994}"/>
              </a:ext>
            </a:extLst>
          </p:cNvPr>
          <p:cNvCxnSpPr>
            <a:cxnSpLocks/>
          </p:cNvCxnSpPr>
          <p:nvPr/>
        </p:nvCxnSpPr>
        <p:spPr>
          <a:xfrm flipV="1">
            <a:off x="5430981" y="3246057"/>
            <a:ext cx="405504" cy="110323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6850D011-643C-E51E-5662-FAF5F329943E}"/>
              </a:ext>
            </a:extLst>
          </p:cNvPr>
          <p:cNvCxnSpPr>
            <a:cxnSpLocks/>
          </p:cNvCxnSpPr>
          <p:nvPr/>
        </p:nvCxnSpPr>
        <p:spPr>
          <a:xfrm>
            <a:off x="4614172" y="4346401"/>
            <a:ext cx="1222313" cy="28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6C8FBD45-9087-4B04-6942-915FDA44B532}"/>
              </a:ext>
            </a:extLst>
          </p:cNvPr>
          <p:cNvCxnSpPr>
            <a:cxnSpLocks/>
          </p:cNvCxnSpPr>
          <p:nvPr/>
        </p:nvCxnSpPr>
        <p:spPr>
          <a:xfrm>
            <a:off x="5430981" y="4349294"/>
            <a:ext cx="405504" cy="10974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416764D1-4722-0A11-32B6-A1C690524560}"/>
              </a:ext>
            </a:extLst>
          </p:cNvPr>
          <p:cNvCxnSpPr>
            <a:cxnSpLocks/>
          </p:cNvCxnSpPr>
          <p:nvPr/>
        </p:nvCxnSpPr>
        <p:spPr>
          <a:xfrm>
            <a:off x="7509759" y="4349294"/>
            <a:ext cx="97209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E4D883A2-1817-4402-1531-61C873662F01}"/>
              </a:ext>
            </a:extLst>
          </p:cNvPr>
          <p:cNvCxnSpPr>
            <a:cxnSpLocks/>
          </p:cNvCxnSpPr>
          <p:nvPr/>
        </p:nvCxnSpPr>
        <p:spPr>
          <a:xfrm>
            <a:off x="9371756" y="4349294"/>
            <a:ext cx="109736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F8E11593-C189-860A-8A03-D89FC4DAE05F}"/>
              </a:ext>
            </a:extLst>
          </p:cNvPr>
          <p:cNvSpPr txBox="1"/>
          <p:nvPr/>
        </p:nvSpPr>
        <p:spPr>
          <a:xfrm>
            <a:off x="644505" y="3684059"/>
            <a:ext cx="540000" cy="243349"/>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Peer tool calls</a:t>
            </a:r>
          </a:p>
        </p:txBody>
      </p:sp>
      <p:sp>
        <p:nvSpPr>
          <p:cNvPr id="127" name="TextBox 126">
            <a:extLst>
              <a:ext uri="{FF2B5EF4-FFF2-40B4-BE49-F238E27FC236}">
                <a16:creationId xmlns:a16="http://schemas.microsoft.com/office/drawing/2014/main" id="{7E690E50-CEE8-C29A-F4E5-9FD4F56FEBAB}"/>
              </a:ext>
            </a:extLst>
          </p:cNvPr>
          <p:cNvSpPr txBox="1"/>
          <p:nvPr/>
        </p:nvSpPr>
        <p:spPr>
          <a:xfrm>
            <a:off x="644505" y="4776344"/>
            <a:ext cx="540000" cy="243349"/>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Peer tool calls</a:t>
            </a:r>
          </a:p>
        </p:txBody>
      </p:sp>
      <p:sp>
        <p:nvSpPr>
          <p:cNvPr id="128" name="TextBox 127">
            <a:extLst>
              <a:ext uri="{FF2B5EF4-FFF2-40B4-BE49-F238E27FC236}">
                <a16:creationId xmlns:a16="http://schemas.microsoft.com/office/drawing/2014/main" id="{747C1A1B-261A-3A97-BF8F-CE090269C384}"/>
              </a:ext>
            </a:extLst>
          </p:cNvPr>
          <p:cNvSpPr txBox="1"/>
          <p:nvPr/>
        </p:nvSpPr>
        <p:spPr>
          <a:xfrm>
            <a:off x="2376902" y="2989757"/>
            <a:ext cx="625049" cy="252000"/>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Public messages</a:t>
            </a:r>
          </a:p>
        </p:txBody>
      </p:sp>
      <p:sp>
        <p:nvSpPr>
          <p:cNvPr id="129" name="TextBox 128">
            <a:extLst>
              <a:ext uri="{FF2B5EF4-FFF2-40B4-BE49-F238E27FC236}">
                <a16:creationId xmlns:a16="http://schemas.microsoft.com/office/drawing/2014/main" id="{FC68C1DB-3567-E11A-2DD9-92FADEC86D66}"/>
              </a:ext>
            </a:extLst>
          </p:cNvPr>
          <p:cNvSpPr txBox="1"/>
          <p:nvPr/>
        </p:nvSpPr>
        <p:spPr>
          <a:xfrm>
            <a:off x="2375176" y="4093088"/>
            <a:ext cx="625049" cy="252000"/>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Public messages</a:t>
            </a:r>
          </a:p>
        </p:txBody>
      </p:sp>
      <p:sp>
        <p:nvSpPr>
          <p:cNvPr id="130" name="TextBox 129">
            <a:extLst>
              <a:ext uri="{FF2B5EF4-FFF2-40B4-BE49-F238E27FC236}">
                <a16:creationId xmlns:a16="http://schemas.microsoft.com/office/drawing/2014/main" id="{5FDC21DB-B9DF-AE8A-4B7C-11CA2562FF5A}"/>
              </a:ext>
            </a:extLst>
          </p:cNvPr>
          <p:cNvSpPr txBox="1"/>
          <p:nvPr/>
        </p:nvSpPr>
        <p:spPr>
          <a:xfrm>
            <a:off x="2375175" y="5188091"/>
            <a:ext cx="625049" cy="252000"/>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Public messages</a:t>
            </a:r>
          </a:p>
        </p:txBody>
      </p:sp>
      <p:sp>
        <p:nvSpPr>
          <p:cNvPr id="131" name="TextBox 130">
            <a:extLst>
              <a:ext uri="{FF2B5EF4-FFF2-40B4-BE49-F238E27FC236}">
                <a16:creationId xmlns:a16="http://schemas.microsoft.com/office/drawing/2014/main" id="{9DAD743C-FE6F-8D36-535C-3E2B99FA71A0}"/>
              </a:ext>
            </a:extLst>
          </p:cNvPr>
          <p:cNvSpPr txBox="1"/>
          <p:nvPr/>
        </p:nvSpPr>
        <p:spPr>
          <a:xfrm>
            <a:off x="4768797" y="3952087"/>
            <a:ext cx="610495" cy="397207"/>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After each public message</a:t>
            </a:r>
          </a:p>
        </p:txBody>
      </p:sp>
      <p:sp>
        <p:nvSpPr>
          <p:cNvPr id="132" name="TextBox 131">
            <a:extLst>
              <a:ext uri="{FF2B5EF4-FFF2-40B4-BE49-F238E27FC236}">
                <a16:creationId xmlns:a16="http://schemas.microsoft.com/office/drawing/2014/main" id="{359922C5-591A-DC2B-8C3F-A6DE9013867F}"/>
              </a:ext>
            </a:extLst>
          </p:cNvPr>
          <p:cNvSpPr txBox="1"/>
          <p:nvPr/>
        </p:nvSpPr>
        <p:spPr>
          <a:xfrm>
            <a:off x="5621701" y="3600978"/>
            <a:ext cx="548880" cy="401679"/>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Updates structured memory</a:t>
            </a:r>
          </a:p>
        </p:txBody>
      </p:sp>
      <p:sp>
        <p:nvSpPr>
          <p:cNvPr id="133" name="TextBox 132">
            <a:extLst>
              <a:ext uri="{FF2B5EF4-FFF2-40B4-BE49-F238E27FC236}">
                <a16:creationId xmlns:a16="http://schemas.microsoft.com/office/drawing/2014/main" id="{6CAA6A58-C7F2-069D-A158-3654E88EE284}"/>
              </a:ext>
            </a:extLst>
          </p:cNvPr>
          <p:cNvSpPr txBox="1"/>
          <p:nvPr/>
        </p:nvSpPr>
        <p:spPr>
          <a:xfrm>
            <a:off x="9802220" y="4080872"/>
            <a:ext cx="625049" cy="261000"/>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If consensus achieved</a:t>
            </a:r>
          </a:p>
        </p:txBody>
      </p:sp>
      <p:sp>
        <p:nvSpPr>
          <p:cNvPr id="134" name="Rectangle 133">
            <a:extLst>
              <a:ext uri="{FF2B5EF4-FFF2-40B4-BE49-F238E27FC236}">
                <a16:creationId xmlns:a16="http://schemas.microsoft.com/office/drawing/2014/main" id="{D5839E22-F5AB-C653-3A3D-CEEBD67C02DE}"/>
              </a:ext>
            </a:extLst>
          </p:cNvPr>
          <p:cNvSpPr/>
          <p:nvPr/>
        </p:nvSpPr>
        <p:spPr>
          <a:xfrm rot="5400000">
            <a:off x="10293324" y="3918965"/>
            <a:ext cx="2565920"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135" name="Rectangle 134">
            <a:extLst>
              <a:ext uri="{FF2B5EF4-FFF2-40B4-BE49-F238E27FC236}">
                <a16:creationId xmlns:a16="http://schemas.microsoft.com/office/drawing/2014/main" id="{0999B61D-0F5A-858D-B07A-4169609D8840}"/>
              </a:ext>
            </a:extLst>
          </p:cNvPr>
          <p:cNvSpPr/>
          <p:nvPr/>
        </p:nvSpPr>
        <p:spPr>
          <a:xfrm rot="10800000">
            <a:off x="5246844" y="6017728"/>
            <a:ext cx="2565920"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136" name="Rectangle 135">
            <a:extLst>
              <a:ext uri="{FF2B5EF4-FFF2-40B4-BE49-F238E27FC236}">
                <a16:creationId xmlns:a16="http://schemas.microsoft.com/office/drawing/2014/main" id="{CB92FEBE-E220-B51C-F380-FAA497F9F4B2}"/>
              </a:ext>
            </a:extLst>
          </p:cNvPr>
          <p:cNvSpPr/>
          <p:nvPr/>
        </p:nvSpPr>
        <p:spPr>
          <a:xfrm rot="10800000">
            <a:off x="5579518" y="2048955"/>
            <a:ext cx="2565920"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137" name="TextBox 136">
            <a:extLst>
              <a:ext uri="{FF2B5EF4-FFF2-40B4-BE49-F238E27FC236}">
                <a16:creationId xmlns:a16="http://schemas.microsoft.com/office/drawing/2014/main" id="{5E475D55-428A-097C-352D-523CFF8AFE34}"/>
              </a:ext>
            </a:extLst>
          </p:cNvPr>
          <p:cNvSpPr txBox="1"/>
          <p:nvPr/>
        </p:nvSpPr>
        <p:spPr>
          <a:xfrm>
            <a:off x="5621701" y="4738896"/>
            <a:ext cx="548880" cy="401679"/>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Updates structured memory</a:t>
            </a:r>
          </a:p>
        </p:txBody>
      </p:sp>
      <p:cxnSp>
        <p:nvCxnSpPr>
          <p:cNvPr id="138" name="Elbow Connector 137">
            <a:extLst>
              <a:ext uri="{FF2B5EF4-FFF2-40B4-BE49-F238E27FC236}">
                <a16:creationId xmlns:a16="http://schemas.microsoft.com/office/drawing/2014/main" id="{535C568A-1400-BC03-EEE1-693462207D21}"/>
              </a:ext>
            </a:extLst>
          </p:cNvPr>
          <p:cNvCxnSpPr>
            <a:cxnSpLocks/>
            <a:stCxn id="108" idx="2"/>
            <a:endCxn id="8" idx="2"/>
          </p:cNvCxnSpPr>
          <p:nvPr/>
        </p:nvCxnSpPr>
        <p:spPr>
          <a:xfrm rot="5400000">
            <a:off x="4801958" y="1717511"/>
            <a:ext cx="799791" cy="7449902"/>
          </a:xfrm>
          <a:prstGeom prst="bentConnector3">
            <a:avLst>
              <a:gd name="adj1" fmla="val 120787"/>
            </a:avLst>
          </a:prstGeom>
          <a:ln w="12700">
            <a:tailEnd type="triangle"/>
          </a:ln>
        </p:spPr>
        <p:style>
          <a:lnRef idx="1">
            <a:schemeClr val="dk1"/>
          </a:lnRef>
          <a:fillRef idx="0">
            <a:schemeClr val="dk1"/>
          </a:fillRef>
          <a:effectRef idx="0">
            <a:schemeClr val="dk1"/>
          </a:effectRef>
          <a:fontRef idx="minor">
            <a:schemeClr val="tx1"/>
          </a:fontRef>
        </p:style>
      </p:cxnSp>
      <p:sp>
        <p:nvSpPr>
          <p:cNvPr id="139" name="TextBox 138">
            <a:extLst>
              <a:ext uri="{FF2B5EF4-FFF2-40B4-BE49-F238E27FC236}">
                <a16:creationId xmlns:a16="http://schemas.microsoft.com/office/drawing/2014/main" id="{BD8EBE74-F968-3E46-A7D6-60FC21114B4C}"/>
              </a:ext>
            </a:extLst>
          </p:cNvPr>
          <p:cNvSpPr txBox="1"/>
          <p:nvPr/>
        </p:nvSpPr>
        <p:spPr>
          <a:xfrm>
            <a:off x="8926804" y="5323240"/>
            <a:ext cx="625049" cy="261000"/>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If consensus not achieved</a:t>
            </a:r>
          </a:p>
        </p:txBody>
      </p:sp>
      <p:sp>
        <p:nvSpPr>
          <p:cNvPr id="18" name="TextBox 17">
            <a:extLst>
              <a:ext uri="{FF2B5EF4-FFF2-40B4-BE49-F238E27FC236}">
                <a16:creationId xmlns:a16="http://schemas.microsoft.com/office/drawing/2014/main" id="{F95D6DC3-44B0-6435-E542-783A93AC2280}"/>
              </a:ext>
            </a:extLst>
          </p:cNvPr>
          <p:cNvSpPr txBox="1"/>
          <p:nvPr/>
        </p:nvSpPr>
        <p:spPr>
          <a:xfrm>
            <a:off x="4768797" y="5849645"/>
            <a:ext cx="610495" cy="149403"/>
          </a:xfrm>
          <a:prstGeom prst="rect">
            <a:avLst/>
          </a:prstGeom>
        </p:spPr>
        <p:txBody>
          <a:bodyPr vert="horz" wrap="square" lIns="0" tIns="0" rIns="0" bIns="0" rtlCol="0">
            <a:noAutofit/>
          </a:bodyPr>
          <a:lstStyle/>
          <a:p>
            <a:pPr algn="ctr"/>
            <a:r>
              <a:rPr lang="en-GB" sz="800" noProof="1">
                <a:latin typeface="Times New Roman" panose="02020603050405020304" pitchFamily="18" charset="0"/>
                <a:cs typeface="Times New Roman" panose="02020603050405020304" pitchFamily="18" charset="0"/>
              </a:rPr>
              <a:t>Max. 5 times</a:t>
            </a:r>
          </a:p>
        </p:txBody>
      </p:sp>
    </p:spTree>
    <p:extLst>
      <p:ext uri="{BB962C8B-B14F-4D97-AF65-F5344CB8AC3E}">
        <p14:creationId xmlns:p14="http://schemas.microsoft.com/office/powerpoint/2010/main" val="3411437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CE759-3DE3-BA94-50BB-ED244399B3E0}"/>
              </a:ext>
            </a:extLst>
          </p:cNvPr>
          <p:cNvSpPr>
            <a:spLocks noGrp="1"/>
          </p:cNvSpPr>
          <p:nvPr>
            <p:ph type="title"/>
          </p:nvPr>
        </p:nvSpPr>
        <p:spPr>
          <a:xfrm>
            <a:off x="550862" y="407195"/>
            <a:ext cx="8313051" cy="638175"/>
          </a:xfrm>
        </p:spPr>
        <p:txBody>
          <a:bodyPr anchor="b">
            <a:normAutofit/>
          </a:bodyPr>
          <a:lstStyle/>
          <a:p>
            <a:r>
              <a:rPr lang="en-DE" dirty="0"/>
              <a:t>Hidden profile paradigm as generalization of MAS</a:t>
            </a:r>
          </a:p>
        </p:txBody>
      </p:sp>
      <p:sp>
        <p:nvSpPr>
          <p:cNvPr id="3" name="Date Placeholder 2">
            <a:extLst>
              <a:ext uri="{FF2B5EF4-FFF2-40B4-BE49-F238E27FC236}">
                <a16:creationId xmlns:a16="http://schemas.microsoft.com/office/drawing/2014/main" id="{46D8CDFD-4C2B-E171-A386-578710D82F08}"/>
              </a:ext>
            </a:extLst>
          </p:cNvPr>
          <p:cNvSpPr>
            <a:spLocks noGrp="1"/>
          </p:cNvSpPr>
          <p:nvPr>
            <p:ph type="dt" sz="half" idx="10"/>
          </p:nvPr>
        </p:nvSpPr>
        <p:spPr>
          <a:xfrm>
            <a:off x="550863" y="6584720"/>
            <a:ext cx="777407" cy="139606"/>
          </a:xfrm>
        </p:spPr>
        <p:txBody>
          <a:bodyPr anchor="ctr">
            <a:normAutofit/>
          </a:bodyPr>
          <a:lstStyle/>
          <a:p>
            <a:pPr>
              <a:spcAft>
                <a:spcPts val="600"/>
              </a:spcAft>
            </a:pPr>
            <a:fld id="{11EA3923-41DA-41EA-B4F6-AB210C3806FA}" type="datetime1">
              <a:rPr lang="de-DE" smtClean="0"/>
              <a:pPr>
                <a:spcAft>
                  <a:spcPts val="600"/>
                </a:spcAft>
              </a:pPr>
              <a:t>19.10.26</a:t>
            </a:fld>
            <a:endParaRPr lang="en-US"/>
          </a:p>
        </p:txBody>
      </p:sp>
      <p:sp>
        <p:nvSpPr>
          <p:cNvPr id="4" name="Slide Number Placeholder 3">
            <a:extLst>
              <a:ext uri="{FF2B5EF4-FFF2-40B4-BE49-F238E27FC236}">
                <a16:creationId xmlns:a16="http://schemas.microsoft.com/office/drawing/2014/main" id="{B81EE438-4BE0-49E2-0E5D-D551D1B85AF8}"/>
              </a:ext>
            </a:extLst>
          </p:cNvPr>
          <p:cNvSpPr>
            <a:spLocks noGrp="1"/>
          </p:cNvSpPr>
          <p:nvPr>
            <p:ph type="sldNum" sz="quarter" idx="12"/>
          </p:nvPr>
        </p:nvSpPr>
        <p:spPr>
          <a:xfrm>
            <a:off x="11334063" y="6584720"/>
            <a:ext cx="304800" cy="139606"/>
          </a:xfrm>
        </p:spPr>
        <p:txBody>
          <a:bodyPr anchor="ctr">
            <a:normAutofit/>
          </a:bodyPr>
          <a:lstStyle/>
          <a:p>
            <a:pPr>
              <a:spcAft>
                <a:spcPts val="600"/>
              </a:spcAft>
            </a:pPr>
            <a:fld id="{64647E8F-5052-4581-98D0-7C32D5A45346}" type="slidenum">
              <a:rPr lang="en-US" smtClean="0"/>
              <a:pPr>
                <a:spcAft>
                  <a:spcPts val="600"/>
                </a:spcAft>
              </a:pPr>
              <a:t>19</a:t>
            </a:fld>
            <a:endParaRPr lang="en-US"/>
          </a:p>
        </p:txBody>
      </p:sp>
      <p:sp>
        <p:nvSpPr>
          <p:cNvPr id="22" name="Text Placeholder 5">
            <a:extLst>
              <a:ext uri="{FF2B5EF4-FFF2-40B4-BE49-F238E27FC236}">
                <a16:creationId xmlns:a16="http://schemas.microsoft.com/office/drawing/2014/main" id="{BC884AB9-9EF1-BE7F-23BE-EF678CC51CAB}"/>
              </a:ext>
            </a:extLst>
          </p:cNvPr>
          <p:cNvSpPr>
            <a:spLocks noGrp="1"/>
          </p:cNvSpPr>
          <p:nvPr>
            <p:ph type="body" sz="quarter" idx="14"/>
          </p:nvPr>
        </p:nvSpPr>
        <p:spPr>
          <a:xfrm>
            <a:off x="550799" y="5265138"/>
            <a:ext cx="11196357" cy="936625"/>
          </a:xfrm>
        </p:spPr>
        <p:txBody>
          <a:bodyPr/>
          <a:lstStyle/>
          <a:p>
            <a:r>
              <a:rPr lang="de-DE" noProof="1"/>
              <a:t>The specific personnel-selection task used in this study was adapted from Schulz-Hardt et al. (2006).</a:t>
            </a:r>
          </a:p>
        </p:txBody>
      </p:sp>
      <p:pic>
        <p:nvPicPr>
          <p:cNvPr id="10" name="Picture 9">
            <a:extLst>
              <a:ext uri="{FF2B5EF4-FFF2-40B4-BE49-F238E27FC236}">
                <a16:creationId xmlns:a16="http://schemas.microsoft.com/office/drawing/2014/main" id="{CC643107-0BBE-E5EF-F2B3-BB0E882782F1}"/>
              </a:ext>
            </a:extLst>
          </p:cNvPr>
          <p:cNvPicPr>
            <a:picLocks noChangeAspect="1"/>
          </p:cNvPicPr>
          <p:nvPr/>
        </p:nvPicPr>
        <p:blipFill>
          <a:blip r:embed="rId2"/>
          <a:srcRect t="-505" r="3" b="-2867"/>
          <a:stretch>
            <a:fillRect/>
          </a:stretch>
        </p:blipFill>
        <p:spPr>
          <a:xfrm>
            <a:off x="7855489" y="1283002"/>
            <a:ext cx="3142602" cy="3589667"/>
          </a:xfrm>
          <a:prstGeom prst="rect">
            <a:avLst/>
          </a:prstGeom>
          <a:noFill/>
        </p:spPr>
      </p:pic>
      <p:sp>
        <p:nvSpPr>
          <p:cNvPr id="24" name="Text Placeholder 7">
            <a:extLst>
              <a:ext uri="{FF2B5EF4-FFF2-40B4-BE49-F238E27FC236}">
                <a16:creationId xmlns:a16="http://schemas.microsoft.com/office/drawing/2014/main" id="{A352FEB3-4746-7A9D-B508-C3B5BD6ED117}"/>
              </a:ext>
            </a:extLst>
          </p:cNvPr>
          <p:cNvSpPr>
            <a:spLocks noGrp="1"/>
          </p:cNvSpPr>
          <p:nvPr>
            <p:ph type="body" sz="quarter" idx="16"/>
          </p:nvPr>
        </p:nvSpPr>
        <p:spPr>
          <a:xfrm>
            <a:off x="550800" y="5265138"/>
            <a:ext cx="232507" cy="936625"/>
          </a:xfrm>
        </p:spPr>
        <p:txBody>
          <a:bodyPr/>
          <a:lstStyle/>
          <a:p>
            <a:endParaRPr lang="en-US" dirty="0"/>
          </a:p>
        </p:txBody>
      </p:sp>
      <p:sp>
        <p:nvSpPr>
          <p:cNvPr id="17" name="Content Placeholder 7">
            <a:extLst>
              <a:ext uri="{FF2B5EF4-FFF2-40B4-BE49-F238E27FC236}">
                <a16:creationId xmlns:a16="http://schemas.microsoft.com/office/drawing/2014/main" id="{5C9559BB-E7B5-56BF-93D9-3633B454D2D4}"/>
              </a:ext>
            </a:extLst>
          </p:cNvPr>
          <p:cNvSpPr>
            <a:spLocks noGrp="1"/>
          </p:cNvSpPr>
          <p:nvPr>
            <p:ph sz="quarter" idx="22"/>
          </p:nvPr>
        </p:nvSpPr>
        <p:spPr>
          <a:xfrm>
            <a:off x="7855490" y="4883498"/>
            <a:ext cx="3142602" cy="179914"/>
          </a:xfrm>
        </p:spPr>
        <p:txBody>
          <a:bodyPr anchor="b">
            <a:normAutofit/>
          </a:bodyPr>
          <a:lstStyle/>
          <a:p>
            <a:pPr algn="l">
              <a:lnSpc>
                <a:spcPct val="90000"/>
              </a:lnSpc>
            </a:pPr>
            <a:r>
              <a:rPr lang="en-US" sz="1000" dirty="0"/>
              <a:t>Schulz-Hardt et al. (2006)</a:t>
            </a:r>
          </a:p>
        </p:txBody>
      </p:sp>
      <p:sp>
        <p:nvSpPr>
          <p:cNvPr id="7" name="Footer Placeholder 6">
            <a:extLst>
              <a:ext uri="{FF2B5EF4-FFF2-40B4-BE49-F238E27FC236}">
                <a16:creationId xmlns:a16="http://schemas.microsoft.com/office/drawing/2014/main" id="{665204F5-C9DD-6391-A162-89B6F7AA34EE}"/>
              </a:ext>
            </a:extLst>
          </p:cNvPr>
          <p:cNvSpPr>
            <a:spLocks noGrp="1"/>
          </p:cNvSpPr>
          <p:nvPr>
            <p:ph type="ftr" sz="quarter" idx="3"/>
          </p:nvPr>
        </p:nvSpPr>
        <p:spPr>
          <a:xfrm>
            <a:off x="1566986" y="6584720"/>
            <a:ext cx="9058033" cy="139606"/>
          </a:xfrm>
        </p:spPr>
        <p:txBody>
          <a:bodyPr anchor="ctr">
            <a:normAutofit/>
          </a:bodyPr>
          <a:lstStyle/>
          <a:p>
            <a:pPr>
              <a:spcAft>
                <a:spcPts val="600"/>
              </a:spcAft>
              <a:defRPr/>
            </a:pPr>
            <a:r>
              <a:rPr lang="de-DE"/>
              <a:t>FIM Forschungsinstitut für Informationsmanagement | Vortragende*r </a:t>
            </a:r>
            <a:endParaRPr lang="en-US"/>
          </a:p>
        </p:txBody>
      </p:sp>
      <p:sp>
        <p:nvSpPr>
          <p:cNvPr id="9" name="TextBox 8">
            <a:extLst>
              <a:ext uri="{FF2B5EF4-FFF2-40B4-BE49-F238E27FC236}">
                <a16:creationId xmlns:a16="http://schemas.microsoft.com/office/drawing/2014/main" id="{3189AE38-FC64-6DE0-A997-1949BFA0E6C8}"/>
              </a:ext>
            </a:extLst>
          </p:cNvPr>
          <p:cNvSpPr txBox="1"/>
          <p:nvPr/>
        </p:nvSpPr>
        <p:spPr>
          <a:xfrm>
            <a:off x="620486" y="1575707"/>
            <a:ext cx="6751864" cy="3429000"/>
          </a:xfrm>
          <a:prstGeom prst="rect">
            <a:avLst/>
          </a:prstGeom>
        </p:spPr>
        <p:txBody>
          <a:bodyPr vert="horz" wrap="square" lIns="0" tIns="0" rIns="0" bIns="0" rtlCol="0" anchor="ctr" anchorCtr="0">
            <a:noAutofit/>
          </a:bodyPr>
          <a:lstStyle/>
          <a:p>
            <a:pPr marL="285750" indent="-285750" algn="l">
              <a:buFont typeface="Wingdings" pitchFamily="2" charset="2"/>
              <a:buChar char="q"/>
            </a:pPr>
            <a:r>
              <a:rPr lang="de-DE" sz="1400" noProof="1">
                <a:solidFill>
                  <a:schemeClr val="accent3">
                    <a:lumMod val="75000"/>
                  </a:schemeClr>
                </a:solidFill>
              </a:rPr>
              <a:t>Decision-relevant information is distributed across multiple group members</a:t>
            </a:r>
          </a:p>
          <a:p>
            <a:pPr marL="285750" indent="-285750" algn="l">
              <a:buFont typeface="Wingdings" pitchFamily="2" charset="2"/>
              <a:buChar char="q"/>
            </a:pPr>
            <a:endParaRPr lang="de-DE" sz="1400" noProof="1">
              <a:solidFill>
                <a:schemeClr val="accent3">
                  <a:lumMod val="75000"/>
                </a:schemeClr>
              </a:solidFill>
            </a:endParaRPr>
          </a:p>
          <a:p>
            <a:pPr marL="285750" indent="-285750" algn="l">
              <a:buFont typeface="Wingdings" pitchFamily="2" charset="2"/>
              <a:buChar char="q"/>
            </a:pPr>
            <a:r>
              <a:rPr lang="de-DE" sz="1400" noProof="1">
                <a:solidFill>
                  <a:schemeClr val="accent3">
                    <a:lumMod val="75000"/>
                  </a:schemeClr>
                </a:solidFill>
              </a:rPr>
              <a:t>A group can identify the best option only if members share, discuss, and jointly integrate their private information</a:t>
            </a:r>
          </a:p>
          <a:p>
            <a:pPr marL="285750" indent="-285750" algn="l">
              <a:buFont typeface="Wingdings" pitchFamily="2" charset="2"/>
              <a:buChar char="q"/>
            </a:pPr>
            <a:endParaRPr lang="de-DE" sz="1400" noProof="1">
              <a:solidFill>
                <a:schemeClr val="accent3">
                  <a:lumMod val="75000"/>
                </a:schemeClr>
              </a:solidFill>
            </a:endParaRPr>
          </a:p>
          <a:p>
            <a:pPr marL="285750" indent="-285750" algn="l">
              <a:buFont typeface="Wingdings" pitchFamily="2" charset="2"/>
              <a:buChar char="q"/>
            </a:pPr>
            <a:r>
              <a:rPr lang="de-DE" sz="1400" noProof="1">
                <a:solidFill>
                  <a:schemeClr val="accent3">
                    <a:lumMod val="75000"/>
                  </a:schemeClr>
                </a:solidFill>
              </a:rPr>
              <a:t>This is precisely where multi-agent systems become relevant: specialised agents must exchange information and coordinate in order to reach a collective decision</a:t>
            </a:r>
          </a:p>
          <a:p>
            <a:pPr marL="285750" indent="-285750" algn="l">
              <a:buFont typeface="Wingdings" pitchFamily="2" charset="2"/>
              <a:buChar char="q"/>
            </a:pPr>
            <a:endParaRPr lang="de-DE" sz="1400" noProof="1">
              <a:solidFill>
                <a:schemeClr val="accent3">
                  <a:lumMod val="75000"/>
                </a:schemeClr>
              </a:solidFill>
            </a:endParaRPr>
          </a:p>
          <a:p>
            <a:pPr marL="285750" indent="-285750" algn="l">
              <a:buFont typeface="Wingdings" pitchFamily="2" charset="2"/>
              <a:buChar char="q"/>
            </a:pPr>
            <a:r>
              <a:rPr lang="de-DE" sz="1400" noProof="1">
                <a:solidFill>
                  <a:schemeClr val="accent3">
                    <a:lumMod val="75000"/>
                  </a:schemeClr>
                </a:solidFill>
              </a:rPr>
              <a:t>The task is therefore representative of distributed-information decision making in multi-agent systems</a:t>
            </a:r>
          </a:p>
        </p:txBody>
      </p:sp>
    </p:spTree>
    <p:extLst>
      <p:ext uri="{BB962C8B-B14F-4D97-AF65-F5344CB8AC3E}">
        <p14:creationId xmlns:p14="http://schemas.microsoft.com/office/powerpoint/2010/main" val="3006665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15AB3-A222-629A-7367-A363D22F3179}"/>
              </a:ext>
            </a:extLst>
          </p:cNvPr>
          <p:cNvSpPr>
            <a:spLocks noGrp="1"/>
          </p:cNvSpPr>
          <p:nvPr>
            <p:ph type="title"/>
          </p:nvPr>
        </p:nvSpPr>
        <p:spPr/>
        <p:txBody>
          <a:bodyPr/>
          <a:lstStyle/>
          <a:p>
            <a:r>
              <a:rPr lang="en-DE" dirty="0"/>
              <a:t>Hypotheses</a:t>
            </a:r>
          </a:p>
        </p:txBody>
      </p:sp>
      <p:sp>
        <p:nvSpPr>
          <p:cNvPr id="3" name="Text Placeholder 2">
            <a:extLst>
              <a:ext uri="{FF2B5EF4-FFF2-40B4-BE49-F238E27FC236}">
                <a16:creationId xmlns:a16="http://schemas.microsoft.com/office/drawing/2014/main" id="{0EA02EB2-6D1C-A135-2FEB-8DC28AE3DABA}"/>
              </a:ext>
            </a:extLst>
          </p:cNvPr>
          <p:cNvSpPr>
            <a:spLocks noGrp="1"/>
          </p:cNvSpPr>
          <p:nvPr>
            <p:ph type="body" sz="quarter" idx="13"/>
          </p:nvPr>
        </p:nvSpPr>
        <p:spPr/>
        <p:txBody>
          <a:bodyPr/>
          <a:lstStyle/>
          <a:p>
            <a:endParaRPr lang="en-DE"/>
          </a:p>
        </p:txBody>
      </p:sp>
      <p:sp>
        <p:nvSpPr>
          <p:cNvPr id="4" name="Text Placeholder 3">
            <a:extLst>
              <a:ext uri="{FF2B5EF4-FFF2-40B4-BE49-F238E27FC236}">
                <a16:creationId xmlns:a16="http://schemas.microsoft.com/office/drawing/2014/main" id="{F1AEA0C5-4144-3C4A-9A6C-E461B4F37F08}"/>
              </a:ext>
            </a:extLst>
          </p:cNvPr>
          <p:cNvSpPr>
            <a:spLocks noGrp="1"/>
          </p:cNvSpPr>
          <p:nvPr>
            <p:ph type="body" sz="quarter" idx="14"/>
          </p:nvPr>
        </p:nvSpPr>
        <p:spPr/>
        <p:txBody>
          <a:bodyPr/>
          <a:lstStyle/>
          <a:p>
            <a:r>
              <a:rPr lang="en-DE" dirty="0"/>
              <a:t>5</a:t>
            </a:r>
          </a:p>
        </p:txBody>
      </p:sp>
    </p:spTree>
    <p:extLst>
      <p:ext uri="{BB962C8B-B14F-4D97-AF65-F5344CB8AC3E}">
        <p14:creationId xmlns:p14="http://schemas.microsoft.com/office/powerpoint/2010/main" val="1241604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401B8-A6FB-18C6-050A-46337A937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DD2E4-33ED-B922-0017-9254A6385A11}"/>
              </a:ext>
            </a:extLst>
          </p:cNvPr>
          <p:cNvSpPr>
            <a:spLocks noGrp="1"/>
          </p:cNvSpPr>
          <p:nvPr>
            <p:ph type="title"/>
          </p:nvPr>
        </p:nvSpPr>
        <p:spPr>
          <a:xfrm>
            <a:off x="550863" y="407195"/>
            <a:ext cx="8052580" cy="638175"/>
          </a:xfrm>
        </p:spPr>
        <p:txBody>
          <a:bodyPr anchor="b">
            <a:normAutofit/>
          </a:bodyPr>
          <a:lstStyle/>
          <a:p>
            <a:r>
              <a:rPr lang="en-DE" dirty="0"/>
              <a:t>Simulation: Independent Variables</a:t>
            </a:r>
          </a:p>
        </p:txBody>
      </p:sp>
      <p:sp>
        <p:nvSpPr>
          <p:cNvPr id="3" name="Date Placeholder 2">
            <a:extLst>
              <a:ext uri="{FF2B5EF4-FFF2-40B4-BE49-F238E27FC236}">
                <a16:creationId xmlns:a16="http://schemas.microsoft.com/office/drawing/2014/main" id="{145201B6-E466-F4D2-A33C-8CF1C379F2A0}"/>
              </a:ext>
            </a:extLst>
          </p:cNvPr>
          <p:cNvSpPr>
            <a:spLocks noGrp="1"/>
          </p:cNvSpPr>
          <p:nvPr>
            <p:ph type="dt" sz="half" idx="10"/>
          </p:nvPr>
        </p:nvSpPr>
        <p:spPr>
          <a:xfrm>
            <a:off x="550863" y="6584720"/>
            <a:ext cx="777407" cy="139606"/>
          </a:xfrm>
        </p:spPr>
        <p:txBody>
          <a:bodyPr anchor="ctr">
            <a:normAutofit/>
          </a:bodyPr>
          <a:lstStyle/>
          <a:p>
            <a:pPr>
              <a:spcAft>
                <a:spcPts val="600"/>
              </a:spcAft>
            </a:pPr>
            <a:fld id="{11EA3923-41DA-41EA-B4F6-AB210C3806FA}" type="datetime1">
              <a:rPr lang="de-DE" smtClean="0"/>
              <a:pPr>
                <a:spcAft>
                  <a:spcPts val="600"/>
                </a:spcAft>
              </a:pPr>
              <a:t>19.10.26</a:t>
            </a:fld>
            <a:endParaRPr lang="en-US"/>
          </a:p>
        </p:txBody>
      </p:sp>
      <p:sp>
        <p:nvSpPr>
          <p:cNvPr id="4" name="Slide Number Placeholder 3">
            <a:extLst>
              <a:ext uri="{FF2B5EF4-FFF2-40B4-BE49-F238E27FC236}">
                <a16:creationId xmlns:a16="http://schemas.microsoft.com/office/drawing/2014/main" id="{9E5F30B8-3820-EC91-2E89-7E8A313F762A}"/>
              </a:ext>
            </a:extLst>
          </p:cNvPr>
          <p:cNvSpPr>
            <a:spLocks noGrp="1"/>
          </p:cNvSpPr>
          <p:nvPr>
            <p:ph type="sldNum" sz="quarter" idx="12"/>
          </p:nvPr>
        </p:nvSpPr>
        <p:spPr>
          <a:xfrm>
            <a:off x="11334063" y="6584720"/>
            <a:ext cx="304800" cy="139606"/>
          </a:xfrm>
        </p:spPr>
        <p:txBody>
          <a:bodyPr anchor="ctr">
            <a:normAutofit/>
          </a:bodyPr>
          <a:lstStyle/>
          <a:p>
            <a:pPr>
              <a:spcAft>
                <a:spcPts val="600"/>
              </a:spcAft>
            </a:pPr>
            <a:fld id="{64647E8F-5052-4581-98D0-7C32D5A45346}" type="slidenum">
              <a:rPr lang="en-US" smtClean="0"/>
              <a:pPr>
                <a:spcAft>
                  <a:spcPts val="600"/>
                </a:spcAft>
              </a:pPr>
              <a:t>21</a:t>
            </a:fld>
            <a:endParaRPr lang="en-US"/>
          </a:p>
        </p:txBody>
      </p:sp>
      <p:sp>
        <p:nvSpPr>
          <p:cNvPr id="30" name="Content Placeholder 7">
            <a:extLst>
              <a:ext uri="{FF2B5EF4-FFF2-40B4-BE49-F238E27FC236}">
                <a16:creationId xmlns:a16="http://schemas.microsoft.com/office/drawing/2014/main" id="{56B2972D-D8FF-842F-38D3-65AECA83D37E}"/>
              </a:ext>
            </a:extLst>
          </p:cNvPr>
          <p:cNvSpPr>
            <a:spLocks noGrp="1"/>
          </p:cNvSpPr>
          <p:nvPr>
            <p:ph sz="quarter" idx="19"/>
          </p:nvPr>
        </p:nvSpPr>
        <p:spPr>
          <a:xfrm>
            <a:off x="550801" y="6231953"/>
            <a:ext cx="11088000" cy="144000"/>
          </a:xfrm>
        </p:spPr>
        <p:txBody>
          <a:bodyPr/>
          <a:lstStyle/>
          <a:p>
            <a:endParaRPr lang="en-US"/>
          </a:p>
        </p:txBody>
      </p:sp>
      <p:sp>
        <p:nvSpPr>
          <p:cNvPr id="7" name="Footer Placeholder 6">
            <a:extLst>
              <a:ext uri="{FF2B5EF4-FFF2-40B4-BE49-F238E27FC236}">
                <a16:creationId xmlns:a16="http://schemas.microsoft.com/office/drawing/2014/main" id="{C6D59C07-31DF-7130-05A7-1F8ED08ABA8B}"/>
              </a:ext>
            </a:extLst>
          </p:cNvPr>
          <p:cNvSpPr>
            <a:spLocks noGrp="1"/>
          </p:cNvSpPr>
          <p:nvPr>
            <p:ph type="ftr" sz="quarter" idx="3"/>
          </p:nvPr>
        </p:nvSpPr>
        <p:spPr>
          <a:xfrm>
            <a:off x="1566986" y="6584720"/>
            <a:ext cx="9058033" cy="139606"/>
          </a:xfrm>
        </p:spPr>
        <p:txBody>
          <a:bodyPr anchor="ctr">
            <a:normAutofit/>
          </a:bodyPr>
          <a:lstStyle/>
          <a:p>
            <a:pPr>
              <a:spcAft>
                <a:spcPts val="600"/>
              </a:spcAft>
              <a:defRPr/>
            </a:pPr>
            <a:r>
              <a:rPr lang="de-DE"/>
              <a:t>FIM Forschungsinstitut für Informationsmanagement | Vortragende*r </a:t>
            </a:r>
            <a:endParaRPr lang="en-US"/>
          </a:p>
        </p:txBody>
      </p:sp>
      <p:graphicFrame>
        <p:nvGraphicFramePr>
          <p:cNvPr id="21" name="Inhaltsplatzhalter 91">
            <a:extLst>
              <a:ext uri="{FF2B5EF4-FFF2-40B4-BE49-F238E27FC236}">
                <a16:creationId xmlns:a16="http://schemas.microsoft.com/office/drawing/2014/main" id="{5C891BFD-4532-B220-557E-E6B687F9E4F2}"/>
              </a:ext>
            </a:extLst>
          </p:cNvPr>
          <p:cNvGraphicFramePr>
            <a:graphicFrameLocks/>
          </p:cNvGraphicFramePr>
          <p:nvPr>
            <p:extLst>
              <p:ext uri="{D42A27DB-BD31-4B8C-83A1-F6EECF244321}">
                <p14:modId xmlns:p14="http://schemas.microsoft.com/office/powerpoint/2010/main" val="2472511241"/>
              </p:ext>
            </p:extLst>
          </p:nvPr>
        </p:nvGraphicFramePr>
        <p:xfrm>
          <a:off x="550802" y="1896582"/>
          <a:ext cx="11087998" cy="2930262"/>
        </p:xfrm>
        <a:graphic>
          <a:graphicData uri="http://schemas.openxmlformats.org/drawingml/2006/table">
            <a:tbl>
              <a:tblPr firstRow="1" bandRow="1">
                <a:tableStyleId>{7DF18680-E054-41AD-8BC1-D1AEF772440D}</a:tableStyleId>
              </a:tblPr>
              <a:tblGrid>
                <a:gridCol w="3027024">
                  <a:extLst>
                    <a:ext uri="{9D8B030D-6E8A-4147-A177-3AD203B41FA5}">
                      <a16:colId xmlns:a16="http://schemas.microsoft.com/office/drawing/2014/main" val="1540325046"/>
                    </a:ext>
                  </a:extLst>
                </a:gridCol>
                <a:gridCol w="2659941">
                  <a:extLst>
                    <a:ext uri="{9D8B030D-6E8A-4147-A177-3AD203B41FA5}">
                      <a16:colId xmlns:a16="http://schemas.microsoft.com/office/drawing/2014/main" val="2629788749"/>
                    </a:ext>
                  </a:extLst>
                </a:gridCol>
                <a:gridCol w="5401033">
                  <a:extLst>
                    <a:ext uri="{9D8B030D-6E8A-4147-A177-3AD203B41FA5}">
                      <a16:colId xmlns:a16="http://schemas.microsoft.com/office/drawing/2014/main" val="2627559403"/>
                    </a:ext>
                  </a:extLst>
                </a:gridCol>
              </a:tblGrid>
              <a:tr h="269888">
                <a:tc>
                  <a:txBody>
                    <a:bodyPr/>
                    <a:lstStyle/>
                    <a:p>
                      <a:r>
                        <a:rPr lang="en-GB" sz="1000" b="1" noProof="1"/>
                        <a:t>Konstrukte</a:t>
                      </a:r>
                    </a:p>
                  </a:txBody>
                  <a:tcPr marL="88007" marR="88007" marT="44003" marB="44003"/>
                </a:tc>
                <a:tc>
                  <a:txBody>
                    <a:bodyPr/>
                    <a:lstStyle/>
                    <a:p>
                      <a:r>
                        <a:rPr lang="en-GB" sz="1000" b="1" noProof="1"/>
                        <a:t>Definition</a:t>
                      </a:r>
                    </a:p>
                  </a:txBody>
                  <a:tcPr marL="88007" marR="88007" marT="44003" marB="44003"/>
                </a:tc>
                <a:tc>
                  <a:txBody>
                    <a:bodyPr/>
                    <a:lstStyle/>
                    <a:p>
                      <a:r>
                        <a:rPr lang="en-GB" sz="1000" b="1" noProof="1"/>
                        <a:t>Manipulation</a:t>
                      </a:r>
                    </a:p>
                  </a:txBody>
                  <a:tcPr marL="88007" marR="88007" marT="44003" marB="44003"/>
                </a:tc>
                <a:extLst>
                  <a:ext uri="{0D108BD9-81ED-4DB2-BD59-A6C34878D82A}">
                    <a16:rowId xmlns:a16="http://schemas.microsoft.com/office/drawing/2014/main" val="2939494643"/>
                  </a:ext>
                </a:extLst>
              </a:tr>
              <a:tr h="1048368">
                <a:tc>
                  <a:txBody>
                    <a:bodyPr/>
                    <a:lstStyle/>
                    <a:p>
                      <a:pPr algn="ctr"/>
                      <a:r>
                        <a:rPr lang="en-GB" sz="1000" b="1" noProof="1"/>
                        <a:t>Shared-mental-model-inspired structured memory mechanism</a:t>
                      </a:r>
                    </a:p>
                  </a:txBody>
                  <a:tcPr marL="88007" marR="88007" marT="44003" marB="44003" anchor="ctr" anchorCtr="1"/>
                </a:tc>
                <a:tc>
                  <a:txBody>
                    <a:bodyPr/>
                    <a:lstStyle/>
                    <a:p>
                      <a:r>
                        <a:rPr lang="en-GB" sz="1000" b="0" noProof="1">
                          <a:solidFill>
                            <a:schemeClr val="tx1"/>
                          </a:solidFill>
                        </a:rPr>
                        <a:t>The presence of an explicit and dynamically updated team mental model.</a:t>
                      </a:r>
                    </a:p>
                  </a:txBody>
                  <a:tcPr marL="88007" marR="88007" marT="44003" marB="44003" anchor="ctr" anchorCtr="1"/>
                </a:tc>
                <a:tc>
                  <a:txBody>
                    <a:bodyPr/>
                    <a:lstStyle/>
                    <a:p>
                      <a:pPr marL="171450" indent="-171450">
                        <a:buFont typeface="Wingdings" pitchFamily="2" charset="2"/>
                        <a:buChar char="q"/>
                      </a:pPr>
                      <a:r>
                        <a:rPr lang="en-GB" sz="1000" b="1" noProof="1">
                          <a:solidFill>
                            <a:schemeClr val="tx1"/>
                          </a:solidFill>
                        </a:rPr>
                        <a:t>Absent: </a:t>
                      </a:r>
                      <a:r>
                        <a:rPr lang="en-GB" sz="1000" b="0" noProof="1">
                          <a:solidFill>
                            <a:schemeClr val="tx1"/>
                          </a:solidFill>
                        </a:rPr>
                        <a:t>Baseline – Agents have no explicit shared mental model and rely exclusively on the discussion history, similar to current frameworks like Google ADK or LangChain</a:t>
                      </a:r>
                    </a:p>
                    <a:p>
                      <a:pPr marL="171450" indent="-171450">
                        <a:buFont typeface="Wingdings" pitchFamily="2" charset="2"/>
                        <a:buChar char="q"/>
                      </a:pPr>
                      <a:endParaRPr lang="en-GB" sz="1000" b="1" noProof="1">
                        <a:solidFill>
                          <a:schemeClr val="tx1"/>
                        </a:solidFill>
                      </a:endParaRPr>
                    </a:p>
                    <a:p>
                      <a:pPr marL="171450" indent="-171450">
                        <a:buFont typeface="Wingdings" pitchFamily="2" charset="2"/>
                        <a:buChar char="q"/>
                      </a:pPr>
                      <a:r>
                        <a:rPr lang="en-GB" sz="1000" b="1" noProof="1">
                          <a:solidFill>
                            <a:schemeClr val="tx1"/>
                          </a:solidFill>
                        </a:rPr>
                        <a:t>Present:  </a:t>
                      </a:r>
                      <a:r>
                        <a:rPr lang="en-GB" sz="1000" b="0" noProof="1">
                          <a:solidFill>
                            <a:schemeClr val="tx1"/>
                          </a:solidFill>
                        </a:rPr>
                        <a:t>SMM configurations - Agents receive an explicit shared mental model that is updated throughout the discussion</a:t>
                      </a:r>
                      <a:endParaRPr lang="en-GB" sz="1000" b="0" i="0" noProof="1">
                        <a:solidFill>
                          <a:schemeClr val="tx1"/>
                        </a:solidFill>
                      </a:endParaRPr>
                    </a:p>
                  </a:txBody>
                  <a:tcPr marL="88007" marR="88007" marT="44003" marB="44003" anchor="ctr"/>
                </a:tc>
                <a:extLst>
                  <a:ext uri="{0D108BD9-81ED-4DB2-BD59-A6C34878D82A}">
                    <a16:rowId xmlns:a16="http://schemas.microsoft.com/office/drawing/2014/main" val="2681872548"/>
                  </a:ext>
                </a:extLst>
              </a:tr>
              <a:tr h="1183907">
                <a:tc>
                  <a:txBody>
                    <a:bodyPr/>
                    <a:lstStyle/>
                    <a:p>
                      <a:r>
                        <a:rPr lang="en-GB" sz="1000" b="1" noProof="1"/>
                        <a:t>Degree of interaction context transparency</a:t>
                      </a:r>
                    </a:p>
                  </a:txBody>
                  <a:tcPr marL="88007" marR="88007" marT="44003" marB="44003" anchor="ctr" anchorCtr="1"/>
                </a:tc>
                <a:tc>
                  <a:txBody>
                    <a:bodyPr/>
                    <a:lstStyle/>
                    <a:p>
                      <a:r>
                        <a:rPr lang="en-GB" sz="1000" b="0" noProof="1">
                          <a:solidFill>
                            <a:schemeClr val="tx1"/>
                          </a:solidFill>
                        </a:rPr>
                        <a:t>The degree to which previous interaction context is visible to an agent as input, enabling it to align its response with the team’s prior discussion, shared evidence, and current decision state.</a:t>
                      </a:r>
                    </a:p>
                  </a:txBody>
                  <a:tcPr marL="88007" marR="88007" marT="44003" marB="44003" anchor="ctr" anchorCtr="1"/>
                </a:tc>
                <a:tc>
                  <a:txBody>
                    <a:bodyPr/>
                    <a:lstStyle/>
                    <a:p>
                      <a:pPr marL="171450" indent="-171450">
                        <a:buFont typeface="Wingdings" pitchFamily="2" charset="2"/>
                        <a:buChar char="q"/>
                      </a:pPr>
                      <a:r>
                        <a:rPr lang="en-GB" sz="1000" b="1" noProof="1">
                          <a:solidFill>
                            <a:schemeClr val="tx1"/>
                          </a:solidFill>
                        </a:rPr>
                        <a:t>Low: </a:t>
                      </a:r>
                      <a:r>
                        <a:rPr lang="en-GB" sz="1000" b="0" noProof="1">
                          <a:solidFill>
                            <a:schemeClr val="tx1"/>
                          </a:solidFill>
                        </a:rPr>
                        <a:t>Agents can only read their current shared mental model plus the raw public discussion output and any targeted question-and-answer exchanges involving the immediately preceding agent</a:t>
                      </a:r>
                    </a:p>
                    <a:p>
                      <a:pPr marL="171450" indent="-171450">
                        <a:buFont typeface="Wingdings" pitchFamily="2" charset="2"/>
                        <a:buChar char="q"/>
                      </a:pPr>
                      <a:endParaRPr lang="en-GB" sz="1000" b="0" noProof="1">
                        <a:solidFill>
                          <a:schemeClr val="tx1"/>
                        </a:solidFill>
                      </a:endParaRPr>
                    </a:p>
                    <a:p>
                      <a:pPr marL="171450" indent="-171450">
                        <a:buFont typeface="Wingdings" pitchFamily="2" charset="2"/>
                        <a:buChar char="q"/>
                      </a:pPr>
                      <a:r>
                        <a:rPr lang="en-GB" sz="1000" b="1" noProof="1">
                          <a:solidFill>
                            <a:schemeClr val="tx1"/>
                          </a:solidFill>
                        </a:rPr>
                        <a:t>Moderate: </a:t>
                      </a:r>
                      <a:r>
                        <a:rPr lang="en-GB" sz="1000" b="0" noProof="1">
                          <a:solidFill>
                            <a:schemeClr val="tx1"/>
                          </a:solidFill>
                        </a:rPr>
                        <a:t>Agents can read their shared mental model plus the full public discussion history and targeted question-and-answer exchanges of all preceding agents</a:t>
                      </a:r>
                    </a:p>
                    <a:p>
                      <a:pPr marL="171450" indent="-171450">
                        <a:buFont typeface="Wingdings" pitchFamily="2" charset="2"/>
                        <a:buChar char="q"/>
                      </a:pPr>
                      <a:endParaRPr lang="en-GB" sz="1000" b="0" noProof="1">
                        <a:solidFill>
                          <a:schemeClr val="tx1"/>
                        </a:solidFill>
                      </a:endParaRPr>
                    </a:p>
                    <a:p>
                      <a:pPr marL="171450" indent="-171450">
                        <a:buFont typeface="Wingdings" pitchFamily="2" charset="2"/>
                        <a:buChar char="q"/>
                      </a:pPr>
                      <a:r>
                        <a:rPr lang="en-GB" sz="1000" b="1" noProof="1">
                          <a:solidFill>
                            <a:schemeClr val="tx1"/>
                          </a:solidFill>
                        </a:rPr>
                        <a:t>High: </a:t>
                      </a:r>
                      <a:r>
                        <a:rPr lang="en-GB" sz="1000" b="0" noProof="1">
                          <a:solidFill>
                            <a:schemeClr val="tx1"/>
                          </a:solidFill>
                        </a:rPr>
                        <a:t>Agents can read their shared mental model, the full public discussion history, targeted question-and-answer exchanges plus all agent-generated reasoning traces from previous discussion turns</a:t>
                      </a:r>
                      <a:endParaRPr lang="en-GB" sz="1000" b="0" i="1" noProof="1">
                        <a:solidFill>
                          <a:schemeClr val="tx1"/>
                        </a:solidFill>
                      </a:endParaRPr>
                    </a:p>
                  </a:txBody>
                  <a:tcPr marL="88007" marR="88007" marT="44003" marB="44003" anchor="ctr"/>
                </a:tc>
                <a:extLst>
                  <a:ext uri="{0D108BD9-81ED-4DB2-BD59-A6C34878D82A}">
                    <a16:rowId xmlns:a16="http://schemas.microsoft.com/office/drawing/2014/main" val="2146358151"/>
                  </a:ext>
                </a:extLst>
              </a:tr>
            </a:tbl>
          </a:graphicData>
        </a:graphic>
      </p:graphicFrame>
    </p:spTree>
    <p:extLst>
      <p:ext uri="{BB962C8B-B14F-4D97-AF65-F5344CB8AC3E}">
        <p14:creationId xmlns:p14="http://schemas.microsoft.com/office/powerpoint/2010/main" val="4084849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9984-9D8D-3853-9873-852904E50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E846F7-0AC5-83C9-86EC-E3E0265AC682}"/>
              </a:ext>
            </a:extLst>
          </p:cNvPr>
          <p:cNvSpPr>
            <a:spLocks noGrp="1"/>
          </p:cNvSpPr>
          <p:nvPr>
            <p:ph type="title"/>
          </p:nvPr>
        </p:nvSpPr>
        <p:spPr/>
        <p:txBody>
          <a:bodyPr/>
          <a:lstStyle/>
          <a:p>
            <a:r>
              <a:rPr lang="en-DE" dirty="0"/>
              <a:t>Forschungsmodell</a:t>
            </a:r>
          </a:p>
        </p:txBody>
      </p:sp>
      <p:sp>
        <p:nvSpPr>
          <p:cNvPr id="3" name="Date Placeholder 2">
            <a:extLst>
              <a:ext uri="{FF2B5EF4-FFF2-40B4-BE49-F238E27FC236}">
                <a16:creationId xmlns:a16="http://schemas.microsoft.com/office/drawing/2014/main" id="{C3DCA66E-AAA3-7E55-08C3-EDD974F19CE6}"/>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0C39CB32-FE59-86E3-BC85-E5D8E974F718}"/>
              </a:ext>
            </a:extLst>
          </p:cNvPr>
          <p:cNvSpPr>
            <a:spLocks noGrp="1"/>
          </p:cNvSpPr>
          <p:nvPr>
            <p:ph type="sldNum" sz="quarter" idx="12"/>
          </p:nvPr>
        </p:nvSpPr>
        <p:spPr/>
        <p:txBody>
          <a:bodyPr/>
          <a:lstStyle/>
          <a:p>
            <a:fld id="{64647E8F-5052-4581-98D0-7C32D5A45346}" type="slidenum">
              <a:rPr lang="en-US" smtClean="0"/>
              <a:pPr/>
              <a:t>22</a:t>
            </a:fld>
            <a:endParaRPr lang="en-US"/>
          </a:p>
        </p:txBody>
      </p:sp>
      <p:sp>
        <p:nvSpPr>
          <p:cNvPr id="7" name="Footer Placeholder 6">
            <a:extLst>
              <a:ext uri="{FF2B5EF4-FFF2-40B4-BE49-F238E27FC236}">
                <a16:creationId xmlns:a16="http://schemas.microsoft.com/office/drawing/2014/main" id="{760754A7-7C71-D29F-5843-BEF65136558D}"/>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graphicFrame>
        <p:nvGraphicFramePr>
          <p:cNvPr id="8" name="Inhaltsplatzhalter 78">
            <a:extLst>
              <a:ext uri="{FF2B5EF4-FFF2-40B4-BE49-F238E27FC236}">
                <a16:creationId xmlns:a16="http://schemas.microsoft.com/office/drawing/2014/main" id="{DC777362-B2EA-16E3-B1DE-C7F09EF8AE65}"/>
              </a:ext>
            </a:extLst>
          </p:cNvPr>
          <p:cNvGraphicFramePr>
            <a:graphicFrameLocks/>
          </p:cNvGraphicFramePr>
          <p:nvPr>
            <p:extLst>
              <p:ext uri="{D42A27DB-BD31-4B8C-83A1-F6EECF244321}">
                <p14:modId xmlns:p14="http://schemas.microsoft.com/office/powerpoint/2010/main" val="1513123312"/>
              </p:ext>
            </p:extLst>
          </p:nvPr>
        </p:nvGraphicFramePr>
        <p:xfrm>
          <a:off x="550863" y="3597010"/>
          <a:ext cx="11310651" cy="2682240"/>
        </p:xfrm>
        <a:graphic>
          <a:graphicData uri="http://schemas.openxmlformats.org/drawingml/2006/table">
            <a:tbl>
              <a:tblPr firstRow="1" bandRow="1">
                <a:tableStyleId>{7DF18680-E054-41AD-8BC1-D1AEF772440D}</a:tableStyleId>
              </a:tblPr>
              <a:tblGrid>
                <a:gridCol w="382905">
                  <a:extLst>
                    <a:ext uri="{9D8B030D-6E8A-4147-A177-3AD203B41FA5}">
                      <a16:colId xmlns:a16="http://schemas.microsoft.com/office/drawing/2014/main" val="1141792788"/>
                    </a:ext>
                  </a:extLst>
                </a:gridCol>
                <a:gridCol w="10927746">
                  <a:extLst>
                    <a:ext uri="{9D8B030D-6E8A-4147-A177-3AD203B41FA5}">
                      <a16:colId xmlns:a16="http://schemas.microsoft.com/office/drawing/2014/main" val="1880999778"/>
                    </a:ext>
                  </a:extLst>
                </a:gridCol>
              </a:tblGrid>
              <a:tr h="241898">
                <a:tc>
                  <a:txBody>
                    <a:bodyPr/>
                    <a:lstStyle/>
                    <a:p>
                      <a:r>
                        <a:rPr lang="en-GB" sz="1000" noProof="0" dirty="0"/>
                        <a:t>H#</a:t>
                      </a:r>
                    </a:p>
                  </a:txBody>
                  <a:tcPr/>
                </a:tc>
                <a:tc>
                  <a:txBody>
                    <a:bodyPr/>
                    <a:lstStyle/>
                    <a:p>
                      <a:r>
                        <a:rPr lang="en-GB" sz="1000" noProof="0" dirty="0"/>
                        <a:t>Hypotheses</a:t>
                      </a:r>
                    </a:p>
                  </a:txBody>
                  <a:tcPr/>
                </a:tc>
                <a:extLst>
                  <a:ext uri="{0D108BD9-81ED-4DB2-BD59-A6C34878D82A}">
                    <a16:rowId xmlns:a16="http://schemas.microsoft.com/office/drawing/2014/main" val="2445129288"/>
                  </a:ext>
                </a:extLst>
              </a:tr>
              <a:tr h="241898">
                <a:tc>
                  <a:txBody>
                    <a:bodyPr/>
                    <a:lstStyle/>
                    <a:p>
                      <a:r>
                        <a:rPr lang="en-GB" sz="1000" noProof="0" dirty="0"/>
                        <a:t>1a</a:t>
                      </a:r>
                    </a:p>
                  </a:txBody>
                  <a:tcPr/>
                </a:tc>
                <a:tc>
                  <a:txBody>
                    <a:bodyPr/>
                    <a:lstStyle/>
                    <a:p>
                      <a:r>
                        <a:rPr lang="en-GB" sz="1000" noProof="0" dirty="0"/>
                        <a:t>LLM-based multi-agent systems employing a shared-mental-model-inspired structured memory mechanism exhibit higher communication quality than systems without such a mechanism.</a:t>
                      </a:r>
                    </a:p>
                  </a:txBody>
                  <a:tcPr/>
                </a:tc>
                <a:extLst>
                  <a:ext uri="{0D108BD9-81ED-4DB2-BD59-A6C34878D82A}">
                    <a16:rowId xmlns:a16="http://schemas.microsoft.com/office/drawing/2014/main" val="3814594682"/>
                  </a:ext>
                </a:extLst>
              </a:tr>
              <a:tr h="241898">
                <a:tc>
                  <a:txBody>
                    <a:bodyPr/>
                    <a:lstStyle/>
                    <a:p>
                      <a:r>
                        <a:rPr lang="en-GB" sz="1000" noProof="0" dirty="0"/>
                        <a:t>1b</a:t>
                      </a:r>
                    </a:p>
                  </a:txBody>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GB" sz="1000" noProof="0" dirty="0"/>
                        <a:t>LLM-based multi-agent systems employing a shared-mental-model-inspired structured memory mechanism exhibit higher cooperation quality than systems without such a mechanism.</a:t>
                      </a:r>
                    </a:p>
                  </a:txBody>
                  <a:tcPr/>
                </a:tc>
                <a:extLst>
                  <a:ext uri="{0D108BD9-81ED-4DB2-BD59-A6C34878D82A}">
                    <a16:rowId xmlns:a16="http://schemas.microsoft.com/office/drawing/2014/main" val="2846522977"/>
                  </a:ext>
                </a:extLst>
              </a:tr>
              <a:tr h="241898">
                <a:tc>
                  <a:txBody>
                    <a:bodyPr/>
                    <a:lstStyle/>
                    <a:p>
                      <a:r>
                        <a:rPr lang="en-GB" sz="1000" noProof="0" dirty="0"/>
                        <a:t>2a</a:t>
                      </a:r>
                    </a:p>
                  </a:txBody>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GB" sz="1000" noProof="0" dirty="0"/>
                        <a:t>Within shared-mental-model-based configurations, moderate discussion context transparency results in higher communication quality than low discussion context transparency.</a:t>
                      </a:r>
                    </a:p>
                  </a:txBody>
                  <a:tcPr/>
                </a:tc>
                <a:extLst>
                  <a:ext uri="{0D108BD9-81ED-4DB2-BD59-A6C34878D82A}">
                    <a16:rowId xmlns:a16="http://schemas.microsoft.com/office/drawing/2014/main" val="46036724"/>
                  </a:ext>
                </a:extLst>
              </a:tr>
              <a:tr h="241898">
                <a:tc>
                  <a:txBody>
                    <a:bodyPr/>
                    <a:lstStyle/>
                    <a:p>
                      <a:r>
                        <a:rPr lang="en-GB" sz="1000" noProof="0" dirty="0"/>
                        <a:t>2b</a:t>
                      </a:r>
                    </a:p>
                  </a:txBody>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GB" sz="1000" noProof="0" dirty="0"/>
                        <a:t>Within shared-mental-model-based configurations, moderate discussion context transparency results in higher cooperation quality than low discussion context transparency.</a:t>
                      </a:r>
                    </a:p>
                  </a:txBody>
                  <a:tcPr/>
                </a:tc>
                <a:extLst>
                  <a:ext uri="{0D108BD9-81ED-4DB2-BD59-A6C34878D82A}">
                    <a16:rowId xmlns:a16="http://schemas.microsoft.com/office/drawing/2014/main" val="3711626797"/>
                  </a:ext>
                </a:extLst>
              </a:tr>
              <a:tr h="241898">
                <a:tc>
                  <a:txBody>
                    <a:bodyPr/>
                    <a:lstStyle/>
                    <a:p>
                      <a:r>
                        <a:rPr lang="en-GB" sz="1000" noProof="0" dirty="0"/>
                        <a:t>3a</a:t>
                      </a:r>
                    </a:p>
                  </a:txBody>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GB" sz="1000" noProof="0" dirty="0"/>
                        <a:t>Within shared-mental-model-based configurations, moderate discussion context transparency results in higher communication quality than high discussion context transparency.</a:t>
                      </a:r>
                    </a:p>
                  </a:txBody>
                  <a:tcPr/>
                </a:tc>
                <a:extLst>
                  <a:ext uri="{0D108BD9-81ED-4DB2-BD59-A6C34878D82A}">
                    <a16:rowId xmlns:a16="http://schemas.microsoft.com/office/drawing/2014/main" val="262547425"/>
                  </a:ext>
                </a:extLst>
              </a:tr>
              <a:tr h="241898">
                <a:tc>
                  <a:txBody>
                    <a:bodyPr/>
                    <a:lstStyle/>
                    <a:p>
                      <a:r>
                        <a:rPr lang="en-GB" sz="1000" noProof="0" dirty="0"/>
                        <a:t>3b</a:t>
                      </a:r>
                    </a:p>
                  </a:txBody>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GB" sz="1000" noProof="0" dirty="0"/>
                        <a:t>Within shared-mental-model-based configurations, moderate discussion context transparency results in higher cooperation quality than high discussion context transparency.</a:t>
                      </a:r>
                    </a:p>
                  </a:txBody>
                  <a:tcPr/>
                </a:tc>
                <a:extLst>
                  <a:ext uri="{0D108BD9-81ED-4DB2-BD59-A6C34878D82A}">
                    <a16:rowId xmlns:a16="http://schemas.microsoft.com/office/drawing/2014/main" val="855338598"/>
                  </a:ext>
                </a:extLst>
              </a:tr>
              <a:tr h="241898">
                <a:tc>
                  <a:txBody>
                    <a:bodyPr/>
                    <a:lstStyle/>
                    <a:p>
                      <a:r>
                        <a:rPr lang="en-GB" sz="1000" noProof="0" dirty="0"/>
                        <a:t>4a</a:t>
                      </a:r>
                    </a:p>
                  </a:txBody>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GB" sz="1000" noProof="0" dirty="0"/>
                        <a:t>Communication quality has a positive influence on efficiency.</a:t>
                      </a:r>
                    </a:p>
                  </a:txBody>
                  <a:tcPr/>
                </a:tc>
                <a:extLst>
                  <a:ext uri="{0D108BD9-81ED-4DB2-BD59-A6C34878D82A}">
                    <a16:rowId xmlns:a16="http://schemas.microsoft.com/office/drawing/2014/main" val="1960044185"/>
                  </a:ext>
                </a:extLst>
              </a:tr>
              <a:tr h="241898">
                <a:tc>
                  <a:txBody>
                    <a:bodyPr/>
                    <a:lstStyle/>
                    <a:p>
                      <a:r>
                        <a:rPr lang="en-GB" sz="1000" noProof="0" dirty="0"/>
                        <a:t>4b</a:t>
                      </a:r>
                    </a:p>
                  </a:txBody>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GB" sz="1000" noProof="0" dirty="0"/>
                        <a:t>Communication quality has a positive influence on effectiveness.</a:t>
                      </a:r>
                    </a:p>
                  </a:txBody>
                  <a:tcPr/>
                </a:tc>
                <a:extLst>
                  <a:ext uri="{0D108BD9-81ED-4DB2-BD59-A6C34878D82A}">
                    <a16:rowId xmlns:a16="http://schemas.microsoft.com/office/drawing/2014/main" val="2685467429"/>
                  </a:ext>
                </a:extLst>
              </a:tr>
              <a:tr h="241898">
                <a:tc>
                  <a:txBody>
                    <a:bodyPr/>
                    <a:lstStyle/>
                    <a:p>
                      <a:r>
                        <a:rPr lang="en-GB" sz="1000" noProof="0" dirty="0"/>
                        <a:t>5a</a:t>
                      </a:r>
                    </a:p>
                  </a:txBody>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GB" sz="1000" noProof="0" dirty="0"/>
                        <a:t>Cooperation quality has a positive influence on efficiency.</a:t>
                      </a:r>
                    </a:p>
                  </a:txBody>
                  <a:tcPr/>
                </a:tc>
                <a:extLst>
                  <a:ext uri="{0D108BD9-81ED-4DB2-BD59-A6C34878D82A}">
                    <a16:rowId xmlns:a16="http://schemas.microsoft.com/office/drawing/2014/main" val="3853436586"/>
                  </a:ext>
                </a:extLst>
              </a:tr>
              <a:tr h="241898">
                <a:tc>
                  <a:txBody>
                    <a:bodyPr/>
                    <a:lstStyle/>
                    <a:p>
                      <a:r>
                        <a:rPr lang="en-GB" sz="1000" noProof="0" dirty="0"/>
                        <a:t>5b</a:t>
                      </a:r>
                    </a:p>
                  </a:txBody>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GB" sz="1000" noProof="0" dirty="0"/>
                        <a:t>Cooperation quality has a positive influence on effectiveness.</a:t>
                      </a:r>
                    </a:p>
                  </a:txBody>
                  <a:tcPr/>
                </a:tc>
                <a:extLst>
                  <a:ext uri="{0D108BD9-81ED-4DB2-BD59-A6C34878D82A}">
                    <a16:rowId xmlns:a16="http://schemas.microsoft.com/office/drawing/2014/main" val="1015173975"/>
                  </a:ext>
                </a:extLst>
              </a:tr>
            </a:tbl>
          </a:graphicData>
        </a:graphic>
      </p:graphicFrame>
      <p:sp>
        <p:nvSpPr>
          <p:cNvPr id="43" name="TextBox 42">
            <a:extLst>
              <a:ext uri="{FF2B5EF4-FFF2-40B4-BE49-F238E27FC236}">
                <a16:creationId xmlns:a16="http://schemas.microsoft.com/office/drawing/2014/main" id="{CC35D661-B028-69C0-1D2A-A97FBD7621BA}"/>
              </a:ext>
            </a:extLst>
          </p:cNvPr>
          <p:cNvSpPr txBox="1"/>
          <p:nvPr/>
        </p:nvSpPr>
        <p:spPr>
          <a:xfrm>
            <a:off x="5138289" y="3923579"/>
            <a:ext cx="1897711" cy="151075"/>
          </a:xfrm>
          <a:prstGeom prst="rect">
            <a:avLst/>
          </a:prstGeom>
        </p:spPr>
        <p:txBody>
          <a:bodyPr vert="horz" wrap="square" lIns="0" tIns="0" rIns="0" bIns="0" rtlCol="0">
            <a:noAutofit/>
          </a:bodyPr>
          <a:lstStyle/>
          <a:p>
            <a:pPr marL="285750" indent="-285750" algn="l">
              <a:buFont typeface="Wingdings" panose="05000000000000000000" pitchFamily="2" charset="2"/>
              <a:buChar char="§"/>
            </a:pPr>
            <a:endParaRPr lang="en-DE" sz="1400" dirty="0">
              <a:solidFill>
                <a:schemeClr val="accent3">
                  <a:lumMod val="75000"/>
                </a:schemeClr>
              </a:solidFill>
              <a:cs typeface="Times New Roman" panose="02020603050405020304" pitchFamily="18" charset="0"/>
            </a:endParaRPr>
          </a:p>
        </p:txBody>
      </p:sp>
      <p:sp>
        <p:nvSpPr>
          <p:cNvPr id="13" name="Textfeld 14">
            <a:extLst>
              <a:ext uri="{FF2B5EF4-FFF2-40B4-BE49-F238E27FC236}">
                <a16:creationId xmlns:a16="http://schemas.microsoft.com/office/drawing/2014/main" id="{1024DF9E-EC32-6331-207D-D17A807DC651}"/>
              </a:ext>
            </a:extLst>
          </p:cNvPr>
          <p:cNvSpPr txBox="1"/>
          <p:nvPr/>
        </p:nvSpPr>
        <p:spPr>
          <a:xfrm>
            <a:off x="5168900" y="1271185"/>
            <a:ext cx="1854200" cy="228600"/>
          </a:xfrm>
          <a:prstGeom prst="rect">
            <a:avLst/>
          </a:prstGeom>
        </p:spPr>
        <p:txBody>
          <a:bodyPr vert="horz" wrap="square" lIns="0" tIns="0" rIns="0" bIns="0" rtlCol="0">
            <a:noAutofit/>
          </a:bodyPr>
          <a:lstStyle>
            <a:defPPr>
              <a:defRPr lang="en-US"/>
            </a:defPPr>
            <a:lvl1pPr algn="ctr">
              <a:defRPr sz="1100">
                <a:solidFill>
                  <a:schemeClr val="accent3">
                    <a:lumMod val="75000"/>
                  </a:schemeClr>
                </a:solidFill>
              </a:defRPr>
            </a:lvl1pPr>
          </a:lstStyle>
          <a:p>
            <a:r>
              <a:rPr lang="en-US" noProof="1"/>
              <a:t>Team process</a:t>
            </a:r>
          </a:p>
        </p:txBody>
      </p:sp>
      <p:sp>
        <p:nvSpPr>
          <p:cNvPr id="15" name="Textfeld 17">
            <a:extLst>
              <a:ext uri="{FF2B5EF4-FFF2-40B4-BE49-F238E27FC236}">
                <a16:creationId xmlns:a16="http://schemas.microsoft.com/office/drawing/2014/main" id="{063EF894-D31A-F4AE-9B0E-DE861980C8CF}"/>
              </a:ext>
            </a:extLst>
          </p:cNvPr>
          <p:cNvSpPr txBox="1"/>
          <p:nvPr/>
        </p:nvSpPr>
        <p:spPr>
          <a:xfrm>
            <a:off x="2233728" y="1271185"/>
            <a:ext cx="1854200" cy="228600"/>
          </a:xfrm>
          <a:prstGeom prst="rect">
            <a:avLst/>
          </a:prstGeom>
        </p:spPr>
        <p:txBody>
          <a:bodyPr vert="horz" wrap="square" lIns="0" tIns="0" rIns="0" bIns="0" rtlCol="0">
            <a:noAutofit/>
          </a:bodyPr>
          <a:lstStyle>
            <a:defPPr>
              <a:defRPr lang="en-US"/>
            </a:defPPr>
            <a:lvl1pPr algn="ctr">
              <a:defRPr sz="1100">
                <a:solidFill>
                  <a:schemeClr val="accent3">
                    <a:lumMod val="75000"/>
                  </a:schemeClr>
                </a:solidFill>
              </a:defRPr>
            </a:lvl1pPr>
          </a:lstStyle>
          <a:p>
            <a:r>
              <a:rPr lang="en-US" noProof="1"/>
              <a:t>Shared Context Management</a:t>
            </a:r>
          </a:p>
        </p:txBody>
      </p:sp>
      <p:sp>
        <p:nvSpPr>
          <p:cNvPr id="16" name="Rechteck 18">
            <a:extLst>
              <a:ext uri="{FF2B5EF4-FFF2-40B4-BE49-F238E27FC236}">
                <a16:creationId xmlns:a16="http://schemas.microsoft.com/office/drawing/2014/main" id="{737F63FA-B122-FF92-F0CA-1030B260E29D}"/>
              </a:ext>
            </a:extLst>
          </p:cNvPr>
          <p:cNvSpPr/>
          <p:nvPr/>
        </p:nvSpPr>
        <p:spPr>
          <a:xfrm>
            <a:off x="5349144" y="1664965"/>
            <a:ext cx="1476000" cy="576000"/>
          </a:xfrm>
          <a:prstGeom prst="rect">
            <a:avLst/>
          </a:prstGeom>
          <a:solidFill>
            <a:srgbClr val="D8E5E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1">
                <a:solidFill>
                  <a:schemeClr val="tx1"/>
                </a:solidFill>
                <a:cs typeface="Times New Roman" panose="02020603050405020304" pitchFamily="18" charset="0"/>
              </a:rPr>
              <a:t>Communication quality</a:t>
            </a:r>
          </a:p>
        </p:txBody>
      </p:sp>
      <p:sp>
        <p:nvSpPr>
          <p:cNvPr id="17" name="Rechteck 24">
            <a:extLst>
              <a:ext uri="{FF2B5EF4-FFF2-40B4-BE49-F238E27FC236}">
                <a16:creationId xmlns:a16="http://schemas.microsoft.com/office/drawing/2014/main" id="{0D6DDBF3-3FBE-1AB8-ECCE-488F70785F86}"/>
              </a:ext>
            </a:extLst>
          </p:cNvPr>
          <p:cNvSpPr/>
          <p:nvPr/>
        </p:nvSpPr>
        <p:spPr>
          <a:xfrm>
            <a:off x="7932687" y="1669558"/>
            <a:ext cx="1476000" cy="576000"/>
          </a:xfrm>
          <a:prstGeom prst="rect">
            <a:avLst/>
          </a:prstGeom>
          <a:solidFill>
            <a:srgbClr val="D8E5E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1">
                <a:solidFill>
                  <a:schemeClr val="tx1"/>
                </a:solidFill>
                <a:cs typeface="Times New Roman" panose="02020603050405020304" pitchFamily="18" charset="0"/>
              </a:rPr>
              <a:t>Coordination </a:t>
            </a:r>
            <a:r>
              <a:rPr lang="en-GB" sz="1100" noProof="1">
                <a:solidFill>
                  <a:schemeClr val="tx1"/>
                </a:solidFill>
                <a:cs typeface="Times New Roman" panose="02020603050405020304" pitchFamily="18" charset="0"/>
              </a:rPr>
              <a:t>efficiency</a:t>
            </a:r>
            <a:endParaRPr lang="en-US" sz="1100" noProof="1">
              <a:solidFill>
                <a:schemeClr val="tx1"/>
              </a:solidFill>
              <a:cs typeface="Times New Roman" panose="02020603050405020304" pitchFamily="18" charset="0"/>
            </a:endParaRPr>
          </a:p>
        </p:txBody>
      </p:sp>
      <p:sp>
        <p:nvSpPr>
          <p:cNvPr id="19" name="Rechteck 25">
            <a:extLst>
              <a:ext uri="{FF2B5EF4-FFF2-40B4-BE49-F238E27FC236}">
                <a16:creationId xmlns:a16="http://schemas.microsoft.com/office/drawing/2014/main" id="{4B7DD5FC-9219-9B44-10FC-3D68F34461F6}"/>
              </a:ext>
            </a:extLst>
          </p:cNvPr>
          <p:cNvSpPr/>
          <p:nvPr/>
        </p:nvSpPr>
        <p:spPr>
          <a:xfrm>
            <a:off x="2426428" y="2207589"/>
            <a:ext cx="1472400" cy="576000"/>
          </a:xfrm>
          <a:prstGeom prst="rect">
            <a:avLst/>
          </a:prstGeom>
          <a:solidFill>
            <a:srgbClr val="D8E5E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1">
                <a:solidFill>
                  <a:schemeClr val="tx1"/>
                </a:solidFill>
                <a:cs typeface="Times New Roman" panose="02020603050405020304" pitchFamily="18" charset="0"/>
              </a:rPr>
              <a:t>Context configuration </a:t>
            </a:r>
          </a:p>
        </p:txBody>
      </p:sp>
      <p:cxnSp>
        <p:nvCxnSpPr>
          <p:cNvPr id="20" name="Gerade Verbindung mit Pfeil 31">
            <a:extLst>
              <a:ext uri="{FF2B5EF4-FFF2-40B4-BE49-F238E27FC236}">
                <a16:creationId xmlns:a16="http://schemas.microsoft.com/office/drawing/2014/main" id="{79C5C7BB-6B4E-41AE-5A9D-3402BD6DA8B6}"/>
              </a:ext>
            </a:extLst>
          </p:cNvPr>
          <p:cNvCxnSpPr>
            <a:cxnSpLocks/>
            <a:stCxn id="19" idx="3"/>
            <a:endCxn id="16" idx="1"/>
          </p:cNvCxnSpPr>
          <p:nvPr/>
        </p:nvCxnSpPr>
        <p:spPr>
          <a:xfrm flipV="1">
            <a:off x="3898828" y="1952965"/>
            <a:ext cx="1450316" cy="542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Gerade Verbindung mit Pfeil 33">
            <a:extLst>
              <a:ext uri="{FF2B5EF4-FFF2-40B4-BE49-F238E27FC236}">
                <a16:creationId xmlns:a16="http://schemas.microsoft.com/office/drawing/2014/main" id="{FBBA3360-E451-3F48-4B7F-EEBACAA5A007}"/>
              </a:ext>
            </a:extLst>
          </p:cNvPr>
          <p:cNvCxnSpPr>
            <a:cxnSpLocks/>
            <a:stCxn id="16" idx="3"/>
          </p:cNvCxnSpPr>
          <p:nvPr/>
        </p:nvCxnSpPr>
        <p:spPr>
          <a:xfrm>
            <a:off x="6825144" y="1952965"/>
            <a:ext cx="1089831" cy="9851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hteck 42">
            <a:extLst>
              <a:ext uri="{FF2B5EF4-FFF2-40B4-BE49-F238E27FC236}">
                <a16:creationId xmlns:a16="http://schemas.microsoft.com/office/drawing/2014/main" id="{ED7D9CBA-B52E-88B1-A348-CD7BE6B8DB7B}"/>
              </a:ext>
            </a:extLst>
          </p:cNvPr>
          <p:cNvSpPr/>
          <p:nvPr/>
        </p:nvSpPr>
        <p:spPr>
          <a:xfrm>
            <a:off x="7932687" y="2803936"/>
            <a:ext cx="1476000" cy="576000"/>
          </a:xfrm>
          <a:prstGeom prst="rect">
            <a:avLst/>
          </a:prstGeom>
          <a:solidFill>
            <a:srgbClr val="D8E5E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1">
                <a:solidFill>
                  <a:schemeClr val="tx1"/>
                </a:solidFill>
                <a:cs typeface="Times New Roman" panose="02020603050405020304" pitchFamily="18" charset="0"/>
              </a:rPr>
              <a:t>Coordination effectiveness</a:t>
            </a:r>
          </a:p>
        </p:txBody>
      </p:sp>
      <p:sp>
        <p:nvSpPr>
          <p:cNvPr id="28" name="Textfeld 45">
            <a:extLst>
              <a:ext uri="{FF2B5EF4-FFF2-40B4-BE49-F238E27FC236}">
                <a16:creationId xmlns:a16="http://schemas.microsoft.com/office/drawing/2014/main" id="{F81B82E1-4512-01EE-B8C4-C3A8F63FD28D}"/>
              </a:ext>
            </a:extLst>
          </p:cNvPr>
          <p:cNvSpPr txBox="1"/>
          <p:nvPr/>
        </p:nvSpPr>
        <p:spPr>
          <a:xfrm>
            <a:off x="7743587" y="1271185"/>
            <a:ext cx="1854200" cy="228600"/>
          </a:xfrm>
          <a:prstGeom prst="rect">
            <a:avLst/>
          </a:prstGeom>
          <a:noFill/>
        </p:spPr>
        <p:txBody>
          <a:bodyPr vert="horz" wrap="square" lIns="0" tIns="0" rIns="0" bIns="0" rtlCol="0">
            <a:noAutofit/>
          </a:bodyPr>
          <a:lstStyle/>
          <a:p>
            <a:pPr algn="ctr"/>
            <a:r>
              <a:rPr lang="en-US" sz="1100" noProof="1">
                <a:solidFill>
                  <a:schemeClr val="accent3">
                    <a:lumMod val="75000"/>
                  </a:schemeClr>
                </a:solidFill>
              </a:rPr>
              <a:t>Performance</a:t>
            </a:r>
            <a:r>
              <a:rPr lang="en-US" sz="1100" noProof="1">
                <a:cs typeface="Times New Roman" panose="02020603050405020304" pitchFamily="18" charset="0"/>
              </a:rPr>
              <a:t> </a:t>
            </a:r>
            <a:r>
              <a:rPr lang="en-US" sz="1100" noProof="1">
                <a:solidFill>
                  <a:schemeClr val="accent3">
                    <a:lumMod val="75000"/>
                  </a:schemeClr>
                </a:solidFill>
              </a:rPr>
              <a:t>Decomposition</a:t>
            </a:r>
          </a:p>
        </p:txBody>
      </p:sp>
      <p:sp>
        <p:nvSpPr>
          <p:cNvPr id="31" name="Textfeld 62">
            <a:extLst>
              <a:ext uri="{FF2B5EF4-FFF2-40B4-BE49-F238E27FC236}">
                <a16:creationId xmlns:a16="http://schemas.microsoft.com/office/drawing/2014/main" id="{4E084AE4-C47E-4B9E-78D6-412E1071AE4E}"/>
              </a:ext>
            </a:extLst>
          </p:cNvPr>
          <p:cNvSpPr txBox="1"/>
          <p:nvPr/>
        </p:nvSpPr>
        <p:spPr>
          <a:xfrm>
            <a:off x="3898828" y="1864584"/>
            <a:ext cx="1008000" cy="194701"/>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H1a, H2a, H3a</a:t>
            </a:r>
          </a:p>
        </p:txBody>
      </p:sp>
      <p:sp>
        <p:nvSpPr>
          <p:cNvPr id="36" name="Textfeld 39">
            <a:extLst>
              <a:ext uri="{FF2B5EF4-FFF2-40B4-BE49-F238E27FC236}">
                <a16:creationId xmlns:a16="http://schemas.microsoft.com/office/drawing/2014/main" id="{EE78195D-8715-275A-FD71-21AA71F66746}"/>
              </a:ext>
            </a:extLst>
          </p:cNvPr>
          <p:cNvSpPr txBox="1"/>
          <p:nvPr/>
        </p:nvSpPr>
        <p:spPr>
          <a:xfrm>
            <a:off x="7225776" y="1778851"/>
            <a:ext cx="288563" cy="194400"/>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H4a</a:t>
            </a:r>
          </a:p>
        </p:txBody>
      </p:sp>
      <p:cxnSp>
        <p:nvCxnSpPr>
          <p:cNvPr id="39" name="Gerade Verbindung mit Pfeil 33">
            <a:extLst>
              <a:ext uri="{FF2B5EF4-FFF2-40B4-BE49-F238E27FC236}">
                <a16:creationId xmlns:a16="http://schemas.microsoft.com/office/drawing/2014/main" id="{D7B25281-CAFB-B34C-28A2-F0494A062663}"/>
              </a:ext>
            </a:extLst>
          </p:cNvPr>
          <p:cNvCxnSpPr>
            <a:cxnSpLocks/>
            <a:stCxn id="16" idx="3"/>
            <a:endCxn id="17" idx="1"/>
          </p:cNvCxnSpPr>
          <p:nvPr/>
        </p:nvCxnSpPr>
        <p:spPr>
          <a:xfrm>
            <a:off x="6825144" y="1952965"/>
            <a:ext cx="1107543" cy="45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echteck 18">
            <a:extLst>
              <a:ext uri="{FF2B5EF4-FFF2-40B4-BE49-F238E27FC236}">
                <a16:creationId xmlns:a16="http://schemas.microsoft.com/office/drawing/2014/main" id="{24AA8C49-49E3-1742-58B0-9129BC3D82A6}"/>
              </a:ext>
            </a:extLst>
          </p:cNvPr>
          <p:cNvSpPr/>
          <p:nvPr/>
        </p:nvSpPr>
        <p:spPr>
          <a:xfrm>
            <a:off x="5349144" y="2803936"/>
            <a:ext cx="1476000" cy="576000"/>
          </a:xfrm>
          <a:prstGeom prst="rect">
            <a:avLst/>
          </a:prstGeom>
          <a:solidFill>
            <a:srgbClr val="D8E5E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1">
                <a:solidFill>
                  <a:schemeClr val="tx1"/>
                </a:solidFill>
                <a:cs typeface="Times New Roman" panose="02020603050405020304" pitchFamily="18" charset="0"/>
              </a:rPr>
              <a:t>Cooperation </a:t>
            </a:r>
          </a:p>
          <a:p>
            <a:pPr algn="ctr"/>
            <a:r>
              <a:rPr lang="en-US" sz="1100" noProof="1">
                <a:solidFill>
                  <a:schemeClr val="tx1"/>
                </a:solidFill>
                <a:cs typeface="Times New Roman" panose="02020603050405020304" pitchFamily="18" charset="0"/>
              </a:rPr>
              <a:t>quality</a:t>
            </a:r>
          </a:p>
        </p:txBody>
      </p:sp>
      <p:cxnSp>
        <p:nvCxnSpPr>
          <p:cNvPr id="41" name="Gerade Verbindung mit Pfeil 31">
            <a:extLst>
              <a:ext uri="{FF2B5EF4-FFF2-40B4-BE49-F238E27FC236}">
                <a16:creationId xmlns:a16="http://schemas.microsoft.com/office/drawing/2014/main" id="{0B35D631-C781-D478-F4B2-85EC9C3C8C0C}"/>
              </a:ext>
            </a:extLst>
          </p:cNvPr>
          <p:cNvCxnSpPr>
            <a:cxnSpLocks/>
            <a:stCxn id="19" idx="3"/>
            <a:endCxn id="40" idx="1"/>
          </p:cNvCxnSpPr>
          <p:nvPr/>
        </p:nvCxnSpPr>
        <p:spPr>
          <a:xfrm>
            <a:off x="3898828" y="2495589"/>
            <a:ext cx="1450316" cy="5963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Gerade Verbindung mit Pfeil 33">
            <a:extLst>
              <a:ext uri="{FF2B5EF4-FFF2-40B4-BE49-F238E27FC236}">
                <a16:creationId xmlns:a16="http://schemas.microsoft.com/office/drawing/2014/main" id="{6C9167D1-5ECB-E3BF-F1CA-73EA62ADAA53}"/>
              </a:ext>
            </a:extLst>
          </p:cNvPr>
          <p:cNvCxnSpPr>
            <a:cxnSpLocks/>
            <a:stCxn id="40" idx="3"/>
            <a:endCxn id="25" idx="1"/>
          </p:cNvCxnSpPr>
          <p:nvPr/>
        </p:nvCxnSpPr>
        <p:spPr>
          <a:xfrm>
            <a:off x="6825144" y="3091936"/>
            <a:ext cx="110754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Gerade Verbindung mit Pfeil 33">
            <a:extLst>
              <a:ext uri="{FF2B5EF4-FFF2-40B4-BE49-F238E27FC236}">
                <a16:creationId xmlns:a16="http://schemas.microsoft.com/office/drawing/2014/main" id="{29C8EC7D-752A-DAD9-99FE-DD2E9C838A9D}"/>
              </a:ext>
            </a:extLst>
          </p:cNvPr>
          <p:cNvCxnSpPr>
            <a:cxnSpLocks/>
            <a:stCxn id="40" idx="3"/>
          </p:cNvCxnSpPr>
          <p:nvPr/>
        </p:nvCxnSpPr>
        <p:spPr>
          <a:xfrm flipV="1">
            <a:off x="6825144" y="2111386"/>
            <a:ext cx="1089831" cy="9805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feld 39">
            <a:extLst>
              <a:ext uri="{FF2B5EF4-FFF2-40B4-BE49-F238E27FC236}">
                <a16:creationId xmlns:a16="http://schemas.microsoft.com/office/drawing/2014/main" id="{A9566003-BD77-9181-6509-133A1E8DDDB2}"/>
              </a:ext>
            </a:extLst>
          </p:cNvPr>
          <p:cNvSpPr txBox="1"/>
          <p:nvPr/>
        </p:nvSpPr>
        <p:spPr>
          <a:xfrm>
            <a:off x="7225774" y="2706736"/>
            <a:ext cx="288563" cy="194400"/>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H5a</a:t>
            </a:r>
          </a:p>
        </p:txBody>
      </p:sp>
      <p:sp>
        <p:nvSpPr>
          <p:cNvPr id="46" name="Textfeld 39">
            <a:extLst>
              <a:ext uri="{FF2B5EF4-FFF2-40B4-BE49-F238E27FC236}">
                <a16:creationId xmlns:a16="http://schemas.microsoft.com/office/drawing/2014/main" id="{5149B28B-0BA3-A5DA-04EF-4F4DAA3B7A70}"/>
              </a:ext>
            </a:extLst>
          </p:cNvPr>
          <p:cNvSpPr txBox="1"/>
          <p:nvPr/>
        </p:nvSpPr>
        <p:spPr>
          <a:xfrm>
            <a:off x="7225775" y="2142518"/>
            <a:ext cx="288563" cy="194400"/>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H4b</a:t>
            </a:r>
          </a:p>
        </p:txBody>
      </p:sp>
      <p:sp>
        <p:nvSpPr>
          <p:cNvPr id="47" name="Textfeld 39">
            <a:extLst>
              <a:ext uri="{FF2B5EF4-FFF2-40B4-BE49-F238E27FC236}">
                <a16:creationId xmlns:a16="http://schemas.microsoft.com/office/drawing/2014/main" id="{6F61EAB8-F05C-1077-29D3-D175E24BC841}"/>
              </a:ext>
            </a:extLst>
          </p:cNvPr>
          <p:cNvSpPr txBox="1"/>
          <p:nvPr/>
        </p:nvSpPr>
        <p:spPr>
          <a:xfrm>
            <a:off x="7225774" y="3096880"/>
            <a:ext cx="288563" cy="194400"/>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H5b</a:t>
            </a:r>
          </a:p>
        </p:txBody>
      </p:sp>
      <p:sp>
        <p:nvSpPr>
          <p:cNvPr id="48" name="Textfeld 62">
            <a:extLst>
              <a:ext uri="{FF2B5EF4-FFF2-40B4-BE49-F238E27FC236}">
                <a16:creationId xmlns:a16="http://schemas.microsoft.com/office/drawing/2014/main" id="{CFE07405-3D31-096E-0F64-89963DC36D83}"/>
              </a:ext>
            </a:extLst>
          </p:cNvPr>
          <p:cNvSpPr txBox="1"/>
          <p:nvPr/>
        </p:nvSpPr>
        <p:spPr>
          <a:xfrm>
            <a:off x="3898828" y="2991708"/>
            <a:ext cx="1008000" cy="194701"/>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H1b, H2b, H3b</a:t>
            </a:r>
          </a:p>
        </p:txBody>
      </p:sp>
    </p:spTree>
    <p:extLst>
      <p:ext uri="{BB962C8B-B14F-4D97-AF65-F5344CB8AC3E}">
        <p14:creationId xmlns:p14="http://schemas.microsoft.com/office/powerpoint/2010/main" val="1042282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3CB7E-897F-24AD-8865-ABD994F00786}"/>
              </a:ext>
            </a:extLst>
          </p:cNvPr>
          <p:cNvSpPr>
            <a:spLocks noGrp="1"/>
          </p:cNvSpPr>
          <p:nvPr>
            <p:ph type="title"/>
          </p:nvPr>
        </p:nvSpPr>
        <p:spPr/>
        <p:txBody>
          <a:bodyPr/>
          <a:lstStyle/>
          <a:p>
            <a:r>
              <a:rPr lang="en-DE" dirty="0"/>
              <a:t>Simulation: Dependent Variables</a:t>
            </a:r>
          </a:p>
        </p:txBody>
      </p:sp>
      <p:sp>
        <p:nvSpPr>
          <p:cNvPr id="3" name="Date Placeholder 2">
            <a:extLst>
              <a:ext uri="{FF2B5EF4-FFF2-40B4-BE49-F238E27FC236}">
                <a16:creationId xmlns:a16="http://schemas.microsoft.com/office/drawing/2014/main" id="{5363FFC0-0029-0FCC-C2E0-A0DF36D64DED}"/>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D8AC13D1-8A3C-01DC-A4E6-43AC97544F79}"/>
              </a:ext>
            </a:extLst>
          </p:cNvPr>
          <p:cNvSpPr>
            <a:spLocks noGrp="1"/>
          </p:cNvSpPr>
          <p:nvPr>
            <p:ph type="sldNum" sz="quarter" idx="12"/>
          </p:nvPr>
        </p:nvSpPr>
        <p:spPr/>
        <p:txBody>
          <a:bodyPr/>
          <a:lstStyle/>
          <a:p>
            <a:fld id="{64647E8F-5052-4581-98D0-7C32D5A45346}" type="slidenum">
              <a:rPr lang="en-US" smtClean="0"/>
              <a:pPr/>
              <a:t>23</a:t>
            </a:fld>
            <a:endParaRPr lang="en-US"/>
          </a:p>
        </p:txBody>
      </p:sp>
      <p:sp>
        <p:nvSpPr>
          <p:cNvPr id="6" name="Content Placeholder 5">
            <a:extLst>
              <a:ext uri="{FF2B5EF4-FFF2-40B4-BE49-F238E27FC236}">
                <a16:creationId xmlns:a16="http://schemas.microsoft.com/office/drawing/2014/main" id="{C80C3BE6-9B22-8740-D28E-BD84EF16C4AF}"/>
              </a:ext>
            </a:extLst>
          </p:cNvPr>
          <p:cNvSpPr>
            <a:spLocks noGrp="1"/>
          </p:cNvSpPr>
          <p:nvPr>
            <p:ph sz="quarter" idx="17"/>
          </p:nvPr>
        </p:nvSpPr>
        <p:spPr/>
        <p:txBody>
          <a:bodyPr/>
          <a:lstStyle/>
          <a:p>
            <a:endParaRPr lang="en-DE" dirty="0"/>
          </a:p>
        </p:txBody>
      </p:sp>
      <p:sp>
        <p:nvSpPr>
          <p:cNvPr id="7" name="Footer Placeholder 6">
            <a:extLst>
              <a:ext uri="{FF2B5EF4-FFF2-40B4-BE49-F238E27FC236}">
                <a16:creationId xmlns:a16="http://schemas.microsoft.com/office/drawing/2014/main" id="{DC2E49FA-1DB0-613B-926B-938677C65F16}"/>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mc:AlternateContent xmlns:mc="http://schemas.openxmlformats.org/markup-compatibility/2006" xmlns:a14="http://schemas.microsoft.com/office/drawing/2010/main">
        <mc:Choice Requires="a14">
          <p:graphicFrame>
            <p:nvGraphicFramePr>
              <p:cNvPr id="8" name="Inhaltsplatzhalter 91">
                <a:extLst>
                  <a:ext uri="{FF2B5EF4-FFF2-40B4-BE49-F238E27FC236}">
                    <a16:creationId xmlns:a16="http://schemas.microsoft.com/office/drawing/2014/main" id="{16BCEB7E-7003-9E4A-8C83-6C379B7B93C5}"/>
                  </a:ext>
                </a:extLst>
              </p:cNvPr>
              <p:cNvGraphicFramePr>
                <a:graphicFrameLocks/>
              </p:cNvGraphicFramePr>
              <p:nvPr>
                <p:extLst>
                  <p:ext uri="{D42A27DB-BD31-4B8C-83A1-F6EECF244321}">
                    <p14:modId xmlns:p14="http://schemas.microsoft.com/office/powerpoint/2010/main" val="997277040"/>
                  </p:ext>
                </p:extLst>
              </p:nvPr>
            </p:nvGraphicFramePr>
            <p:xfrm>
              <a:off x="550863" y="1584356"/>
              <a:ext cx="11129508" cy="4267200"/>
            </p:xfrm>
            <a:graphic>
              <a:graphicData uri="http://schemas.openxmlformats.org/drawingml/2006/table">
                <a:tbl>
                  <a:tblPr firstRow="1" bandRow="1">
                    <a:tableStyleId>{7DF18680-E054-41AD-8BC1-D1AEF772440D}</a:tableStyleId>
                  </a:tblPr>
                  <a:tblGrid>
                    <a:gridCol w="2227506">
                      <a:extLst>
                        <a:ext uri="{9D8B030D-6E8A-4147-A177-3AD203B41FA5}">
                          <a16:colId xmlns:a16="http://schemas.microsoft.com/office/drawing/2014/main" val="1540325046"/>
                        </a:ext>
                      </a:extLst>
                    </a:gridCol>
                    <a:gridCol w="2716823">
                      <a:extLst>
                        <a:ext uri="{9D8B030D-6E8A-4147-A177-3AD203B41FA5}">
                          <a16:colId xmlns:a16="http://schemas.microsoft.com/office/drawing/2014/main" val="2629788749"/>
                        </a:ext>
                      </a:extLst>
                    </a:gridCol>
                    <a:gridCol w="6185179">
                      <a:extLst>
                        <a:ext uri="{9D8B030D-6E8A-4147-A177-3AD203B41FA5}">
                          <a16:colId xmlns:a16="http://schemas.microsoft.com/office/drawing/2014/main" val="2627559403"/>
                        </a:ext>
                      </a:extLst>
                    </a:gridCol>
                  </a:tblGrid>
                  <a:tr h="187958">
                    <a:tc>
                      <a:txBody>
                        <a:bodyPr/>
                        <a:lstStyle/>
                        <a:p>
                          <a:r>
                            <a:rPr lang="en-GB" sz="1000" b="1" noProof="1"/>
                            <a:t>Konstrukte</a:t>
                          </a:r>
                        </a:p>
                      </a:txBody>
                      <a:tcPr/>
                    </a:tc>
                    <a:tc>
                      <a:txBody>
                        <a:bodyPr/>
                        <a:lstStyle/>
                        <a:p>
                          <a:r>
                            <a:rPr lang="en-GB" sz="1000" b="1" noProof="1"/>
                            <a:t>Definition</a:t>
                          </a:r>
                        </a:p>
                      </a:txBody>
                      <a:tcPr/>
                    </a:tc>
                    <a:tc>
                      <a:txBody>
                        <a:bodyPr/>
                        <a:lstStyle/>
                        <a:p>
                          <a:r>
                            <a:rPr lang="en-GB" sz="1000" b="1" noProof="1"/>
                            <a:t>Messung</a:t>
                          </a:r>
                        </a:p>
                      </a:txBody>
                      <a:tcPr/>
                    </a:tc>
                    <a:extLst>
                      <a:ext uri="{0D108BD9-81ED-4DB2-BD59-A6C34878D82A}">
                        <a16:rowId xmlns:a16="http://schemas.microsoft.com/office/drawing/2014/main" val="2939494643"/>
                      </a:ext>
                    </a:extLst>
                  </a:tr>
                  <a:tr h="1005840">
                    <a:tc>
                      <a:txBody>
                        <a:bodyPr/>
                        <a:lstStyle/>
                        <a:p>
                          <a:r>
                            <a:rPr lang="de-DE" sz="1000" b="1" kern="1200" noProof="1">
                              <a:solidFill>
                                <a:schemeClr val="dk1"/>
                              </a:solidFill>
                            </a:rPr>
                            <a:t>Communication</a:t>
                          </a:r>
                          <a:endParaRPr lang="en-US" sz="1000" b="1" noProof="1">
                            <a:solidFill>
                              <a:schemeClr val="tx1"/>
                            </a:solidFill>
                          </a:endParaRPr>
                        </a:p>
                      </a:txBody>
                      <a:tcPr anchor="ctr"/>
                    </a:tc>
                    <a:tc>
                      <a:txBody>
                        <a:bodyPr/>
                        <a:lstStyle/>
                        <a:p>
                          <a:r>
                            <a:rPr lang="en-GB" sz="1000" b="0" kern="1200" noProof="1">
                              <a:solidFill>
                                <a:schemeClr val="dk1"/>
                              </a:solidFill>
                            </a:rPr>
                            <a:t>The extent to which task-relevant information is disclosed and subsequently taken up in the group discussion rather than remaining isolated in an individual agent’s contribution</a:t>
                          </a:r>
                          <a:endParaRPr lang="en-GB" sz="1000" b="0" kern="1200" noProof="1">
                            <a:solidFill>
                              <a:schemeClr val="dk1"/>
                            </a:solidFill>
                            <a:latin typeface="+mn-lt"/>
                            <a:ea typeface="+mn-ea"/>
                            <a:cs typeface="+mn-cs"/>
                          </a:endParaRPr>
                        </a:p>
                      </a:txBody>
                      <a:tcPr anchor="ctr"/>
                    </a:tc>
                    <a:tc>
                      <a:txBody>
                        <a:bodyPr/>
                        <a:lstStyle/>
                        <a:p>
                          <a:pPr marL="171450" marR="0" lvl="0" indent="-171450" algn="l" defTabSz="742950" rtl="0" eaLnBrk="1" fontAlgn="auto" latinLnBrk="0" hangingPunct="1">
                            <a:lnSpc>
                              <a:spcPct val="100000"/>
                            </a:lnSpc>
                            <a:spcBef>
                              <a:spcPts val="0"/>
                            </a:spcBef>
                            <a:spcAft>
                              <a:spcPts val="0"/>
                            </a:spcAft>
                            <a:buClrTx/>
                            <a:buSzTx/>
                            <a:buFont typeface="Wingdings" pitchFamily="2" charset="2"/>
                            <a:buChar char="q"/>
                            <a:tabLst/>
                            <a:defRPr/>
                          </a:pPr>
                          <a:endParaRPr lang="en-GB" sz="1000" b="1" kern="1200" noProof="1">
                            <a:solidFill>
                              <a:schemeClr val="dk1"/>
                            </a:solidFill>
                          </a:endParaRPr>
                        </a:p>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r>
                            <a:rPr lang="en-GB" sz="1000" b="0" kern="1200" noProof="1">
                              <a:solidFill>
                                <a:schemeClr val="dk1"/>
                              </a:solidFill>
                            </a:rPr>
                            <a:t>Proportion of initially private candidate-related facts that, after first being disclosed by one agent, were subsequently taken up by another agent in the public discussion</a:t>
                          </a:r>
                        </a:p>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endParaRPr lang="en-GB" sz="1000" b="0" kern="1200" noProof="1">
                            <a:solidFill>
                              <a:schemeClr val="dk1"/>
                            </a:solidFill>
                          </a:endParaRPr>
                        </a:p>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endParaRPr lang="en-GB" sz="1000" b="0" kern="1200" noProof="1">
                            <a:solidFill>
                              <a:schemeClr val="dk1"/>
                            </a:solidFill>
                          </a:endParaRPr>
                        </a:p>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endParaRPr lang="en-GB" sz="1000" b="0" kern="1200" noProof="1">
                            <a:solidFill>
                              <a:schemeClr val="dk1"/>
                            </a:solidFill>
                            <a:latin typeface="+mn-lt"/>
                            <a:ea typeface="+mn-ea"/>
                            <a:cs typeface="+mn-cs"/>
                          </a:endParaRPr>
                        </a:p>
                      </a:txBody>
                      <a:tcPr anchor="ctr"/>
                    </a:tc>
                    <a:extLst>
                      <a:ext uri="{0D108BD9-81ED-4DB2-BD59-A6C34878D82A}">
                        <a16:rowId xmlns:a16="http://schemas.microsoft.com/office/drawing/2014/main" val="1886164722"/>
                      </a:ext>
                    </a:extLst>
                  </a:tr>
                  <a:tr h="1005840">
                    <a:tc>
                      <a:txBody>
                        <a:bodyPr/>
                        <a:lstStyle/>
                        <a:p>
                          <a:r>
                            <a:rPr lang="en-US" sz="1000" b="1" noProof="1">
                              <a:solidFill>
                                <a:schemeClr val="tx1"/>
                              </a:solidFill>
                            </a:rPr>
                            <a:t>Cooperation</a:t>
                          </a:r>
                        </a:p>
                      </a:txBody>
                      <a:tcPr anchor="ctr"/>
                    </a:tc>
                    <a:tc>
                      <a:txBody>
                        <a:bodyPr/>
                        <a:lstStyle/>
                        <a:p>
                          <a:r>
                            <a:rPr lang="en-GB" sz="1000" b="0" kern="1200" noProof="1">
                              <a:solidFill>
                                <a:schemeClr val="dk1"/>
                              </a:solidFill>
                            </a:rPr>
                            <a:t>The extent to which team members work jointly towards a collective task outcome by constructively discussing and integrating one another’s task-relevant contributions</a:t>
                          </a:r>
                          <a:endParaRPr lang="en-GB" sz="1000" b="0" kern="1200" noProof="1">
                            <a:solidFill>
                              <a:schemeClr val="dk1"/>
                            </a:solidFill>
                            <a:latin typeface="+mn-lt"/>
                            <a:ea typeface="+mn-ea"/>
                            <a:cs typeface="+mn-cs"/>
                          </a:endParaRPr>
                        </a:p>
                      </a:txBody>
                      <a:tcPr anchor="ctr"/>
                    </a:tc>
                    <a:tc>
                      <a:txBody>
                        <a:bodyPr/>
                        <a:lstStyle/>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r>
                            <a:rPr lang="en-GB" sz="1000" b="0" kern="1200" noProof="1">
                              <a:solidFill>
                                <a:schemeClr val="dk1"/>
                              </a:solidFill>
                            </a:rPr>
                            <a:t>Proportion of eligible public messages in which an agent explicitly referred to another agent’s contribution while making a candidate-related assessment</a:t>
                          </a:r>
                          <a:endParaRPr lang="en-GB" sz="1000" b="0" kern="1200" noProof="1">
                            <a:solidFill>
                              <a:schemeClr val="dk1"/>
                            </a:solidFill>
                            <a:latin typeface="+mn-lt"/>
                            <a:ea typeface="+mn-ea"/>
                            <a:cs typeface="+mn-cs"/>
                          </a:endParaRPr>
                        </a:p>
                      </a:txBody>
                      <a:tcPr anchor="ctr"/>
                    </a:tc>
                    <a:extLst>
                      <a:ext uri="{0D108BD9-81ED-4DB2-BD59-A6C34878D82A}">
                        <a16:rowId xmlns:a16="http://schemas.microsoft.com/office/drawing/2014/main" val="2095314172"/>
                      </a:ext>
                    </a:extLst>
                  </a:tr>
                  <a:tr h="1005840">
                    <a:tc>
                      <a:txBody>
                        <a:bodyPr/>
                        <a:lstStyle/>
                        <a:p>
                          <a:r>
                            <a:rPr lang="en-GB" sz="1000" b="1" kern="1200" noProof="1">
                              <a:solidFill>
                                <a:schemeClr val="dk1"/>
                              </a:solidFill>
                            </a:rPr>
                            <a:t>Coordintation efficiency</a:t>
                          </a:r>
                          <a:endParaRPr lang="en-GB" sz="1000" b="1" kern="1200" noProof="1">
                            <a:solidFill>
                              <a:schemeClr val="dk1"/>
                            </a:solidFill>
                            <a:latin typeface="+mn-lt"/>
                            <a:ea typeface="+mn-ea"/>
                            <a:cs typeface="+mn-cs"/>
                          </a:endParaRPr>
                        </a:p>
                      </a:txBody>
                      <a:tcPr anchor="ctr"/>
                    </a:tc>
                    <a:tc>
                      <a:txBody>
                        <a:bodyPr/>
                        <a:lstStyle/>
                        <a:p>
                          <a:pPr marL="0" marR="0" lvl="0" indent="0" algn="l" defTabSz="74295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000" b="0" kern="1200" noProof="1">
                              <a:solidFill>
                                <a:schemeClr val="dk1"/>
                              </a:solidFill>
                            </a:rPr>
                            <a:t>The degree to which coordination is achieved with minimal computational resources</a:t>
                          </a:r>
                          <a:endParaRPr lang="en-GB" sz="1000" b="0" kern="1200" noProof="1">
                            <a:solidFill>
                              <a:schemeClr val="dk1"/>
                            </a:solidFill>
                            <a:latin typeface="+mn-lt"/>
                            <a:ea typeface="+mn-ea"/>
                            <a:cs typeface="+mn-cs"/>
                          </a:endParaRPr>
                        </a:p>
                      </a:txBody>
                      <a:tcPr anchor="ctr"/>
                    </a:tc>
                    <a:tc>
                      <a:txBody>
                        <a:bodyPr/>
                        <a:lstStyle/>
                        <a:p>
                          <a:pPr marL="171450" marR="0" lvl="0" indent="-171450" algn="l" defTabSz="742950" rtl="0" eaLnBrk="1" fontAlgn="auto" latinLnBrk="0" hangingPunct="1">
                            <a:lnSpc>
                              <a:spcPct val="100000"/>
                            </a:lnSpc>
                            <a:spcBef>
                              <a:spcPts val="0"/>
                            </a:spcBef>
                            <a:spcAft>
                              <a:spcPts val="0"/>
                            </a:spcAft>
                            <a:buClrTx/>
                            <a:buSzTx/>
                            <a:buFont typeface="Wingdings" pitchFamily="2" charset="2"/>
                            <a:buChar char="q"/>
                            <a:tabLst/>
                            <a:defRPr/>
                          </a:pPr>
                          <a:r>
                            <a:rPr lang="en-GB" sz="1000" b="0" kern="1200" noProof="1">
                              <a:solidFill>
                                <a:schemeClr val="dk1"/>
                              </a:solidFill>
                            </a:rPr>
                            <a:t>Number of input tokens</a:t>
                          </a:r>
                        </a:p>
                        <a:p>
                          <a:pPr marL="171450" marR="0" lvl="0" indent="-171450" algn="l" defTabSz="742950" rtl="0" eaLnBrk="1" fontAlgn="auto" latinLnBrk="0" hangingPunct="1">
                            <a:lnSpc>
                              <a:spcPct val="100000"/>
                            </a:lnSpc>
                            <a:spcBef>
                              <a:spcPts val="0"/>
                            </a:spcBef>
                            <a:spcAft>
                              <a:spcPts val="0"/>
                            </a:spcAft>
                            <a:buClrTx/>
                            <a:buSzTx/>
                            <a:buFont typeface="Wingdings" pitchFamily="2" charset="2"/>
                            <a:buChar char="q"/>
                            <a:tabLst/>
                            <a:defRPr/>
                          </a:pPr>
                          <a:r>
                            <a:rPr lang="en-GB" sz="1000" b="0" kern="1200" noProof="1">
                              <a:solidFill>
                                <a:schemeClr val="dk1"/>
                              </a:solidFill>
                            </a:rPr>
                            <a:t>Number of output tokens</a:t>
                          </a:r>
                        </a:p>
                        <a:p>
                          <a:pPr marL="171450" marR="0" lvl="0" indent="-171450" algn="l" defTabSz="742950" rtl="0" eaLnBrk="1" fontAlgn="auto" latinLnBrk="0" hangingPunct="1">
                            <a:lnSpc>
                              <a:spcPct val="100000"/>
                            </a:lnSpc>
                            <a:spcBef>
                              <a:spcPts val="0"/>
                            </a:spcBef>
                            <a:spcAft>
                              <a:spcPts val="0"/>
                            </a:spcAft>
                            <a:buClrTx/>
                            <a:buSzTx/>
                            <a:buFont typeface="Wingdings" pitchFamily="2" charset="2"/>
                            <a:buChar char="q"/>
                            <a:tabLst/>
                            <a:defRPr/>
                          </a:pPr>
                          <a14:m>
                            <m:oMath xmlns:m="http://schemas.openxmlformats.org/officeDocument/2006/math">
                              <m:r>
                                <m:rPr>
                                  <m:nor/>
                                </m:rPr>
                                <a:rPr lang="en-DE" sz="1000" b="0" i="0" kern="1200" smtClean="0">
                                  <a:solidFill>
                                    <a:schemeClr val="dk1"/>
                                  </a:solidFill>
                                </a:rPr>
                                <m:t>CoordinationEfficienc</m:t>
                              </m:r>
                              <m:sSub>
                                <m:sSubPr>
                                  <m:ctrlPr>
                                    <a:rPr lang="en-DE" sz="1000" b="0" i="0" kern="1200" smtClean="0">
                                      <a:solidFill>
                                        <a:schemeClr val="dk1"/>
                                      </a:solidFill>
                                    </a:rPr>
                                  </m:ctrlPr>
                                </m:sSubPr>
                                <m:e>
                                  <m:r>
                                    <m:rPr>
                                      <m:nor/>
                                    </m:rPr>
                                    <a:rPr lang="en-DE" sz="1000" b="0" i="0" kern="1200" smtClean="0">
                                      <a:solidFill>
                                        <a:schemeClr val="dk1"/>
                                      </a:solidFill>
                                    </a:rPr>
                                    <m:t>y</m:t>
                                  </m:r>
                                </m:e>
                                <m:sub>
                                  <m:r>
                                    <m:rPr>
                                      <m:nor/>
                                    </m:rPr>
                                    <a:rPr lang="en-DE" sz="1000" b="0" i="0" kern="1200" smtClean="0">
                                      <a:solidFill>
                                        <a:schemeClr val="dk1"/>
                                      </a:solidFill>
                                    </a:rPr>
                                    <m:t>i</m:t>
                                  </m:r>
                                </m:sub>
                              </m:sSub>
                              <m:r>
                                <a:rPr lang="en-DE" sz="1000" b="0" kern="1200" smtClean="0">
                                  <a:solidFill>
                                    <a:schemeClr val="dk1"/>
                                  </a:solidFill>
                                  <a:latin typeface="Cambria Math" panose="02040503050406030204" pitchFamily="18" charset="0"/>
                                </a:rPr>
                                <m:t>=</m:t>
                              </m:r>
                              <m:f>
                                <m:fPr>
                                  <m:ctrlPr>
                                    <a:rPr lang="en-DE" sz="1000" b="0" i="0" kern="1200" smtClean="0">
                                      <a:solidFill>
                                        <a:schemeClr val="dk1"/>
                                      </a:solidFill>
                                    </a:rPr>
                                  </m:ctrlPr>
                                </m:fPr>
                                <m:num>
                                  <m:r>
                                    <m:rPr>
                                      <m:nor/>
                                    </m:rPr>
                                    <a:rPr lang="en-DE" sz="1000" b="0" i="0" kern="1200" smtClean="0">
                                      <a:solidFill>
                                        <a:schemeClr val="dk1"/>
                                      </a:solidFill>
                                    </a:rPr>
                                    <m:t>InputToken</m:t>
                                  </m:r>
                                  <m:sSub>
                                    <m:sSubPr>
                                      <m:ctrlPr>
                                        <a:rPr lang="en-DE" sz="1000" b="0" i="0" kern="1200" smtClean="0">
                                          <a:solidFill>
                                            <a:schemeClr val="dk1"/>
                                          </a:solidFill>
                                        </a:rPr>
                                      </m:ctrlPr>
                                    </m:sSubPr>
                                    <m:e>
                                      <m:r>
                                        <m:rPr>
                                          <m:nor/>
                                        </m:rPr>
                                        <a:rPr lang="en-DE" sz="1000" b="0" i="0" kern="1200" smtClean="0">
                                          <a:solidFill>
                                            <a:schemeClr val="dk1"/>
                                          </a:solidFill>
                                        </a:rPr>
                                        <m:t>s</m:t>
                                      </m:r>
                                    </m:e>
                                    <m:sub>
                                      <m:r>
                                        <m:rPr>
                                          <m:nor/>
                                        </m:rPr>
                                        <a:rPr lang="en-DE" sz="1000" b="0" i="0" kern="1200" smtClean="0">
                                          <a:solidFill>
                                            <a:schemeClr val="dk1"/>
                                          </a:solidFill>
                                        </a:rPr>
                                        <m:t>i</m:t>
                                      </m:r>
                                    </m:sub>
                                  </m:sSub>
                                  <m:r>
                                    <a:rPr lang="en-DE" sz="1000" b="0" kern="1200" smtClean="0">
                                      <a:solidFill>
                                        <a:schemeClr val="dk1"/>
                                      </a:solidFill>
                                      <a:latin typeface="Cambria Math" panose="02040503050406030204" pitchFamily="18" charset="0"/>
                                    </a:rPr>
                                    <m:t>+5⋅</m:t>
                                  </m:r>
                                  <m:r>
                                    <m:rPr>
                                      <m:nor/>
                                    </m:rPr>
                                    <a:rPr lang="en-DE" sz="1000" b="0" i="0" kern="1200" smtClean="0">
                                      <a:solidFill>
                                        <a:schemeClr val="dk1"/>
                                      </a:solidFill>
                                    </a:rPr>
                                    <m:t>OutputToken</m:t>
                                  </m:r>
                                  <m:sSub>
                                    <m:sSubPr>
                                      <m:ctrlPr>
                                        <a:rPr lang="en-DE" sz="1000" b="0" i="0" kern="1200" smtClean="0">
                                          <a:solidFill>
                                            <a:schemeClr val="dk1"/>
                                          </a:solidFill>
                                        </a:rPr>
                                      </m:ctrlPr>
                                    </m:sSubPr>
                                    <m:e>
                                      <m:r>
                                        <m:rPr>
                                          <m:nor/>
                                        </m:rPr>
                                        <a:rPr lang="en-DE" sz="1000" b="0" i="0" kern="1200" smtClean="0">
                                          <a:solidFill>
                                            <a:schemeClr val="dk1"/>
                                          </a:solidFill>
                                        </a:rPr>
                                        <m:t>s</m:t>
                                      </m:r>
                                    </m:e>
                                    <m:sub>
                                      <m:r>
                                        <m:rPr>
                                          <m:nor/>
                                        </m:rPr>
                                        <a:rPr lang="en-DE" sz="1000" b="0" i="0" kern="1200" smtClean="0">
                                          <a:solidFill>
                                            <a:schemeClr val="dk1"/>
                                          </a:solidFill>
                                        </a:rPr>
                                        <m:t>i</m:t>
                                      </m:r>
                                    </m:sub>
                                  </m:sSub>
                                </m:num>
                                <m:den>
                                  <m:r>
                                    <a:rPr lang="en-DE" sz="1000" b="0" kern="1200" smtClean="0">
                                      <a:solidFill>
                                        <a:schemeClr val="dk1"/>
                                      </a:solidFill>
                                      <a:latin typeface="Cambria Math" panose="02040503050406030204" pitchFamily="18" charset="0"/>
                                    </a:rPr>
                                    <m:t>1,000,000</m:t>
                                  </m:r>
                                </m:den>
                              </m:f>
                            </m:oMath>
                          </a14:m>
                          <a:endParaRPr lang="en-GB" sz="1000" b="0" kern="1200" noProof="1">
                            <a:solidFill>
                              <a:schemeClr val="dk1"/>
                            </a:solidFill>
                          </a:endParaRPr>
                        </a:p>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endParaRPr lang="en-GB" sz="1000" b="0" kern="1200" noProof="1">
                            <a:solidFill>
                              <a:schemeClr val="dk1"/>
                            </a:solidFill>
                            <a:latin typeface="+mn-lt"/>
                            <a:ea typeface="+mn-ea"/>
                            <a:cs typeface="+mn-cs"/>
                          </a:endParaRPr>
                        </a:p>
                      </a:txBody>
                      <a:tcPr anchor="ctr"/>
                    </a:tc>
                    <a:extLst>
                      <a:ext uri="{0D108BD9-81ED-4DB2-BD59-A6C34878D82A}">
                        <a16:rowId xmlns:a16="http://schemas.microsoft.com/office/drawing/2014/main" val="561394657"/>
                      </a:ext>
                    </a:extLst>
                  </a:tr>
                  <a:tr h="1005840">
                    <a:tc>
                      <a:txBody>
                        <a:bodyPr/>
                        <a:lstStyle/>
                        <a:p>
                          <a:r>
                            <a:rPr lang="en-GB" sz="1000" b="1" kern="1200" noProof="1">
                              <a:solidFill>
                                <a:schemeClr val="dk1"/>
                              </a:solidFill>
                            </a:rPr>
                            <a:t>Coordination </a:t>
                          </a:r>
                          <a:r>
                            <a:rPr lang="en-GB" sz="1000" b="1" noProof="1"/>
                            <a:t>effectiveness</a:t>
                          </a:r>
                          <a:endParaRPr lang="en-GB" sz="1000" b="1" kern="1200" noProof="1">
                            <a:solidFill>
                              <a:schemeClr val="dk1"/>
                            </a:solidFill>
                            <a:latin typeface="+mn-lt"/>
                            <a:ea typeface="+mn-ea"/>
                            <a:cs typeface="+mn-cs"/>
                          </a:endParaRPr>
                        </a:p>
                      </a:txBody>
                      <a:tcPr anchor="ctr"/>
                    </a:tc>
                    <a:tc>
                      <a:txBody>
                        <a:bodyPr/>
                        <a:lstStyle/>
                        <a:p>
                          <a:r>
                            <a:rPr lang="en-GB" sz="1000" b="0" kern="1200" noProof="1">
                              <a:solidFill>
                                <a:schemeClr val="dk1"/>
                              </a:solidFill>
                            </a:rPr>
                            <a:t>The degree to which the multi-agent system achieves the correct collective task outcome</a:t>
                          </a:r>
                        </a:p>
                      </a:txBody>
                      <a:tcPr anchor="ctr"/>
                    </a:tc>
                    <a:tc>
                      <a:txBody>
                        <a:bodyPr/>
                        <a:lstStyle/>
                        <a:p>
                          <a:r>
                            <a:rPr lang="en-GB" sz="1000" b="0" kern="1200" noProof="1">
                              <a:solidFill>
                                <a:schemeClr val="dk1"/>
                              </a:solidFill>
                            </a:rPr>
                            <a:t>Binary Variable (</a:t>
                          </a:r>
                          <a14:m>
                            <m:oMath xmlns:m="http://schemas.openxmlformats.org/officeDocument/2006/math">
                              <m:r>
                                <m:rPr>
                                  <m:nor/>
                                </m:rPr>
                                <a:rPr lang="en-DE" sz="1000" b="0" i="0" kern="1200" noProof="1" smtClean="0">
                                  <a:solidFill>
                                    <a:schemeClr val="dk1"/>
                                  </a:solidFill>
                                </a:rPr>
                                <m:t>CoordinationEffectiveness</m:t>
                              </m:r>
                              <m:r>
                                <a:rPr lang="en-DE" sz="1000" b="0" kern="1200" noProof="1" smtClean="0">
                                  <a:solidFill>
                                    <a:schemeClr val="dk1"/>
                                  </a:solidFill>
                                  <a:latin typeface="Cambria Math" panose="02040503050406030204" pitchFamily="18" charset="0"/>
                                </a:rPr>
                                <m:t>=</m:t>
                              </m:r>
                              <m:f>
                                <m:fPr>
                                  <m:ctrlPr>
                                    <a:rPr lang="en-DE" sz="1000" b="0" kern="1200" noProof="1" smtClean="0">
                                      <a:solidFill>
                                        <a:schemeClr val="dk1"/>
                                      </a:solidFill>
                                      <a:latin typeface="Cambria Math" panose="02040503050406030204" pitchFamily="18" charset="0"/>
                                    </a:rPr>
                                  </m:ctrlPr>
                                </m:fPr>
                                <m:num>
                                  <m:r>
                                    <a:rPr lang="en-DE" sz="1000" b="0" kern="1200" noProof="1" smtClean="0">
                                      <a:solidFill>
                                        <a:schemeClr val="dk1"/>
                                      </a:solidFill>
                                      <a:latin typeface="Cambria Math" panose="02040503050406030204" pitchFamily="18" charset="0"/>
                                    </a:rPr>
                                    <m:t>1</m:t>
                                  </m:r>
                                </m:num>
                                <m:den>
                                  <m:r>
                                    <a:rPr lang="en-DE" sz="1000" b="0" kern="1200" noProof="1" smtClean="0">
                                      <a:solidFill>
                                        <a:schemeClr val="dk1"/>
                                      </a:solidFill>
                                      <a:latin typeface="Cambria Math" panose="02040503050406030204" pitchFamily="18" charset="0"/>
                                    </a:rPr>
                                    <m:t>𝑁</m:t>
                                  </m:r>
                                </m:den>
                              </m:f>
                              <m:nary>
                                <m:naryPr>
                                  <m:chr m:val="∑"/>
                                  <m:ctrlPr>
                                    <a:rPr lang="en-DE" sz="1000" b="0" kern="1200" noProof="1" smtClean="0">
                                      <a:solidFill>
                                        <a:schemeClr val="dk1"/>
                                      </a:solidFill>
                                      <a:latin typeface="Cambria Math" panose="02040503050406030204" pitchFamily="18" charset="0"/>
                                    </a:rPr>
                                  </m:ctrlPr>
                                </m:naryPr>
                                <m:sub>
                                  <m:r>
                                    <a:rPr lang="en-DE" sz="1000" b="0" kern="1200" noProof="1" smtClean="0">
                                      <a:solidFill>
                                        <a:schemeClr val="dk1"/>
                                      </a:solidFill>
                                      <a:latin typeface="Cambria Math" panose="02040503050406030204" pitchFamily="18" charset="0"/>
                                    </a:rPr>
                                    <m:t>𝑖</m:t>
                                  </m:r>
                                  <m:r>
                                    <a:rPr lang="en-DE" sz="1000" b="0" kern="1200" noProof="1" smtClean="0">
                                      <a:solidFill>
                                        <a:schemeClr val="dk1"/>
                                      </a:solidFill>
                                      <a:latin typeface="Cambria Math" panose="02040503050406030204" pitchFamily="18" charset="0"/>
                                    </a:rPr>
                                    <m:t>=1</m:t>
                                  </m:r>
                                </m:sub>
                                <m:sup>
                                  <m:r>
                                    <a:rPr lang="en-DE" sz="1000" b="0" kern="1200" noProof="1" smtClean="0">
                                      <a:solidFill>
                                        <a:schemeClr val="dk1"/>
                                      </a:solidFill>
                                      <a:latin typeface="Cambria Math" panose="02040503050406030204" pitchFamily="18" charset="0"/>
                                    </a:rPr>
                                    <m:t>𝑁</m:t>
                                  </m:r>
                                </m:sup>
                                <m:e>
                                  <m:r>
                                    <a:rPr lang="en-DE" sz="1000" b="0" kern="1200" noProof="1" smtClean="0">
                                      <a:solidFill>
                                        <a:schemeClr val="dk1"/>
                                      </a:solidFill>
                                      <a:latin typeface="Cambria Math" panose="02040503050406030204" pitchFamily="18" charset="0"/>
                                    </a:rPr>
                                    <m:t>𝟙</m:t>
                                  </m:r>
                                </m:e>
                              </m:nary>
                              <m:d>
                                <m:dPr>
                                  <m:ctrlPr>
                                    <a:rPr lang="en-DE" sz="1000" b="0" i="0" kern="1200" noProof="1" smtClean="0">
                                      <a:solidFill>
                                        <a:schemeClr val="dk1"/>
                                      </a:solidFill>
                                    </a:rPr>
                                  </m:ctrlPr>
                                </m:dPr>
                                <m:e>
                                  <m:r>
                                    <m:rPr>
                                      <m:nor/>
                                    </m:rPr>
                                    <a:rPr lang="en-DE" sz="1000" b="0" i="0" kern="1200" noProof="1" smtClean="0">
                                      <a:solidFill>
                                        <a:schemeClr val="dk1"/>
                                      </a:solidFill>
                                    </a:rPr>
                                    <m:t>ChosenCandidat</m:t>
                                  </m:r>
                                  <m:sSub>
                                    <m:sSubPr>
                                      <m:ctrlPr>
                                        <a:rPr lang="en-DE" sz="1000" b="0" i="0" kern="1200" noProof="1" smtClean="0">
                                          <a:solidFill>
                                            <a:schemeClr val="dk1"/>
                                          </a:solidFill>
                                        </a:rPr>
                                      </m:ctrlPr>
                                    </m:sSubPr>
                                    <m:e>
                                      <m:r>
                                        <m:rPr>
                                          <m:nor/>
                                        </m:rPr>
                                        <a:rPr lang="en-DE" sz="1000" b="0" i="0" kern="1200" noProof="1" smtClean="0">
                                          <a:solidFill>
                                            <a:schemeClr val="dk1"/>
                                          </a:solidFill>
                                        </a:rPr>
                                        <m:t>e</m:t>
                                      </m:r>
                                    </m:e>
                                    <m:sub>
                                      <m:r>
                                        <m:rPr>
                                          <m:nor/>
                                        </m:rPr>
                                        <a:rPr lang="en-DE" sz="1000" b="0" i="0" kern="1200" noProof="1" smtClean="0">
                                          <a:solidFill>
                                            <a:schemeClr val="dk1"/>
                                          </a:solidFill>
                                        </a:rPr>
                                        <m:t>i</m:t>
                                      </m:r>
                                    </m:sub>
                                  </m:sSub>
                                  <m:r>
                                    <a:rPr lang="en-DE" sz="1000" b="0" kern="1200" noProof="1" smtClean="0">
                                      <a:solidFill>
                                        <a:schemeClr val="dk1"/>
                                      </a:solidFill>
                                      <a:latin typeface="Cambria Math" panose="02040503050406030204" pitchFamily="18" charset="0"/>
                                    </a:rPr>
                                    <m:t>=</m:t>
                                  </m:r>
                                  <m:r>
                                    <a:rPr lang="en-DE" sz="1000" b="0" kern="1200" noProof="1" smtClean="0">
                                      <a:solidFill>
                                        <a:schemeClr val="dk1"/>
                                      </a:solidFill>
                                      <a:latin typeface="Cambria Math" panose="02040503050406030204" pitchFamily="18" charset="0"/>
                                    </a:rPr>
                                    <m:t>𝐶</m:t>
                                  </m:r>
                                </m:e>
                              </m:d>
                            </m:oMath>
                          </a14:m>
                          <a:r>
                            <a:rPr lang="en-GB" sz="1000" b="0" kern="1200" noProof="1">
                              <a:solidFill>
                                <a:schemeClr val="dk1"/>
                              </a:solidFill>
                            </a:rPr>
                            <a:t>)</a:t>
                          </a:r>
                          <a:endParaRPr lang="en-GB" sz="1000" b="0" kern="1200" noProof="1">
                            <a:solidFill>
                              <a:schemeClr val="dk1"/>
                            </a:solidFill>
                            <a:latin typeface="+mn-lt"/>
                            <a:ea typeface="+mn-ea"/>
                            <a:cs typeface="+mn-cs"/>
                          </a:endParaRPr>
                        </a:p>
                      </a:txBody>
                      <a:tcPr anchor="ctr"/>
                    </a:tc>
                    <a:extLst>
                      <a:ext uri="{0D108BD9-81ED-4DB2-BD59-A6C34878D82A}">
                        <a16:rowId xmlns:a16="http://schemas.microsoft.com/office/drawing/2014/main" val="1510055369"/>
                      </a:ext>
                    </a:extLst>
                  </a:tr>
                </a:tbl>
              </a:graphicData>
            </a:graphic>
          </p:graphicFrame>
        </mc:Choice>
        <mc:Fallback xmlns="">
          <p:graphicFrame>
            <p:nvGraphicFramePr>
              <p:cNvPr id="8" name="Inhaltsplatzhalter 91">
                <a:extLst>
                  <a:ext uri="{FF2B5EF4-FFF2-40B4-BE49-F238E27FC236}">
                    <a16:creationId xmlns:a16="http://schemas.microsoft.com/office/drawing/2014/main" id="{16BCEB7E-7003-9E4A-8C83-6C379B7B93C5}"/>
                  </a:ext>
                </a:extLst>
              </p:cNvPr>
              <p:cNvGraphicFramePr>
                <a:graphicFrameLocks/>
              </p:cNvGraphicFramePr>
              <p:nvPr>
                <p:extLst>
                  <p:ext uri="{D42A27DB-BD31-4B8C-83A1-F6EECF244321}">
                    <p14:modId xmlns:p14="http://schemas.microsoft.com/office/powerpoint/2010/main" val="997277040"/>
                  </p:ext>
                </p:extLst>
              </p:nvPr>
            </p:nvGraphicFramePr>
            <p:xfrm>
              <a:off x="550863" y="1584356"/>
              <a:ext cx="11129508" cy="4267200"/>
            </p:xfrm>
            <a:graphic>
              <a:graphicData uri="http://schemas.openxmlformats.org/drawingml/2006/table">
                <a:tbl>
                  <a:tblPr firstRow="1" bandRow="1">
                    <a:tableStyleId>{7DF18680-E054-41AD-8BC1-D1AEF772440D}</a:tableStyleId>
                  </a:tblPr>
                  <a:tblGrid>
                    <a:gridCol w="2227506">
                      <a:extLst>
                        <a:ext uri="{9D8B030D-6E8A-4147-A177-3AD203B41FA5}">
                          <a16:colId xmlns:a16="http://schemas.microsoft.com/office/drawing/2014/main" val="1540325046"/>
                        </a:ext>
                      </a:extLst>
                    </a:gridCol>
                    <a:gridCol w="2716823">
                      <a:extLst>
                        <a:ext uri="{9D8B030D-6E8A-4147-A177-3AD203B41FA5}">
                          <a16:colId xmlns:a16="http://schemas.microsoft.com/office/drawing/2014/main" val="2629788749"/>
                        </a:ext>
                      </a:extLst>
                    </a:gridCol>
                    <a:gridCol w="6185179">
                      <a:extLst>
                        <a:ext uri="{9D8B030D-6E8A-4147-A177-3AD203B41FA5}">
                          <a16:colId xmlns:a16="http://schemas.microsoft.com/office/drawing/2014/main" val="2627559403"/>
                        </a:ext>
                      </a:extLst>
                    </a:gridCol>
                  </a:tblGrid>
                  <a:tr h="243840">
                    <a:tc>
                      <a:txBody>
                        <a:bodyPr/>
                        <a:lstStyle/>
                        <a:p>
                          <a:r>
                            <a:rPr lang="en-GB" sz="1000" b="1" noProof="1"/>
                            <a:t>Konstrukte</a:t>
                          </a:r>
                        </a:p>
                      </a:txBody>
                      <a:tcPr/>
                    </a:tc>
                    <a:tc>
                      <a:txBody>
                        <a:bodyPr/>
                        <a:lstStyle/>
                        <a:p>
                          <a:r>
                            <a:rPr lang="en-GB" sz="1000" b="1" noProof="1"/>
                            <a:t>Definition</a:t>
                          </a:r>
                        </a:p>
                      </a:txBody>
                      <a:tcPr/>
                    </a:tc>
                    <a:tc>
                      <a:txBody>
                        <a:bodyPr/>
                        <a:lstStyle/>
                        <a:p>
                          <a:r>
                            <a:rPr lang="en-GB" sz="1000" b="1" noProof="1"/>
                            <a:t>Messung</a:t>
                          </a:r>
                        </a:p>
                      </a:txBody>
                      <a:tcPr/>
                    </a:tc>
                    <a:extLst>
                      <a:ext uri="{0D108BD9-81ED-4DB2-BD59-A6C34878D82A}">
                        <a16:rowId xmlns:a16="http://schemas.microsoft.com/office/drawing/2014/main" val="2939494643"/>
                      </a:ext>
                    </a:extLst>
                  </a:tr>
                  <a:tr h="1005840">
                    <a:tc>
                      <a:txBody>
                        <a:bodyPr/>
                        <a:lstStyle/>
                        <a:p>
                          <a:r>
                            <a:rPr lang="de-DE" sz="1000" b="1" kern="1200" noProof="1">
                              <a:solidFill>
                                <a:schemeClr val="dk1"/>
                              </a:solidFill>
                            </a:rPr>
                            <a:t>Communication</a:t>
                          </a:r>
                          <a:endParaRPr lang="en-US" sz="1000" b="1" noProof="1">
                            <a:solidFill>
                              <a:schemeClr val="tx1"/>
                            </a:solidFill>
                          </a:endParaRPr>
                        </a:p>
                      </a:txBody>
                      <a:tcPr anchor="ctr"/>
                    </a:tc>
                    <a:tc>
                      <a:txBody>
                        <a:bodyPr/>
                        <a:lstStyle/>
                        <a:p>
                          <a:r>
                            <a:rPr lang="en-GB" sz="1000" b="0" kern="1200" noProof="1">
                              <a:solidFill>
                                <a:schemeClr val="dk1"/>
                              </a:solidFill>
                            </a:rPr>
                            <a:t>The extent to which task-relevant information is disclosed and subsequently taken up in the group discussion rather than remaining isolated in an individual agent’s contribution</a:t>
                          </a:r>
                          <a:endParaRPr lang="en-GB" sz="1000" b="0" kern="1200" noProof="1">
                            <a:solidFill>
                              <a:schemeClr val="dk1"/>
                            </a:solidFill>
                            <a:latin typeface="+mn-lt"/>
                            <a:ea typeface="+mn-ea"/>
                            <a:cs typeface="+mn-cs"/>
                          </a:endParaRPr>
                        </a:p>
                      </a:txBody>
                      <a:tcPr anchor="ctr"/>
                    </a:tc>
                    <a:tc>
                      <a:txBody>
                        <a:bodyPr/>
                        <a:lstStyle/>
                        <a:p>
                          <a:pPr marL="171450" marR="0" lvl="0" indent="-171450" algn="l" defTabSz="742950" rtl="0" eaLnBrk="1" fontAlgn="auto" latinLnBrk="0" hangingPunct="1">
                            <a:lnSpc>
                              <a:spcPct val="100000"/>
                            </a:lnSpc>
                            <a:spcBef>
                              <a:spcPts val="0"/>
                            </a:spcBef>
                            <a:spcAft>
                              <a:spcPts val="0"/>
                            </a:spcAft>
                            <a:buClrTx/>
                            <a:buSzTx/>
                            <a:buFont typeface="Wingdings" pitchFamily="2" charset="2"/>
                            <a:buChar char="q"/>
                            <a:tabLst/>
                            <a:defRPr/>
                          </a:pPr>
                          <a:endParaRPr lang="en-GB" sz="1000" b="1" kern="1200" noProof="1">
                            <a:solidFill>
                              <a:schemeClr val="dk1"/>
                            </a:solidFill>
                          </a:endParaRPr>
                        </a:p>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r>
                            <a:rPr lang="en-GB" sz="1000" b="0" kern="1200" noProof="1">
                              <a:solidFill>
                                <a:schemeClr val="dk1"/>
                              </a:solidFill>
                            </a:rPr>
                            <a:t>Proportion of initially private candidate-related facts that, after first being disclosed by one agent, were subsequently taken up by another agent in the public discussion</a:t>
                          </a:r>
                        </a:p>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endParaRPr lang="en-GB" sz="1000" b="0" kern="1200" noProof="1">
                            <a:solidFill>
                              <a:schemeClr val="dk1"/>
                            </a:solidFill>
                          </a:endParaRPr>
                        </a:p>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endParaRPr lang="en-GB" sz="1000" b="0" kern="1200" noProof="1">
                            <a:solidFill>
                              <a:schemeClr val="dk1"/>
                            </a:solidFill>
                          </a:endParaRPr>
                        </a:p>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endParaRPr lang="en-GB" sz="1000" b="0" kern="1200" noProof="1">
                            <a:solidFill>
                              <a:schemeClr val="dk1"/>
                            </a:solidFill>
                            <a:latin typeface="+mn-lt"/>
                            <a:ea typeface="+mn-ea"/>
                            <a:cs typeface="+mn-cs"/>
                          </a:endParaRPr>
                        </a:p>
                      </a:txBody>
                      <a:tcPr anchor="ctr"/>
                    </a:tc>
                    <a:extLst>
                      <a:ext uri="{0D108BD9-81ED-4DB2-BD59-A6C34878D82A}">
                        <a16:rowId xmlns:a16="http://schemas.microsoft.com/office/drawing/2014/main" val="1886164722"/>
                      </a:ext>
                    </a:extLst>
                  </a:tr>
                  <a:tr h="1005840">
                    <a:tc>
                      <a:txBody>
                        <a:bodyPr/>
                        <a:lstStyle/>
                        <a:p>
                          <a:r>
                            <a:rPr lang="en-US" sz="1000" b="1" noProof="1">
                              <a:solidFill>
                                <a:schemeClr val="tx1"/>
                              </a:solidFill>
                            </a:rPr>
                            <a:t>Cooperation</a:t>
                          </a:r>
                        </a:p>
                      </a:txBody>
                      <a:tcPr anchor="ctr"/>
                    </a:tc>
                    <a:tc>
                      <a:txBody>
                        <a:bodyPr/>
                        <a:lstStyle/>
                        <a:p>
                          <a:r>
                            <a:rPr lang="en-GB" sz="1000" b="0" kern="1200" noProof="1">
                              <a:solidFill>
                                <a:schemeClr val="dk1"/>
                              </a:solidFill>
                            </a:rPr>
                            <a:t>The extent to which team members work jointly towards a collective task outcome by constructively discussing and integrating one another’s task-relevant contributions</a:t>
                          </a:r>
                          <a:endParaRPr lang="en-GB" sz="1000" b="0" kern="1200" noProof="1">
                            <a:solidFill>
                              <a:schemeClr val="dk1"/>
                            </a:solidFill>
                            <a:latin typeface="+mn-lt"/>
                            <a:ea typeface="+mn-ea"/>
                            <a:cs typeface="+mn-cs"/>
                          </a:endParaRPr>
                        </a:p>
                      </a:txBody>
                      <a:tcPr anchor="ctr"/>
                    </a:tc>
                    <a:tc>
                      <a:txBody>
                        <a:bodyPr/>
                        <a:lstStyle/>
                        <a:p>
                          <a:pPr marL="0" marR="0" lvl="0" indent="0" algn="l" defTabSz="742950" rtl="0" eaLnBrk="1" fontAlgn="auto" latinLnBrk="0" hangingPunct="1">
                            <a:lnSpc>
                              <a:spcPct val="100000"/>
                            </a:lnSpc>
                            <a:spcBef>
                              <a:spcPts val="0"/>
                            </a:spcBef>
                            <a:spcAft>
                              <a:spcPts val="0"/>
                            </a:spcAft>
                            <a:buClrTx/>
                            <a:buSzTx/>
                            <a:buFont typeface="Wingdings" pitchFamily="2" charset="2"/>
                            <a:buNone/>
                            <a:tabLst/>
                            <a:defRPr/>
                          </a:pPr>
                          <a:r>
                            <a:rPr lang="en-GB" sz="1000" b="0" kern="1200" noProof="1">
                              <a:solidFill>
                                <a:schemeClr val="dk1"/>
                              </a:solidFill>
                            </a:rPr>
                            <a:t>Proportion of eligible public messages in which an agent explicitly referred to another agent’s contribution while making a candidate-related assessment</a:t>
                          </a:r>
                          <a:endParaRPr lang="en-GB" sz="1000" b="0" kern="1200" noProof="1">
                            <a:solidFill>
                              <a:schemeClr val="dk1"/>
                            </a:solidFill>
                            <a:latin typeface="+mn-lt"/>
                            <a:ea typeface="+mn-ea"/>
                            <a:cs typeface="+mn-cs"/>
                          </a:endParaRPr>
                        </a:p>
                      </a:txBody>
                      <a:tcPr anchor="ctr"/>
                    </a:tc>
                    <a:extLst>
                      <a:ext uri="{0D108BD9-81ED-4DB2-BD59-A6C34878D82A}">
                        <a16:rowId xmlns:a16="http://schemas.microsoft.com/office/drawing/2014/main" val="2095314172"/>
                      </a:ext>
                    </a:extLst>
                  </a:tr>
                  <a:tr h="1005840">
                    <a:tc>
                      <a:txBody>
                        <a:bodyPr/>
                        <a:lstStyle/>
                        <a:p>
                          <a:r>
                            <a:rPr lang="en-GB" sz="1000" b="1" kern="1200" noProof="1">
                              <a:solidFill>
                                <a:schemeClr val="dk1"/>
                              </a:solidFill>
                            </a:rPr>
                            <a:t>Coordintation efficiency</a:t>
                          </a:r>
                          <a:endParaRPr lang="en-GB" sz="1000" b="1" kern="1200" noProof="1">
                            <a:solidFill>
                              <a:schemeClr val="dk1"/>
                            </a:solidFill>
                            <a:latin typeface="+mn-lt"/>
                            <a:ea typeface="+mn-ea"/>
                            <a:cs typeface="+mn-cs"/>
                          </a:endParaRPr>
                        </a:p>
                      </a:txBody>
                      <a:tcPr anchor="ctr"/>
                    </a:tc>
                    <a:tc>
                      <a:txBody>
                        <a:bodyPr/>
                        <a:lstStyle/>
                        <a:p>
                          <a:pPr marL="0" marR="0" lvl="0" indent="0" algn="l" defTabSz="74295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000" b="0" kern="1200" noProof="1">
                              <a:solidFill>
                                <a:schemeClr val="dk1"/>
                              </a:solidFill>
                            </a:rPr>
                            <a:t>The degree to which coordination is achieved with minimal computational resources</a:t>
                          </a:r>
                          <a:endParaRPr lang="en-GB" sz="1000" b="0" kern="1200" noProof="1">
                            <a:solidFill>
                              <a:schemeClr val="dk1"/>
                            </a:solidFill>
                            <a:latin typeface="+mn-lt"/>
                            <a:ea typeface="+mn-ea"/>
                            <a:cs typeface="+mn-cs"/>
                          </a:endParaRPr>
                        </a:p>
                      </a:txBody>
                      <a:tcPr anchor="ctr"/>
                    </a:tc>
                    <a:tc>
                      <a:txBody>
                        <a:bodyPr/>
                        <a:lstStyle/>
                        <a:p>
                          <a:endParaRPr lang="en-DE"/>
                        </a:p>
                      </a:txBody>
                      <a:tcPr anchor="ctr">
                        <a:blipFill>
                          <a:blip r:embed="rId2"/>
                          <a:stretch>
                            <a:fillRect l="-80287" t="-223750" r="-616" b="-100000"/>
                          </a:stretch>
                        </a:blipFill>
                      </a:tcPr>
                    </a:tc>
                    <a:extLst>
                      <a:ext uri="{0D108BD9-81ED-4DB2-BD59-A6C34878D82A}">
                        <a16:rowId xmlns:a16="http://schemas.microsoft.com/office/drawing/2014/main" val="561394657"/>
                      </a:ext>
                    </a:extLst>
                  </a:tr>
                  <a:tr h="1005840">
                    <a:tc>
                      <a:txBody>
                        <a:bodyPr/>
                        <a:lstStyle/>
                        <a:p>
                          <a:r>
                            <a:rPr lang="en-GB" sz="1000" b="1" kern="1200" noProof="1">
                              <a:solidFill>
                                <a:schemeClr val="dk1"/>
                              </a:solidFill>
                            </a:rPr>
                            <a:t>Coordination </a:t>
                          </a:r>
                          <a:r>
                            <a:rPr lang="en-GB" sz="1000" b="1" noProof="1"/>
                            <a:t>effectiveness</a:t>
                          </a:r>
                          <a:endParaRPr lang="en-GB" sz="1000" b="1" kern="1200" noProof="1">
                            <a:solidFill>
                              <a:schemeClr val="dk1"/>
                            </a:solidFill>
                            <a:latin typeface="+mn-lt"/>
                            <a:ea typeface="+mn-ea"/>
                            <a:cs typeface="+mn-cs"/>
                          </a:endParaRPr>
                        </a:p>
                      </a:txBody>
                      <a:tcPr anchor="ctr"/>
                    </a:tc>
                    <a:tc>
                      <a:txBody>
                        <a:bodyPr/>
                        <a:lstStyle/>
                        <a:p>
                          <a:r>
                            <a:rPr lang="en-GB" sz="1000" b="0" kern="1200" noProof="1">
                              <a:solidFill>
                                <a:schemeClr val="dk1"/>
                              </a:solidFill>
                            </a:rPr>
                            <a:t>The degree to which the multi-agent system achieves the correct collective task outcome</a:t>
                          </a:r>
                        </a:p>
                      </a:txBody>
                      <a:tcPr anchor="ctr"/>
                    </a:tc>
                    <a:tc>
                      <a:txBody>
                        <a:bodyPr/>
                        <a:lstStyle/>
                        <a:p>
                          <a:endParaRPr lang="en-DE"/>
                        </a:p>
                      </a:txBody>
                      <a:tcPr anchor="ctr">
                        <a:blipFill>
                          <a:blip r:embed="rId2"/>
                          <a:stretch>
                            <a:fillRect l="-80287" t="-327848" r="-616" b="-1266"/>
                          </a:stretch>
                        </a:blipFill>
                      </a:tcPr>
                    </a:tc>
                    <a:extLst>
                      <a:ext uri="{0D108BD9-81ED-4DB2-BD59-A6C34878D82A}">
                        <a16:rowId xmlns:a16="http://schemas.microsoft.com/office/drawing/2014/main" val="1510055369"/>
                      </a:ext>
                    </a:extLst>
                  </a:tr>
                </a:tbl>
              </a:graphicData>
            </a:graphic>
          </p:graphicFrame>
        </mc:Fallback>
      </mc:AlternateContent>
    </p:spTree>
    <p:extLst>
      <p:ext uri="{BB962C8B-B14F-4D97-AF65-F5344CB8AC3E}">
        <p14:creationId xmlns:p14="http://schemas.microsoft.com/office/powerpoint/2010/main" val="4072756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FF1A7-6FB9-93C6-34ED-44FB3EF29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EBB36-7E22-F265-0FF8-B8B170F32993}"/>
              </a:ext>
            </a:extLst>
          </p:cNvPr>
          <p:cNvSpPr>
            <a:spLocks noGrp="1"/>
          </p:cNvSpPr>
          <p:nvPr>
            <p:ph type="title"/>
          </p:nvPr>
        </p:nvSpPr>
        <p:spPr/>
        <p:txBody>
          <a:bodyPr/>
          <a:lstStyle/>
          <a:p>
            <a:r>
              <a:rPr lang="en-DE" dirty="0"/>
              <a:t>Results</a:t>
            </a:r>
          </a:p>
        </p:txBody>
      </p:sp>
      <p:sp>
        <p:nvSpPr>
          <p:cNvPr id="3" name="Text Placeholder 2">
            <a:extLst>
              <a:ext uri="{FF2B5EF4-FFF2-40B4-BE49-F238E27FC236}">
                <a16:creationId xmlns:a16="http://schemas.microsoft.com/office/drawing/2014/main" id="{61AC9A25-A722-0A6A-9BDF-BD212F9CBD11}"/>
              </a:ext>
            </a:extLst>
          </p:cNvPr>
          <p:cNvSpPr>
            <a:spLocks noGrp="1"/>
          </p:cNvSpPr>
          <p:nvPr>
            <p:ph type="body" sz="quarter" idx="13"/>
          </p:nvPr>
        </p:nvSpPr>
        <p:spPr/>
        <p:txBody>
          <a:bodyPr/>
          <a:lstStyle/>
          <a:p>
            <a:endParaRPr lang="en-DE"/>
          </a:p>
        </p:txBody>
      </p:sp>
      <p:sp>
        <p:nvSpPr>
          <p:cNvPr id="4" name="Text Placeholder 3">
            <a:extLst>
              <a:ext uri="{FF2B5EF4-FFF2-40B4-BE49-F238E27FC236}">
                <a16:creationId xmlns:a16="http://schemas.microsoft.com/office/drawing/2014/main" id="{640A4C89-1FE2-5D39-9750-DAA46AF0CA09}"/>
              </a:ext>
            </a:extLst>
          </p:cNvPr>
          <p:cNvSpPr>
            <a:spLocks noGrp="1"/>
          </p:cNvSpPr>
          <p:nvPr>
            <p:ph type="body" sz="quarter" idx="14"/>
          </p:nvPr>
        </p:nvSpPr>
        <p:spPr/>
        <p:txBody>
          <a:bodyPr/>
          <a:lstStyle/>
          <a:p>
            <a:r>
              <a:rPr lang="en-DE" dirty="0"/>
              <a:t>6</a:t>
            </a:r>
          </a:p>
        </p:txBody>
      </p:sp>
    </p:spTree>
    <p:extLst>
      <p:ext uri="{BB962C8B-B14F-4D97-AF65-F5344CB8AC3E}">
        <p14:creationId xmlns:p14="http://schemas.microsoft.com/office/powerpoint/2010/main" val="3051766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4AD4C-C91A-496E-4E31-AF693CD8E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67A85-3EAA-7ABC-4CE0-AD1319D616F8}"/>
              </a:ext>
            </a:extLst>
          </p:cNvPr>
          <p:cNvSpPr>
            <a:spLocks noGrp="1"/>
          </p:cNvSpPr>
          <p:nvPr>
            <p:ph type="title"/>
          </p:nvPr>
        </p:nvSpPr>
        <p:spPr/>
        <p:txBody>
          <a:bodyPr/>
          <a:lstStyle/>
          <a:p>
            <a:r>
              <a:rPr lang="en-DE" dirty="0"/>
              <a:t>Descriptive statistics</a:t>
            </a:r>
          </a:p>
        </p:txBody>
      </p:sp>
      <p:sp>
        <p:nvSpPr>
          <p:cNvPr id="9" name="Rounded Rectangle 8">
            <a:extLst>
              <a:ext uri="{FF2B5EF4-FFF2-40B4-BE49-F238E27FC236}">
                <a16:creationId xmlns:a16="http://schemas.microsoft.com/office/drawing/2014/main" id="{3FBA57DD-587D-7287-BC71-8F8EB5CD2437}"/>
              </a:ext>
            </a:extLst>
          </p:cNvPr>
          <p:cNvSpPr/>
          <p:nvPr/>
        </p:nvSpPr>
        <p:spPr>
          <a:xfrm>
            <a:off x="157113" y="1483959"/>
            <a:ext cx="11877773" cy="527901"/>
          </a:xfrm>
          <a:prstGeom prst="round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3" name="Date Placeholder 2">
            <a:extLst>
              <a:ext uri="{FF2B5EF4-FFF2-40B4-BE49-F238E27FC236}">
                <a16:creationId xmlns:a16="http://schemas.microsoft.com/office/drawing/2014/main" id="{7F57B6F6-A1DC-DFCA-DD3F-C3783F9F2615}"/>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F1092C08-0178-0DF5-A3B7-4251AC7E3964}"/>
              </a:ext>
            </a:extLst>
          </p:cNvPr>
          <p:cNvSpPr>
            <a:spLocks noGrp="1"/>
          </p:cNvSpPr>
          <p:nvPr>
            <p:ph type="sldNum" sz="quarter" idx="12"/>
          </p:nvPr>
        </p:nvSpPr>
        <p:spPr/>
        <p:txBody>
          <a:bodyPr/>
          <a:lstStyle/>
          <a:p>
            <a:fld id="{64647E8F-5052-4581-98D0-7C32D5A45346}" type="slidenum">
              <a:rPr lang="en-US" smtClean="0"/>
              <a:pPr/>
              <a:t>25</a:t>
            </a:fld>
            <a:endParaRPr lang="en-US"/>
          </a:p>
        </p:txBody>
      </p:sp>
      <p:sp>
        <p:nvSpPr>
          <p:cNvPr id="7" name="Footer Placeholder 6">
            <a:extLst>
              <a:ext uri="{FF2B5EF4-FFF2-40B4-BE49-F238E27FC236}">
                <a16:creationId xmlns:a16="http://schemas.microsoft.com/office/drawing/2014/main" id="{7E2FFA21-107D-B2DD-5E5F-C39BFC9B69E1}"/>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sp>
        <p:nvSpPr>
          <p:cNvPr id="20" name="TextBox 19">
            <a:extLst>
              <a:ext uri="{FF2B5EF4-FFF2-40B4-BE49-F238E27FC236}">
                <a16:creationId xmlns:a16="http://schemas.microsoft.com/office/drawing/2014/main" id="{41DD8E1E-3005-01C9-77E3-872FD9DBC013}"/>
              </a:ext>
            </a:extLst>
          </p:cNvPr>
          <p:cNvSpPr txBox="1"/>
          <p:nvPr/>
        </p:nvSpPr>
        <p:spPr>
          <a:xfrm>
            <a:off x="1912883" y="683172"/>
            <a:ext cx="0" cy="0"/>
          </a:xfrm>
          <a:prstGeom prst="rect">
            <a:avLst/>
          </a:prstGeom>
        </p:spPr>
        <p:txBody>
          <a:bodyPr vert="horz" wrap="none" lIns="0" tIns="0" rIns="0" bIns="0" rtlCol="0">
            <a:noAutofit/>
          </a:bodyPr>
          <a:lstStyle/>
          <a:p>
            <a:pPr marL="285750" indent="-285750" algn="l">
              <a:buFont typeface="Wingdings" panose="05000000000000000000" pitchFamily="2" charset="2"/>
              <a:buChar char="§"/>
            </a:pPr>
            <a:endParaRPr lang="en-DE" sz="1400" dirty="0">
              <a:solidFill>
                <a:schemeClr val="accent3">
                  <a:lumMod val="75000"/>
                </a:schemeClr>
              </a:solidFill>
            </a:endParaRPr>
          </a:p>
        </p:txBody>
      </p:sp>
      <p:sp>
        <p:nvSpPr>
          <p:cNvPr id="11" name="TextBox 10">
            <a:extLst>
              <a:ext uri="{FF2B5EF4-FFF2-40B4-BE49-F238E27FC236}">
                <a16:creationId xmlns:a16="http://schemas.microsoft.com/office/drawing/2014/main" id="{45CC4D68-8E80-EC01-22F4-F53C9D148750}"/>
              </a:ext>
            </a:extLst>
          </p:cNvPr>
          <p:cNvSpPr txBox="1"/>
          <p:nvPr/>
        </p:nvSpPr>
        <p:spPr>
          <a:xfrm>
            <a:off x="402238" y="1624941"/>
            <a:ext cx="1074656" cy="235670"/>
          </a:xfrm>
          <a:prstGeom prst="rect">
            <a:avLst/>
          </a:prstGeom>
        </p:spPr>
        <p:txBody>
          <a:bodyPr vert="horz" wrap="square" lIns="0" tIns="0" rIns="0" bIns="0" rtlCol="0">
            <a:noAutofit/>
          </a:bodyPr>
          <a:lstStyle/>
          <a:p>
            <a:pPr algn="l"/>
            <a:r>
              <a:rPr lang="en-DE" sz="1400" b="1" dirty="0">
                <a:solidFill>
                  <a:schemeClr val="accent3">
                    <a:lumMod val="75000"/>
                  </a:schemeClr>
                </a:solidFill>
              </a:rPr>
              <a:t>Bedingungen</a:t>
            </a:r>
          </a:p>
        </p:txBody>
      </p:sp>
      <p:sp>
        <p:nvSpPr>
          <p:cNvPr id="12" name="Rounded Rectangle 11">
            <a:extLst>
              <a:ext uri="{FF2B5EF4-FFF2-40B4-BE49-F238E27FC236}">
                <a16:creationId xmlns:a16="http://schemas.microsoft.com/office/drawing/2014/main" id="{6C140621-8C9B-743D-5469-662869F268E9}"/>
              </a:ext>
            </a:extLst>
          </p:cNvPr>
          <p:cNvSpPr/>
          <p:nvPr/>
        </p:nvSpPr>
        <p:spPr>
          <a:xfrm>
            <a:off x="1581638" y="1609965"/>
            <a:ext cx="912865" cy="26562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1400" b="1" dirty="0">
                <a:solidFill>
                  <a:schemeClr val="accent3">
                    <a:lumMod val="75000"/>
                  </a:schemeClr>
                </a:solidFill>
              </a:rPr>
              <a:t>Baseline</a:t>
            </a:r>
          </a:p>
        </p:txBody>
      </p:sp>
      <p:sp>
        <p:nvSpPr>
          <p:cNvPr id="16" name="TextBox 15">
            <a:extLst>
              <a:ext uri="{FF2B5EF4-FFF2-40B4-BE49-F238E27FC236}">
                <a16:creationId xmlns:a16="http://schemas.microsoft.com/office/drawing/2014/main" id="{8584A5C3-76FB-F354-DCBE-4459836D3DE4}"/>
              </a:ext>
            </a:extLst>
          </p:cNvPr>
          <p:cNvSpPr txBox="1"/>
          <p:nvPr/>
        </p:nvSpPr>
        <p:spPr>
          <a:xfrm>
            <a:off x="2599247" y="1609966"/>
            <a:ext cx="1410391" cy="265620"/>
          </a:xfrm>
          <a:prstGeom prst="rect">
            <a:avLst/>
          </a:prstGeom>
        </p:spPr>
        <p:txBody>
          <a:bodyPr vert="horz" wrap="square" lIns="0" tIns="0" rIns="0" bIns="0" rtlCol="0">
            <a:noAutofit/>
          </a:bodyPr>
          <a:lstStyle/>
          <a:p>
            <a:pPr algn="ctr"/>
            <a:r>
              <a:rPr lang="en-GB" sz="900" dirty="0">
                <a:solidFill>
                  <a:schemeClr val="accent3">
                    <a:lumMod val="75000"/>
                  </a:schemeClr>
                </a:solidFill>
              </a:rPr>
              <a:t>K</a:t>
            </a:r>
            <a:r>
              <a:rPr lang="en-DE" sz="900" dirty="0">
                <a:solidFill>
                  <a:schemeClr val="accent3">
                    <a:lumMod val="75000"/>
                  </a:schemeClr>
                </a:solidFill>
              </a:rPr>
              <a:t>ein SMM + Vollständige Diskussionshistorie </a:t>
            </a:r>
          </a:p>
        </p:txBody>
      </p:sp>
      <p:sp>
        <p:nvSpPr>
          <p:cNvPr id="17" name="Rounded Rectangle 16">
            <a:extLst>
              <a:ext uri="{FF2B5EF4-FFF2-40B4-BE49-F238E27FC236}">
                <a16:creationId xmlns:a16="http://schemas.microsoft.com/office/drawing/2014/main" id="{E6D59353-29B2-4B4B-81A0-C6BEF90EFE4A}"/>
              </a:ext>
            </a:extLst>
          </p:cNvPr>
          <p:cNvSpPr/>
          <p:nvPr/>
        </p:nvSpPr>
        <p:spPr>
          <a:xfrm>
            <a:off x="4114382" y="1609965"/>
            <a:ext cx="912865" cy="26562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1400" b="1" dirty="0">
                <a:solidFill>
                  <a:schemeClr val="accent3">
                    <a:lumMod val="75000"/>
                  </a:schemeClr>
                </a:solidFill>
              </a:rPr>
              <a:t>Low</a:t>
            </a:r>
          </a:p>
        </p:txBody>
      </p:sp>
      <p:sp>
        <p:nvSpPr>
          <p:cNvPr id="18" name="TextBox 17">
            <a:extLst>
              <a:ext uri="{FF2B5EF4-FFF2-40B4-BE49-F238E27FC236}">
                <a16:creationId xmlns:a16="http://schemas.microsoft.com/office/drawing/2014/main" id="{26C8BAD5-6EEF-A507-BB11-A7D3B03BD7DB}"/>
              </a:ext>
            </a:extLst>
          </p:cNvPr>
          <p:cNvSpPr txBox="1"/>
          <p:nvPr/>
        </p:nvSpPr>
        <p:spPr>
          <a:xfrm>
            <a:off x="5131991" y="1609966"/>
            <a:ext cx="1325778" cy="265620"/>
          </a:xfrm>
          <a:prstGeom prst="rect">
            <a:avLst/>
          </a:prstGeom>
        </p:spPr>
        <p:txBody>
          <a:bodyPr vert="horz" wrap="square" lIns="0" tIns="0" rIns="0" bIns="0" rtlCol="0">
            <a:noAutofit/>
          </a:bodyPr>
          <a:lstStyle/>
          <a:p>
            <a:pPr algn="ctr"/>
            <a:r>
              <a:rPr lang="de-DE" sz="900" dirty="0">
                <a:solidFill>
                  <a:schemeClr val="accent3">
                    <a:lumMod val="75000"/>
                  </a:schemeClr>
                </a:solidFill>
              </a:rPr>
              <a:t>SMM + Output des letzten Agenten</a:t>
            </a:r>
            <a:endParaRPr lang="en-DE" sz="900" dirty="0">
              <a:solidFill>
                <a:schemeClr val="accent3">
                  <a:lumMod val="75000"/>
                </a:schemeClr>
              </a:solidFill>
            </a:endParaRPr>
          </a:p>
        </p:txBody>
      </p:sp>
      <p:sp>
        <p:nvSpPr>
          <p:cNvPr id="19" name="Rounded Rectangle 18">
            <a:extLst>
              <a:ext uri="{FF2B5EF4-FFF2-40B4-BE49-F238E27FC236}">
                <a16:creationId xmlns:a16="http://schemas.microsoft.com/office/drawing/2014/main" id="{E5E61AE0-B3C3-C7E4-9187-25378AC9751B}"/>
              </a:ext>
            </a:extLst>
          </p:cNvPr>
          <p:cNvSpPr/>
          <p:nvPr/>
        </p:nvSpPr>
        <p:spPr>
          <a:xfrm>
            <a:off x="6562513" y="1609965"/>
            <a:ext cx="994267" cy="26562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1400" b="1" dirty="0">
                <a:solidFill>
                  <a:schemeClr val="accent3">
                    <a:lumMod val="75000"/>
                  </a:schemeClr>
                </a:solidFill>
              </a:rPr>
              <a:t>Moderate</a:t>
            </a:r>
          </a:p>
        </p:txBody>
      </p:sp>
      <p:sp>
        <p:nvSpPr>
          <p:cNvPr id="22" name="TextBox 21">
            <a:extLst>
              <a:ext uri="{FF2B5EF4-FFF2-40B4-BE49-F238E27FC236}">
                <a16:creationId xmlns:a16="http://schemas.microsoft.com/office/drawing/2014/main" id="{23005B66-290B-89A4-928D-B04BB6F8AAD7}"/>
              </a:ext>
            </a:extLst>
          </p:cNvPr>
          <p:cNvSpPr txBox="1"/>
          <p:nvPr/>
        </p:nvSpPr>
        <p:spPr>
          <a:xfrm>
            <a:off x="7661524" y="1609966"/>
            <a:ext cx="1078433" cy="265621"/>
          </a:xfrm>
          <a:prstGeom prst="rect">
            <a:avLst/>
          </a:prstGeom>
        </p:spPr>
        <p:txBody>
          <a:bodyPr vert="horz" wrap="square" lIns="0" tIns="0" rIns="0" bIns="0" rtlCol="0">
            <a:noAutofit/>
          </a:bodyPr>
          <a:lstStyle/>
          <a:p>
            <a:pPr algn="ctr"/>
            <a:r>
              <a:rPr lang="de-DE" sz="900" dirty="0">
                <a:solidFill>
                  <a:schemeClr val="accent3">
                    <a:lumMod val="75000"/>
                  </a:schemeClr>
                </a:solidFill>
              </a:rPr>
              <a:t>SMM + vollständige Diskussionshistorie </a:t>
            </a:r>
            <a:endParaRPr lang="en-DE" sz="900" dirty="0">
              <a:solidFill>
                <a:schemeClr val="accent3">
                  <a:lumMod val="75000"/>
                </a:schemeClr>
              </a:solidFill>
            </a:endParaRPr>
          </a:p>
        </p:txBody>
      </p:sp>
      <p:sp>
        <p:nvSpPr>
          <p:cNvPr id="24" name="Rounded Rectangle 23">
            <a:extLst>
              <a:ext uri="{FF2B5EF4-FFF2-40B4-BE49-F238E27FC236}">
                <a16:creationId xmlns:a16="http://schemas.microsoft.com/office/drawing/2014/main" id="{C914A864-2A4D-F050-BD5B-4D0EBFB1E0F5}"/>
              </a:ext>
            </a:extLst>
          </p:cNvPr>
          <p:cNvSpPr/>
          <p:nvPr/>
        </p:nvSpPr>
        <p:spPr>
          <a:xfrm>
            <a:off x="8844701" y="1609965"/>
            <a:ext cx="994267" cy="26562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1400" b="1" dirty="0">
                <a:solidFill>
                  <a:schemeClr val="accent3">
                    <a:lumMod val="75000"/>
                  </a:schemeClr>
                </a:solidFill>
              </a:rPr>
              <a:t>High</a:t>
            </a:r>
          </a:p>
        </p:txBody>
      </p:sp>
      <p:sp>
        <p:nvSpPr>
          <p:cNvPr id="25" name="TextBox 24">
            <a:extLst>
              <a:ext uri="{FF2B5EF4-FFF2-40B4-BE49-F238E27FC236}">
                <a16:creationId xmlns:a16="http://schemas.microsoft.com/office/drawing/2014/main" id="{2BCCF53E-FB0F-7B83-8F23-E4F749D37807}"/>
              </a:ext>
            </a:extLst>
          </p:cNvPr>
          <p:cNvSpPr txBox="1"/>
          <p:nvPr/>
        </p:nvSpPr>
        <p:spPr>
          <a:xfrm>
            <a:off x="9943711" y="1609965"/>
            <a:ext cx="1975461" cy="265622"/>
          </a:xfrm>
          <a:prstGeom prst="rect">
            <a:avLst/>
          </a:prstGeom>
        </p:spPr>
        <p:txBody>
          <a:bodyPr vert="horz" wrap="square" lIns="0" tIns="0" rIns="0" bIns="0" rtlCol="0">
            <a:noAutofit/>
          </a:bodyPr>
          <a:lstStyle/>
          <a:p>
            <a:pPr algn="ctr"/>
            <a:r>
              <a:rPr lang="de-DE" sz="900" dirty="0">
                <a:solidFill>
                  <a:schemeClr val="accent3">
                    <a:lumMod val="75000"/>
                  </a:schemeClr>
                </a:solidFill>
              </a:rPr>
              <a:t>SMM + vollständige Diskussionshistorie + </a:t>
            </a:r>
            <a:r>
              <a:rPr lang="de-DE" sz="900" dirty="0" err="1">
                <a:solidFill>
                  <a:schemeClr val="accent3">
                    <a:lumMod val="75000"/>
                  </a:schemeClr>
                </a:solidFill>
              </a:rPr>
              <a:t>Reasoning</a:t>
            </a:r>
            <a:r>
              <a:rPr lang="de-DE" sz="900" dirty="0">
                <a:solidFill>
                  <a:schemeClr val="accent3">
                    <a:lumMod val="75000"/>
                  </a:schemeClr>
                </a:solidFill>
              </a:rPr>
              <a:t> Traces </a:t>
            </a:r>
            <a:endParaRPr lang="en-DE" sz="900" dirty="0">
              <a:solidFill>
                <a:schemeClr val="accent3">
                  <a:lumMod val="75000"/>
                </a:schemeClr>
              </a:solidFill>
            </a:endParaRPr>
          </a:p>
        </p:txBody>
      </p:sp>
      <p:pic>
        <p:nvPicPr>
          <p:cNvPr id="6" name="Picture 5">
            <a:extLst>
              <a:ext uri="{FF2B5EF4-FFF2-40B4-BE49-F238E27FC236}">
                <a16:creationId xmlns:a16="http://schemas.microsoft.com/office/drawing/2014/main" id="{19D9E965-9EF3-884F-FD39-55A9DE699204}"/>
              </a:ext>
            </a:extLst>
          </p:cNvPr>
          <p:cNvPicPr>
            <a:picLocks noChangeAspect="1"/>
          </p:cNvPicPr>
          <p:nvPr/>
        </p:nvPicPr>
        <p:blipFill>
          <a:blip r:embed="rId2"/>
          <a:stretch>
            <a:fillRect/>
          </a:stretch>
        </p:blipFill>
        <p:spPr>
          <a:xfrm>
            <a:off x="402238" y="2178595"/>
            <a:ext cx="6586126" cy="2304000"/>
          </a:xfrm>
          <a:prstGeom prst="rect">
            <a:avLst/>
          </a:prstGeom>
        </p:spPr>
      </p:pic>
      <p:pic>
        <p:nvPicPr>
          <p:cNvPr id="13" name="Picture 12">
            <a:extLst>
              <a:ext uri="{FF2B5EF4-FFF2-40B4-BE49-F238E27FC236}">
                <a16:creationId xmlns:a16="http://schemas.microsoft.com/office/drawing/2014/main" id="{6A92A3DA-7606-9237-84C1-23989F275D39}"/>
              </a:ext>
            </a:extLst>
          </p:cNvPr>
          <p:cNvPicPr>
            <a:picLocks noChangeAspect="1"/>
          </p:cNvPicPr>
          <p:nvPr/>
        </p:nvPicPr>
        <p:blipFill>
          <a:blip r:embed="rId3"/>
          <a:stretch>
            <a:fillRect/>
          </a:stretch>
        </p:blipFill>
        <p:spPr>
          <a:xfrm>
            <a:off x="7194874" y="3576732"/>
            <a:ext cx="4643440" cy="1815704"/>
          </a:xfrm>
          <a:prstGeom prst="rect">
            <a:avLst/>
          </a:prstGeom>
        </p:spPr>
      </p:pic>
      <p:pic>
        <p:nvPicPr>
          <p:cNvPr id="10" name="Picture 9">
            <a:extLst>
              <a:ext uri="{FF2B5EF4-FFF2-40B4-BE49-F238E27FC236}">
                <a16:creationId xmlns:a16="http://schemas.microsoft.com/office/drawing/2014/main" id="{D0AA61E2-5BA5-83AD-280A-CD26777F878F}"/>
              </a:ext>
            </a:extLst>
          </p:cNvPr>
          <p:cNvPicPr>
            <a:picLocks noChangeAspect="1"/>
          </p:cNvPicPr>
          <p:nvPr/>
        </p:nvPicPr>
        <p:blipFill>
          <a:blip r:embed="rId4"/>
          <a:stretch>
            <a:fillRect/>
          </a:stretch>
        </p:blipFill>
        <p:spPr>
          <a:xfrm>
            <a:off x="402238" y="4435460"/>
            <a:ext cx="6588000" cy="2304656"/>
          </a:xfrm>
          <a:prstGeom prst="rect">
            <a:avLst/>
          </a:prstGeom>
        </p:spPr>
      </p:pic>
    </p:spTree>
    <p:extLst>
      <p:ext uri="{BB962C8B-B14F-4D97-AF65-F5344CB8AC3E}">
        <p14:creationId xmlns:p14="http://schemas.microsoft.com/office/powerpoint/2010/main" val="705730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D2878-5FF7-DDE6-E18D-38EE8268A258}"/>
              </a:ext>
            </a:extLst>
          </p:cNvPr>
          <p:cNvSpPr>
            <a:spLocks noGrp="1"/>
          </p:cNvSpPr>
          <p:nvPr>
            <p:ph type="title"/>
          </p:nvPr>
        </p:nvSpPr>
        <p:spPr>
          <a:xfrm>
            <a:off x="550863" y="407195"/>
            <a:ext cx="8052580" cy="638175"/>
          </a:xfrm>
        </p:spPr>
        <p:txBody>
          <a:bodyPr anchor="b">
            <a:normAutofit/>
          </a:bodyPr>
          <a:lstStyle/>
          <a:p>
            <a:r>
              <a:rPr lang="en-DE" dirty="0"/>
              <a:t>Hypotheses testing</a:t>
            </a:r>
          </a:p>
        </p:txBody>
      </p:sp>
      <p:sp>
        <p:nvSpPr>
          <p:cNvPr id="3" name="Date Placeholder 2">
            <a:extLst>
              <a:ext uri="{FF2B5EF4-FFF2-40B4-BE49-F238E27FC236}">
                <a16:creationId xmlns:a16="http://schemas.microsoft.com/office/drawing/2014/main" id="{E2BBD674-2CB9-331D-4228-0E74752D7E07}"/>
              </a:ext>
            </a:extLst>
          </p:cNvPr>
          <p:cNvSpPr>
            <a:spLocks noGrp="1"/>
          </p:cNvSpPr>
          <p:nvPr>
            <p:ph type="dt" sz="half" idx="10"/>
          </p:nvPr>
        </p:nvSpPr>
        <p:spPr>
          <a:xfrm>
            <a:off x="550863" y="6584720"/>
            <a:ext cx="777407" cy="139606"/>
          </a:xfrm>
        </p:spPr>
        <p:txBody>
          <a:bodyPr anchor="ctr">
            <a:normAutofit/>
          </a:bodyPr>
          <a:lstStyle/>
          <a:p>
            <a:pPr>
              <a:spcAft>
                <a:spcPts val="600"/>
              </a:spcAft>
            </a:pPr>
            <a:fld id="{11EA3923-41DA-41EA-B4F6-AB210C3806FA}" type="datetime1">
              <a:rPr lang="de-DE" smtClean="0"/>
              <a:pPr>
                <a:spcAft>
                  <a:spcPts val="600"/>
                </a:spcAft>
              </a:pPr>
              <a:t>19.10.26</a:t>
            </a:fld>
            <a:endParaRPr lang="en-US"/>
          </a:p>
        </p:txBody>
      </p:sp>
      <p:sp>
        <p:nvSpPr>
          <p:cNvPr id="4" name="Slide Number Placeholder 3">
            <a:extLst>
              <a:ext uri="{FF2B5EF4-FFF2-40B4-BE49-F238E27FC236}">
                <a16:creationId xmlns:a16="http://schemas.microsoft.com/office/drawing/2014/main" id="{2C673ABA-FEE3-0C80-909F-98E8B42B7A34}"/>
              </a:ext>
            </a:extLst>
          </p:cNvPr>
          <p:cNvSpPr>
            <a:spLocks noGrp="1"/>
          </p:cNvSpPr>
          <p:nvPr>
            <p:ph type="sldNum" sz="quarter" idx="12"/>
          </p:nvPr>
        </p:nvSpPr>
        <p:spPr>
          <a:xfrm>
            <a:off x="11334063" y="6584720"/>
            <a:ext cx="304800" cy="139606"/>
          </a:xfrm>
        </p:spPr>
        <p:txBody>
          <a:bodyPr anchor="ctr">
            <a:normAutofit/>
          </a:bodyPr>
          <a:lstStyle/>
          <a:p>
            <a:pPr>
              <a:spcAft>
                <a:spcPts val="600"/>
              </a:spcAft>
            </a:pPr>
            <a:fld id="{64647E8F-5052-4581-98D0-7C32D5A45346}" type="slidenum">
              <a:rPr lang="en-US" smtClean="0"/>
              <a:pPr>
                <a:spcAft>
                  <a:spcPts val="600"/>
                </a:spcAft>
              </a:pPr>
              <a:t>26</a:t>
            </a:fld>
            <a:endParaRPr lang="en-US"/>
          </a:p>
        </p:txBody>
      </p:sp>
      <p:pic>
        <p:nvPicPr>
          <p:cNvPr id="19" name="Picture 18">
            <a:extLst>
              <a:ext uri="{FF2B5EF4-FFF2-40B4-BE49-F238E27FC236}">
                <a16:creationId xmlns:a16="http://schemas.microsoft.com/office/drawing/2014/main" id="{ED9F6BA6-5F7B-2134-79F9-33FF129A2306}"/>
              </a:ext>
            </a:extLst>
          </p:cNvPr>
          <p:cNvPicPr>
            <a:picLocks noChangeAspect="1"/>
          </p:cNvPicPr>
          <p:nvPr/>
        </p:nvPicPr>
        <p:blipFill>
          <a:blip r:embed="rId2"/>
          <a:stretch>
            <a:fillRect/>
          </a:stretch>
        </p:blipFill>
        <p:spPr>
          <a:xfrm>
            <a:off x="2664834" y="1449387"/>
            <a:ext cx="6859934" cy="4500000"/>
          </a:xfrm>
          <a:prstGeom prst="rect">
            <a:avLst/>
          </a:prstGeom>
          <a:noFill/>
        </p:spPr>
      </p:pic>
      <p:sp>
        <p:nvSpPr>
          <p:cNvPr id="24" name="Content Placeholder 5">
            <a:extLst>
              <a:ext uri="{FF2B5EF4-FFF2-40B4-BE49-F238E27FC236}">
                <a16:creationId xmlns:a16="http://schemas.microsoft.com/office/drawing/2014/main" id="{0CB0FD70-749D-0333-D1B9-9717DD8F1025}"/>
              </a:ext>
            </a:extLst>
          </p:cNvPr>
          <p:cNvSpPr>
            <a:spLocks noGrp="1"/>
          </p:cNvSpPr>
          <p:nvPr>
            <p:ph sz="quarter" idx="17"/>
          </p:nvPr>
        </p:nvSpPr>
        <p:spPr>
          <a:xfrm>
            <a:off x="552000" y="6309000"/>
            <a:ext cx="11088000" cy="144006"/>
          </a:xfrm>
        </p:spPr>
        <p:txBody>
          <a:bodyPr/>
          <a:lstStyle/>
          <a:p>
            <a:endParaRPr lang="en-US"/>
          </a:p>
        </p:txBody>
      </p:sp>
      <p:sp>
        <p:nvSpPr>
          <p:cNvPr id="7" name="Footer Placeholder 6">
            <a:extLst>
              <a:ext uri="{FF2B5EF4-FFF2-40B4-BE49-F238E27FC236}">
                <a16:creationId xmlns:a16="http://schemas.microsoft.com/office/drawing/2014/main" id="{44484326-F95E-F625-C214-3BC94FBBD7A7}"/>
              </a:ext>
            </a:extLst>
          </p:cNvPr>
          <p:cNvSpPr>
            <a:spLocks noGrp="1"/>
          </p:cNvSpPr>
          <p:nvPr>
            <p:ph type="ftr" sz="quarter" idx="3"/>
          </p:nvPr>
        </p:nvSpPr>
        <p:spPr>
          <a:xfrm>
            <a:off x="1566986" y="6584720"/>
            <a:ext cx="9058033" cy="139606"/>
          </a:xfrm>
        </p:spPr>
        <p:txBody>
          <a:bodyPr anchor="ctr">
            <a:normAutofit/>
          </a:bodyPr>
          <a:lstStyle/>
          <a:p>
            <a:pPr>
              <a:spcAft>
                <a:spcPts val="600"/>
              </a:spcAft>
              <a:defRPr/>
            </a:pPr>
            <a:r>
              <a:rPr lang="de-DE"/>
              <a:t>FIM Forschungsinstitut für Informationsmanagement | Vortragende*r </a:t>
            </a:r>
            <a:endParaRPr lang="en-US"/>
          </a:p>
        </p:txBody>
      </p:sp>
    </p:spTree>
    <p:extLst>
      <p:ext uri="{BB962C8B-B14F-4D97-AF65-F5344CB8AC3E}">
        <p14:creationId xmlns:p14="http://schemas.microsoft.com/office/powerpoint/2010/main" val="4080913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5D6CE-9F37-0128-92C5-356F96E9C5EF}"/>
              </a:ext>
            </a:extLst>
          </p:cNvPr>
          <p:cNvSpPr>
            <a:spLocks noGrp="1"/>
          </p:cNvSpPr>
          <p:nvPr>
            <p:ph type="title"/>
          </p:nvPr>
        </p:nvSpPr>
        <p:spPr/>
        <p:txBody>
          <a:bodyPr/>
          <a:lstStyle/>
          <a:p>
            <a:r>
              <a:rPr lang="en-GB" noProof="0" dirty="0"/>
              <a:t>Top takeaways</a:t>
            </a:r>
          </a:p>
        </p:txBody>
      </p:sp>
      <p:sp>
        <p:nvSpPr>
          <p:cNvPr id="3" name="Date Placeholder 2">
            <a:extLst>
              <a:ext uri="{FF2B5EF4-FFF2-40B4-BE49-F238E27FC236}">
                <a16:creationId xmlns:a16="http://schemas.microsoft.com/office/drawing/2014/main" id="{FD4CB216-8465-5980-EDA3-B3B8D265BF6A}"/>
              </a:ext>
            </a:extLst>
          </p:cNvPr>
          <p:cNvSpPr>
            <a:spLocks noGrp="1"/>
          </p:cNvSpPr>
          <p:nvPr>
            <p:ph type="dt" sz="half" idx="10"/>
          </p:nvPr>
        </p:nvSpPr>
        <p:spPr/>
        <p:txBody>
          <a:bodyPr/>
          <a:lstStyle/>
          <a:p>
            <a:fld id="{11EA3923-41DA-41EA-B4F6-AB210C3806FA}" type="datetime1">
              <a:rPr lang="en-GB" noProof="0" smtClean="0"/>
              <a:t>19/10/2026</a:t>
            </a:fld>
            <a:endParaRPr lang="en-GB" noProof="0" dirty="0"/>
          </a:p>
        </p:txBody>
      </p:sp>
      <p:sp>
        <p:nvSpPr>
          <p:cNvPr id="4" name="Slide Number Placeholder 3">
            <a:extLst>
              <a:ext uri="{FF2B5EF4-FFF2-40B4-BE49-F238E27FC236}">
                <a16:creationId xmlns:a16="http://schemas.microsoft.com/office/drawing/2014/main" id="{A554D031-58D1-F5A2-83D0-BD42B78CEBBE}"/>
              </a:ext>
            </a:extLst>
          </p:cNvPr>
          <p:cNvSpPr>
            <a:spLocks noGrp="1"/>
          </p:cNvSpPr>
          <p:nvPr>
            <p:ph type="sldNum" sz="quarter" idx="12"/>
          </p:nvPr>
        </p:nvSpPr>
        <p:spPr/>
        <p:txBody>
          <a:bodyPr/>
          <a:lstStyle/>
          <a:p>
            <a:fld id="{64647E8F-5052-4581-98D0-7C32D5A45346}" type="slidenum">
              <a:rPr lang="en-GB" noProof="0" smtClean="0"/>
              <a:pPr/>
              <a:t>27</a:t>
            </a:fld>
            <a:endParaRPr lang="en-GB" noProof="0" dirty="0"/>
          </a:p>
        </p:txBody>
      </p:sp>
      <p:sp>
        <p:nvSpPr>
          <p:cNvPr id="6" name="Content Placeholder 5">
            <a:extLst>
              <a:ext uri="{FF2B5EF4-FFF2-40B4-BE49-F238E27FC236}">
                <a16:creationId xmlns:a16="http://schemas.microsoft.com/office/drawing/2014/main" id="{63EDECFA-5A38-CA11-C36B-3C4DFDDD53F7}"/>
              </a:ext>
            </a:extLst>
          </p:cNvPr>
          <p:cNvSpPr>
            <a:spLocks noGrp="1"/>
          </p:cNvSpPr>
          <p:nvPr>
            <p:ph sz="quarter" idx="17"/>
          </p:nvPr>
        </p:nvSpPr>
        <p:spPr/>
        <p:txBody>
          <a:bodyPr/>
          <a:lstStyle/>
          <a:p>
            <a:endParaRPr lang="en-GB" noProof="0" dirty="0"/>
          </a:p>
        </p:txBody>
      </p:sp>
      <p:sp>
        <p:nvSpPr>
          <p:cNvPr id="7" name="Footer Placeholder 6">
            <a:extLst>
              <a:ext uri="{FF2B5EF4-FFF2-40B4-BE49-F238E27FC236}">
                <a16:creationId xmlns:a16="http://schemas.microsoft.com/office/drawing/2014/main" id="{CBCA3A62-3D4F-527F-9A3A-67194BC2885B}"/>
              </a:ext>
            </a:extLst>
          </p:cNvPr>
          <p:cNvSpPr>
            <a:spLocks noGrp="1"/>
          </p:cNvSpPr>
          <p:nvPr>
            <p:ph type="ftr" sz="quarter" idx="3"/>
          </p:nvPr>
        </p:nvSpPr>
        <p:spPr/>
        <p:txBody>
          <a:bodyPr/>
          <a:lstStyle/>
          <a:p>
            <a:pPr>
              <a:defRPr/>
            </a:pPr>
            <a:r>
              <a:rPr lang="en-GB" noProof="0" dirty="0"/>
              <a:t>FIM </a:t>
            </a:r>
            <a:r>
              <a:rPr lang="en-GB" noProof="0" dirty="0" err="1"/>
              <a:t>Forschungsinstitut</a:t>
            </a:r>
            <a:r>
              <a:rPr lang="en-GB" noProof="0" dirty="0"/>
              <a:t> für </a:t>
            </a:r>
            <a:r>
              <a:rPr lang="en-GB" noProof="0" dirty="0" err="1"/>
              <a:t>Informationsmanagement</a:t>
            </a:r>
            <a:r>
              <a:rPr lang="en-GB" noProof="0" dirty="0"/>
              <a:t> | </a:t>
            </a:r>
            <a:r>
              <a:rPr lang="en-GB" noProof="0" dirty="0" err="1"/>
              <a:t>Vortragende</a:t>
            </a:r>
            <a:r>
              <a:rPr lang="en-GB" noProof="0" dirty="0"/>
              <a:t>*r </a:t>
            </a:r>
          </a:p>
        </p:txBody>
      </p:sp>
      <p:sp>
        <p:nvSpPr>
          <p:cNvPr id="8" name="Content Placeholder 4">
            <a:extLst>
              <a:ext uri="{FF2B5EF4-FFF2-40B4-BE49-F238E27FC236}">
                <a16:creationId xmlns:a16="http://schemas.microsoft.com/office/drawing/2014/main" id="{5D10A85A-2AE7-044D-D29B-01BDCD76FB2F}"/>
              </a:ext>
            </a:extLst>
          </p:cNvPr>
          <p:cNvSpPr txBox="1">
            <a:spLocks/>
          </p:cNvSpPr>
          <p:nvPr/>
        </p:nvSpPr>
        <p:spPr>
          <a:xfrm>
            <a:off x="550801" y="1449387"/>
            <a:ext cx="11088000" cy="921206"/>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GB" sz="3200" b="1" noProof="0" dirty="0"/>
              <a:t>Structured memory improves communication and cooperation - but not uniformly</a:t>
            </a:r>
          </a:p>
        </p:txBody>
      </p:sp>
      <p:sp>
        <p:nvSpPr>
          <p:cNvPr id="9" name="Content Placeholder 4">
            <a:extLst>
              <a:ext uri="{FF2B5EF4-FFF2-40B4-BE49-F238E27FC236}">
                <a16:creationId xmlns:a16="http://schemas.microsoft.com/office/drawing/2014/main" id="{C63106EB-8345-25C4-5314-5677E7F8FD28}"/>
              </a:ext>
            </a:extLst>
          </p:cNvPr>
          <p:cNvSpPr txBox="1">
            <a:spLocks/>
          </p:cNvSpPr>
          <p:nvPr/>
        </p:nvSpPr>
        <p:spPr>
          <a:xfrm>
            <a:off x="550801" y="3235778"/>
            <a:ext cx="11088000" cy="921206"/>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GB" sz="3200" b="1" noProof="0" dirty="0"/>
              <a:t>More context is not better</a:t>
            </a:r>
          </a:p>
        </p:txBody>
      </p:sp>
      <p:sp>
        <p:nvSpPr>
          <p:cNvPr id="10" name="Content Placeholder 4">
            <a:extLst>
              <a:ext uri="{FF2B5EF4-FFF2-40B4-BE49-F238E27FC236}">
                <a16:creationId xmlns:a16="http://schemas.microsoft.com/office/drawing/2014/main" id="{A92FC0B7-9747-F67B-949A-A5DA110C31DA}"/>
              </a:ext>
            </a:extLst>
          </p:cNvPr>
          <p:cNvSpPr txBox="1">
            <a:spLocks/>
          </p:cNvSpPr>
          <p:nvPr/>
        </p:nvSpPr>
        <p:spPr>
          <a:xfrm>
            <a:off x="550801" y="4743814"/>
            <a:ext cx="11088000" cy="921206"/>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GB" sz="3200" b="1" noProof="0" dirty="0"/>
              <a:t>Communication and cooperation play different roles</a:t>
            </a:r>
          </a:p>
        </p:txBody>
      </p:sp>
      <p:sp>
        <p:nvSpPr>
          <p:cNvPr id="11" name="Content Placeholder 4">
            <a:extLst>
              <a:ext uri="{FF2B5EF4-FFF2-40B4-BE49-F238E27FC236}">
                <a16:creationId xmlns:a16="http://schemas.microsoft.com/office/drawing/2014/main" id="{1001E36C-5785-29C1-A8DC-5597E5E885F3}"/>
              </a:ext>
            </a:extLst>
          </p:cNvPr>
          <p:cNvSpPr txBox="1">
            <a:spLocks/>
          </p:cNvSpPr>
          <p:nvPr/>
        </p:nvSpPr>
        <p:spPr>
          <a:xfrm>
            <a:off x="550801" y="2546172"/>
            <a:ext cx="11088000" cy="651214"/>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GB" noProof="0" dirty="0"/>
              <a:t>Communication improved across all structured-memory conditions, cooperation improved only under low transparency.</a:t>
            </a:r>
          </a:p>
        </p:txBody>
      </p:sp>
      <p:sp>
        <p:nvSpPr>
          <p:cNvPr id="12" name="Content Placeholder 4">
            <a:extLst>
              <a:ext uri="{FF2B5EF4-FFF2-40B4-BE49-F238E27FC236}">
                <a16:creationId xmlns:a16="http://schemas.microsoft.com/office/drawing/2014/main" id="{2DF6F703-E1FA-D095-0D44-05FBCE5E800B}"/>
              </a:ext>
            </a:extLst>
          </p:cNvPr>
          <p:cNvSpPr txBox="1">
            <a:spLocks/>
          </p:cNvSpPr>
          <p:nvPr/>
        </p:nvSpPr>
        <p:spPr>
          <a:xfrm>
            <a:off x="550801" y="4014190"/>
            <a:ext cx="11088000" cy="651214"/>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GB" noProof="0" dirty="0"/>
              <a:t>Limited raw discussion context produced the strongest communication, cooperation and the highest decision accuracy.</a:t>
            </a:r>
          </a:p>
        </p:txBody>
      </p:sp>
      <p:sp>
        <p:nvSpPr>
          <p:cNvPr id="13" name="Content Placeholder 4">
            <a:extLst>
              <a:ext uri="{FF2B5EF4-FFF2-40B4-BE49-F238E27FC236}">
                <a16:creationId xmlns:a16="http://schemas.microsoft.com/office/drawing/2014/main" id="{74FECBCC-A0EF-5E7F-F47D-58DFC8F9F817}"/>
              </a:ext>
            </a:extLst>
          </p:cNvPr>
          <p:cNvSpPr txBox="1">
            <a:spLocks/>
          </p:cNvSpPr>
          <p:nvPr/>
        </p:nvSpPr>
        <p:spPr>
          <a:xfrm>
            <a:off x="550801" y="5405270"/>
            <a:ext cx="11088000" cy="651214"/>
          </a:xfrm>
          <a:prstGeom prst="rect">
            <a:avLst/>
          </a:prstGeom>
        </p:spPr>
        <p:txBody>
          <a:bodyPr vert="horz" lIns="0" tIns="0" rIns="0" bIns="0" rtlCol="0">
            <a:noAutofit/>
          </a:bodyPr>
          <a:lstStyle>
            <a:lvl1pPr marL="185738" indent="-185738" algn="l" defTabSz="742950" rtl="0" eaLnBrk="1" latinLnBrk="0" hangingPunct="1">
              <a:lnSpc>
                <a:spcPct val="100000"/>
              </a:lnSpc>
              <a:spcBef>
                <a:spcPts val="600"/>
              </a:spcBef>
              <a:buFont typeface="Wingdings" panose="05000000000000000000" pitchFamily="2" charset="2"/>
              <a:buChar char="§"/>
              <a:defRPr sz="1400" kern="1200">
                <a:solidFill>
                  <a:srgbClr val="4B4B4B"/>
                </a:solidFill>
                <a:latin typeface="+mn-lt"/>
                <a:ea typeface="+mn-ea"/>
                <a:cs typeface="+mn-cs"/>
              </a:defRPr>
            </a:lvl1pPr>
            <a:lvl2pPr marL="396000" indent="-185738" algn="l" defTabSz="742950" rtl="0" eaLnBrk="1" latinLnBrk="0" hangingPunct="1">
              <a:lnSpc>
                <a:spcPct val="100000"/>
              </a:lnSpc>
              <a:spcBef>
                <a:spcPts val="600"/>
              </a:spcBef>
              <a:buFont typeface="Trebuchet MS" panose="020B0603020202020204" pitchFamily="34" charset="0"/>
              <a:buChar char="−"/>
              <a:defRPr sz="1400" kern="1200">
                <a:solidFill>
                  <a:srgbClr val="4B4B4B"/>
                </a:solidFill>
                <a:latin typeface="+mn-lt"/>
                <a:ea typeface="+mn-ea"/>
                <a:cs typeface="+mn-cs"/>
              </a:defRPr>
            </a:lvl2pPr>
            <a:lvl3pPr marL="612000" indent="-185738" algn="l" defTabSz="742950" rtl="0" eaLnBrk="1" latinLnBrk="0" hangingPunct="1">
              <a:lnSpc>
                <a:spcPct val="100000"/>
              </a:lnSpc>
              <a:spcBef>
                <a:spcPts val="600"/>
              </a:spcBef>
              <a:buFont typeface="Arial" panose="020B0604020202020204" pitchFamily="34" charset="0"/>
              <a:buChar char="•"/>
              <a:defRPr sz="1200" kern="1200">
                <a:solidFill>
                  <a:srgbClr val="4B4B4B"/>
                </a:solidFill>
                <a:latin typeface="+mn-lt"/>
                <a:ea typeface="+mn-ea"/>
                <a:cs typeface="+mn-cs"/>
              </a:defRPr>
            </a:lvl3pPr>
            <a:lvl4pPr marL="82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4pPr>
            <a:lvl5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5pPr>
            <a:lvl6pPr marL="1008000" indent="-185738" algn="l" defTabSz="742950" rtl="0" eaLnBrk="1" latinLnBrk="0" hangingPunct="1">
              <a:lnSpc>
                <a:spcPct val="100000"/>
              </a:lnSpc>
              <a:spcBef>
                <a:spcPts val="600"/>
              </a:spcBef>
              <a:buSzPct val="125000"/>
              <a:buFont typeface="Trebuchet MS" panose="020B0603020202020204" pitchFamily="34" charset="0"/>
              <a:buChar char="&gt;"/>
              <a:defRPr sz="1100" kern="1200">
                <a:solidFill>
                  <a:srgbClr val="4B4B4B"/>
                </a:solidFill>
                <a:latin typeface="+mn-lt"/>
                <a:ea typeface="+mn-ea"/>
                <a:cs typeface="+mn-cs"/>
              </a:defRPr>
            </a:lvl6pPr>
            <a:lvl7pPr marL="1008000" indent="-185738" algn="l" defTabSz="742950" rtl="0" eaLnBrk="1" latinLnBrk="0" hangingPunct="1">
              <a:lnSpc>
                <a:spcPct val="100000"/>
              </a:lnSpc>
              <a:spcBef>
                <a:spcPts val="600"/>
              </a:spcBef>
              <a:buSzPct val="125000"/>
              <a:buFont typeface="Trebuchet MS" panose="020B0603020202020204" pitchFamily="34" charset="0"/>
              <a:buChar char="¬"/>
              <a:defRPr sz="1100" kern="1200">
                <a:solidFill>
                  <a:srgbClr val="4B4B4B"/>
                </a:solidFill>
                <a:latin typeface="+mn-lt"/>
                <a:ea typeface="+mn-ea"/>
                <a:cs typeface="+mn-cs"/>
              </a:defRPr>
            </a:lvl7pPr>
            <a:lvl8pPr marL="1008000" indent="-185738" algn="l" defTabSz="742950" rtl="0" eaLnBrk="1" latinLnBrk="0" hangingPunct="1">
              <a:lnSpc>
                <a:spcPct val="100000"/>
              </a:lnSpc>
              <a:spcBef>
                <a:spcPts val="600"/>
              </a:spcBef>
              <a:buSzPct val="125000"/>
              <a:buFont typeface="Courier New" panose="02070309020205020404" pitchFamily="49" charset="0"/>
              <a:buChar char="o"/>
              <a:defRPr sz="1100" kern="1200">
                <a:solidFill>
                  <a:srgbClr val="4B4B4B"/>
                </a:solidFill>
                <a:latin typeface="+mn-lt"/>
                <a:ea typeface="+mn-ea"/>
                <a:cs typeface="+mn-cs"/>
              </a:defRPr>
            </a:lvl8pPr>
            <a:lvl9pPr marL="1008000" indent="-185738" algn="l" defTabSz="742950" rtl="0" eaLnBrk="1" latinLnBrk="0" hangingPunct="1">
              <a:lnSpc>
                <a:spcPct val="100000"/>
              </a:lnSpc>
              <a:spcBef>
                <a:spcPts val="600"/>
              </a:spcBef>
              <a:buSzPct val="150000"/>
              <a:buFont typeface="Trebuchet MS" panose="020B0603020202020204" pitchFamily="34" charset="0"/>
              <a:buChar char="▫"/>
              <a:defRPr sz="1100" kern="1200">
                <a:solidFill>
                  <a:srgbClr val="4B4B4B"/>
                </a:solidFill>
                <a:latin typeface="+mn-lt"/>
                <a:ea typeface="+mn-ea"/>
                <a:cs typeface="+mn-cs"/>
              </a:defRPr>
            </a:lvl9pPr>
          </a:lstStyle>
          <a:p>
            <a:pPr marL="0" indent="0" algn="ctr">
              <a:buFont typeface="Wingdings" panose="05000000000000000000" pitchFamily="2" charset="2"/>
              <a:buNone/>
            </a:pPr>
            <a:r>
              <a:rPr lang="en-GB" noProof="0" dirty="0"/>
              <a:t>Communication increased decision quality but required more tokens, cooperation reduced token usage and showed marginal effectiveness gains.</a:t>
            </a:r>
          </a:p>
        </p:txBody>
      </p:sp>
    </p:spTree>
    <p:extLst>
      <p:ext uri="{BB962C8B-B14F-4D97-AF65-F5344CB8AC3E}">
        <p14:creationId xmlns:p14="http://schemas.microsoft.com/office/powerpoint/2010/main" val="2520248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FE5AD-4333-8D3C-814D-6689564C0D98}"/>
              </a:ext>
            </a:extLst>
          </p:cNvPr>
          <p:cNvSpPr>
            <a:spLocks noGrp="1"/>
          </p:cNvSpPr>
          <p:nvPr>
            <p:ph type="title"/>
          </p:nvPr>
        </p:nvSpPr>
        <p:spPr/>
        <p:txBody>
          <a:bodyPr/>
          <a:lstStyle/>
          <a:p>
            <a:r>
              <a:rPr lang="en-DE" dirty="0"/>
              <a:t>Thank you!</a:t>
            </a:r>
          </a:p>
        </p:txBody>
      </p:sp>
      <p:pic>
        <p:nvPicPr>
          <p:cNvPr id="6" name="Picture Placeholder 5" descr="image - Free stock photo - Public Domain photo - CC0 Images">
            <a:extLst>
              <a:ext uri="{FF2B5EF4-FFF2-40B4-BE49-F238E27FC236}">
                <a16:creationId xmlns:a16="http://schemas.microsoft.com/office/drawing/2014/main" id="{980932A1-97DE-0D49-A578-52768A0E761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2929" r="32929"/>
          <a:stretch>
            <a:fillRect/>
          </a:stretch>
        </p:blipFill>
        <p:spPr/>
      </p:pic>
      <p:sp>
        <p:nvSpPr>
          <p:cNvPr id="4" name="Text Placeholder 3">
            <a:extLst>
              <a:ext uri="{FF2B5EF4-FFF2-40B4-BE49-F238E27FC236}">
                <a16:creationId xmlns:a16="http://schemas.microsoft.com/office/drawing/2014/main" id="{A3746988-94CC-0CF7-C671-14CE9920BDE6}"/>
              </a:ext>
            </a:extLst>
          </p:cNvPr>
          <p:cNvSpPr>
            <a:spLocks noGrp="1"/>
          </p:cNvSpPr>
          <p:nvPr>
            <p:ph type="body" sz="quarter" idx="14"/>
          </p:nvPr>
        </p:nvSpPr>
        <p:spPr/>
        <p:txBody>
          <a:bodyPr/>
          <a:lstStyle/>
          <a:p>
            <a:r>
              <a:rPr lang="en-DE" dirty="0"/>
              <a:t>Leonard Hegemann</a:t>
            </a:r>
          </a:p>
          <a:p>
            <a:r>
              <a:rPr lang="en-DE" dirty="0"/>
              <a:t>Betreuende: Carolin Jung, Dominik Fetzer</a:t>
            </a:r>
          </a:p>
        </p:txBody>
      </p:sp>
    </p:spTree>
    <p:extLst>
      <p:ext uri="{BB962C8B-B14F-4D97-AF65-F5344CB8AC3E}">
        <p14:creationId xmlns:p14="http://schemas.microsoft.com/office/powerpoint/2010/main" val="2967023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0CEDD-9037-6DED-BE1D-971F2EC90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EC959-A075-D5A9-0CB0-8579BD53EA53}"/>
              </a:ext>
            </a:extLst>
          </p:cNvPr>
          <p:cNvSpPr>
            <a:spLocks noGrp="1"/>
          </p:cNvSpPr>
          <p:nvPr>
            <p:ph type="title"/>
          </p:nvPr>
        </p:nvSpPr>
        <p:spPr/>
        <p:txBody>
          <a:bodyPr/>
          <a:lstStyle/>
          <a:p>
            <a:r>
              <a:rPr lang="en-DE" dirty="0"/>
              <a:t>Forschungsmodell</a:t>
            </a:r>
          </a:p>
        </p:txBody>
      </p:sp>
      <p:sp>
        <p:nvSpPr>
          <p:cNvPr id="3" name="Date Placeholder 2">
            <a:extLst>
              <a:ext uri="{FF2B5EF4-FFF2-40B4-BE49-F238E27FC236}">
                <a16:creationId xmlns:a16="http://schemas.microsoft.com/office/drawing/2014/main" id="{6C9C37C8-CD23-7A19-7317-9676A8BB845D}"/>
              </a:ext>
            </a:extLst>
          </p:cNvPr>
          <p:cNvSpPr>
            <a:spLocks noGrp="1"/>
          </p:cNvSpPr>
          <p:nvPr>
            <p:ph type="dt" sz="half" idx="10"/>
          </p:nvPr>
        </p:nvSpPr>
        <p:spPr/>
        <p:txBody>
          <a:bodyPr/>
          <a:lstStyle/>
          <a:p>
            <a:fld id="{11EA3923-41DA-41EA-B4F6-AB210C3806FA}" type="datetime1">
              <a:rPr lang="de-DE" smtClean="0"/>
              <a:t>19.10.26</a:t>
            </a:fld>
            <a:endParaRPr lang="en-US"/>
          </a:p>
        </p:txBody>
      </p:sp>
      <p:sp>
        <p:nvSpPr>
          <p:cNvPr id="4" name="Slide Number Placeholder 3">
            <a:extLst>
              <a:ext uri="{FF2B5EF4-FFF2-40B4-BE49-F238E27FC236}">
                <a16:creationId xmlns:a16="http://schemas.microsoft.com/office/drawing/2014/main" id="{41A2EA19-7BD5-D30E-9EDB-5A08E0171923}"/>
              </a:ext>
            </a:extLst>
          </p:cNvPr>
          <p:cNvSpPr>
            <a:spLocks noGrp="1"/>
          </p:cNvSpPr>
          <p:nvPr>
            <p:ph type="sldNum" sz="quarter" idx="12"/>
          </p:nvPr>
        </p:nvSpPr>
        <p:spPr/>
        <p:txBody>
          <a:bodyPr/>
          <a:lstStyle/>
          <a:p>
            <a:fld id="{64647E8F-5052-4581-98D0-7C32D5A45346}" type="slidenum">
              <a:rPr lang="en-US" smtClean="0"/>
              <a:pPr/>
              <a:t>29</a:t>
            </a:fld>
            <a:endParaRPr lang="en-US"/>
          </a:p>
        </p:txBody>
      </p:sp>
      <p:sp>
        <p:nvSpPr>
          <p:cNvPr id="7" name="Footer Placeholder 6">
            <a:extLst>
              <a:ext uri="{FF2B5EF4-FFF2-40B4-BE49-F238E27FC236}">
                <a16:creationId xmlns:a16="http://schemas.microsoft.com/office/drawing/2014/main" id="{67459262-4185-D0C2-0E66-B44750A05808}"/>
              </a:ext>
            </a:extLst>
          </p:cNvPr>
          <p:cNvSpPr>
            <a:spLocks noGrp="1"/>
          </p:cNvSpPr>
          <p:nvPr>
            <p:ph type="ftr" sz="quarter" idx="3"/>
          </p:nvPr>
        </p:nvSpPr>
        <p:spPr/>
        <p:txBody>
          <a:bodyPr/>
          <a:lstStyle/>
          <a:p>
            <a:pPr>
              <a:defRPr/>
            </a:pPr>
            <a:r>
              <a:rPr lang="de-DE"/>
              <a:t>FIM Forschungsinstitut für Informationsmanagement | Vortragende*r </a:t>
            </a:r>
            <a:endParaRPr lang="en-US" dirty="0"/>
          </a:p>
        </p:txBody>
      </p:sp>
      <p:sp>
        <p:nvSpPr>
          <p:cNvPr id="5" name="Rectangle 4">
            <a:extLst>
              <a:ext uri="{FF2B5EF4-FFF2-40B4-BE49-F238E27FC236}">
                <a16:creationId xmlns:a16="http://schemas.microsoft.com/office/drawing/2014/main" id="{DC25D2D4-9865-C597-BB9D-220F0AE56CBA}"/>
              </a:ext>
            </a:extLst>
          </p:cNvPr>
          <p:cNvSpPr/>
          <p:nvPr/>
        </p:nvSpPr>
        <p:spPr>
          <a:xfrm rot="5400000">
            <a:off x="1611217" y="3613605"/>
            <a:ext cx="1820991"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6BAB8FFA-4072-DBD7-E37D-044551823421}"/>
              </a:ext>
            </a:extLst>
          </p:cNvPr>
          <p:cNvSpPr/>
          <p:nvPr/>
        </p:nvSpPr>
        <p:spPr>
          <a:xfrm rot="5400000">
            <a:off x="8699234" y="3645547"/>
            <a:ext cx="1820991"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57" name="Rectangle 56">
            <a:extLst>
              <a:ext uri="{FF2B5EF4-FFF2-40B4-BE49-F238E27FC236}">
                <a16:creationId xmlns:a16="http://schemas.microsoft.com/office/drawing/2014/main" id="{FAEB816D-A946-19E7-14F0-F46B74396C06}"/>
              </a:ext>
            </a:extLst>
          </p:cNvPr>
          <p:cNvSpPr/>
          <p:nvPr/>
        </p:nvSpPr>
        <p:spPr>
          <a:xfrm rot="10800000">
            <a:off x="6592909" y="4583569"/>
            <a:ext cx="1820991"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
        <p:nvSpPr>
          <p:cNvPr id="29" name="Rechteck 18">
            <a:extLst>
              <a:ext uri="{FF2B5EF4-FFF2-40B4-BE49-F238E27FC236}">
                <a16:creationId xmlns:a16="http://schemas.microsoft.com/office/drawing/2014/main" id="{495F6F3A-1288-0E56-308D-6BA30E668472}"/>
              </a:ext>
            </a:extLst>
          </p:cNvPr>
          <p:cNvSpPr/>
          <p:nvPr/>
        </p:nvSpPr>
        <p:spPr>
          <a:xfrm>
            <a:off x="5493523" y="2850694"/>
            <a:ext cx="1476000" cy="576000"/>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1">
                <a:solidFill>
                  <a:schemeClr val="tx1"/>
                </a:solidFill>
                <a:cs typeface="Times New Roman" panose="02020603050405020304" pitchFamily="18" charset="0"/>
              </a:rPr>
              <a:t>Communication quality</a:t>
            </a:r>
          </a:p>
        </p:txBody>
      </p:sp>
      <p:sp>
        <p:nvSpPr>
          <p:cNvPr id="30" name="Rechteck 24">
            <a:extLst>
              <a:ext uri="{FF2B5EF4-FFF2-40B4-BE49-F238E27FC236}">
                <a16:creationId xmlns:a16="http://schemas.microsoft.com/office/drawing/2014/main" id="{CE9DFA9E-1702-5B93-5B47-F8777F48410C}"/>
              </a:ext>
            </a:extLst>
          </p:cNvPr>
          <p:cNvSpPr/>
          <p:nvPr/>
        </p:nvSpPr>
        <p:spPr>
          <a:xfrm>
            <a:off x="8077066" y="2855287"/>
            <a:ext cx="1476000" cy="576000"/>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100" noProof="1">
                <a:solidFill>
                  <a:schemeClr val="tx1"/>
                </a:solidFill>
                <a:cs typeface="Times New Roman" panose="02020603050405020304" pitchFamily="18" charset="0"/>
              </a:rPr>
              <a:t>Computational effort</a:t>
            </a:r>
            <a:endParaRPr lang="en-US" sz="1100" noProof="1">
              <a:solidFill>
                <a:schemeClr val="tx1"/>
              </a:solidFill>
              <a:cs typeface="Times New Roman" panose="02020603050405020304" pitchFamily="18" charset="0"/>
            </a:endParaRPr>
          </a:p>
        </p:txBody>
      </p:sp>
      <p:sp>
        <p:nvSpPr>
          <p:cNvPr id="31" name="Rechteck 25">
            <a:extLst>
              <a:ext uri="{FF2B5EF4-FFF2-40B4-BE49-F238E27FC236}">
                <a16:creationId xmlns:a16="http://schemas.microsoft.com/office/drawing/2014/main" id="{BC9D3EB8-C2CB-3D1D-D1D8-24589470F930}"/>
              </a:ext>
            </a:extLst>
          </p:cNvPr>
          <p:cNvSpPr/>
          <p:nvPr/>
        </p:nvSpPr>
        <p:spPr>
          <a:xfrm>
            <a:off x="2570807" y="3393318"/>
            <a:ext cx="1472400" cy="576000"/>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1">
                <a:solidFill>
                  <a:schemeClr val="tx1"/>
                </a:solidFill>
                <a:cs typeface="Times New Roman" panose="02020603050405020304" pitchFamily="18" charset="0"/>
              </a:rPr>
              <a:t>Context configuration</a:t>
            </a:r>
          </a:p>
        </p:txBody>
      </p:sp>
      <p:cxnSp>
        <p:nvCxnSpPr>
          <p:cNvPr id="32" name="Gerade Verbindung mit Pfeil 31">
            <a:extLst>
              <a:ext uri="{FF2B5EF4-FFF2-40B4-BE49-F238E27FC236}">
                <a16:creationId xmlns:a16="http://schemas.microsoft.com/office/drawing/2014/main" id="{39BCBEAC-86E4-7ED6-26F4-6704F70AF13C}"/>
              </a:ext>
            </a:extLst>
          </p:cNvPr>
          <p:cNvCxnSpPr>
            <a:cxnSpLocks/>
          </p:cNvCxnSpPr>
          <p:nvPr/>
        </p:nvCxnSpPr>
        <p:spPr>
          <a:xfrm flipV="1">
            <a:off x="4043207" y="3138694"/>
            <a:ext cx="1450316" cy="542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3">
            <a:extLst>
              <a:ext uri="{FF2B5EF4-FFF2-40B4-BE49-F238E27FC236}">
                <a16:creationId xmlns:a16="http://schemas.microsoft.com/office/drawing/2014/main" id="{499D9E76-CBD2-741A-FA0A-EB09F378CE30}"/>
              </a:ext>
            </a:extLst>
          </p:cNvPr>
          <p:cNvCxnSpPr>
            <a:cxnSpLocks/>
          </p:cNvCxnSpPr>
          <p:nvPr/>
        </p:nvCxnSpPr>
        <p:spPr>
          <a:xfrm>
            <a:off x="6969523" y="3138694"/>
            <a:ext cx="1089831" cy="985143"/>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34" name="Rechteck 42">
            <a:extLst>
              <a:ext uri="{FF2B5EF4-FFF2-40B4-BE49-F238E27FC236}">
                <a16:creationId xmlns:a16="http://schemas.microsoft.com/office/drawing/2014/main" id="{5373CD48-59D8-EB94-3966-8B7C66671AE3}"/>
              </a:ext>
            </a:extLst>
          </p:cNvPr>
          <p:cNvSpPr/>
          <p:nvPr/>
        </p:nvSpPr>
        <p:spPr>
          <a:xfrm>
            <a:off x="8077066" y="3989665"/>
            <a:ext cx="1476000" cy="576000"/>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1">
                <a:solidFill>
                  <a:schemeClr val="tx1"/>
                </a:solidFill>
                <a:cs typeface="Times New Roman" panose="02020603050405020304" pitchFamily="18" charset="0"/>
              </a:rPr>
              <a:t>Decision effectiveness</a:t>
            </a:r>
          </a:p>
        </p:txBody>
      </p:sp>
      <p:sp>
        <p:nvSpPr>
          <p:cNvPr id="36" name="Textfeld 62">
            <a:extLst>
              <a:ext uri="{FF2B5EF4-FFF2-40B4-BE49-F238E27FC236}">
                <a16:creationId xmlns:a16="http://schemas.microsoft.com/office/drawing/2014/main" id="{AD782597-5A2F-F2FA-9C8A-A13D3B7DAFEA}"/>
              </a:ext>
            </a:extLst>
          </p:cNvPr>
          <p:cNvSpPr txBox="1"/>
          <p:nvPr/>
        </p:nvSpPr>
        <p:spPr>
          <a:xfrm>
            <a:off x="4043207" y="3050418"/>
            <a:ext cx="1008000" cy="194701"/>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H1a, H2a, H3a</a:t>
            </a:r>
          </a:p>
        </p:txBody>
      </p:sp>
      <p:sp>
        <p:nvSpPr>
          <p:cNvPr id="37" name="Textfeld 39">
            <a:extLst>
              <a:ext uri="{FF2B5EF4-FFF2-40B4-BE49-F238E27FC236}">
                <a16:creationId xmlns:a16="http://schemas.microsoft.com/office/drawing/2014/main" id="{CD5CE735-4678-4E37-8D5E-FE6636E3F382}"/>
              </a:ext>
            </a:extLst>
          </p:cNvPr>
          <p:cNvSpPr txBox="1"/>
          <p:nvPr/>
        </p:nvSpPr>
        <p:spPr>
          <a:xfrm>
            <a:off x="7566709" y="2964580"/>
            <a:ext cx="288563" cy="194400"/>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H4a</a:t>
            </a:r>
          </a:p>
        </p:txBody>
      </p:sp>
      <p:cxnSp>
        <p:nvCxnSpPr>
          <p:cNvPr id="38" name="Gerade Verbindung mit Pfeil 33">
            <a:extLst>
              <a:ext uri="{FF2B5EF4-FFF2-40B4-BE49-F238E27FC236}">
                <a16:creationId xmlns:a16="http://schemas.microsoft.com/office/drawing/2014/main" id="{8056D9A1-4638-A643-D8F8-8A7CD3A1DE16}"/>
              </a:ext>
            </a:extLst>
          </p:cNvPr>
          <p:cNvCxnSpPr>
            <a:cxnSpLocks/>
          </p:cNvCxnSpPr>
          <p:nvPr/>
        </p:nvCxnSpPr>
        <p:spPr>
          <a:xfrm>
            <a:off x="6969523" y="3138694"/>
            <a:ext cx="1107543" cy="4593"/>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39" name="Rechteck 18">
            <a:extLst>
              <a:ext uri="{FF2B5EF4-FFF2-40B4-BE49-F238E27FC236}">
                <a16:creationId xmlns:a16="http://schemas.microsoft.com/office/drawing/2014/main" id="{26BF7239-226E-05BA-C722-71D39F1BF4A4}"/>
              </a:ext>
            </a:extLst>
          </p:cNvPr>
          <p:cNvSpPr/>
          <p:nvPr/>
        </p:nvSpPr>
        <p:spPr>
          <a:xfrm>
            <a:off x="5493523" y="3989665"/>
            <a:ext cx="1476000" cy="576000"/>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1">
                <a:solidFill>
                  <a:schemeClr val="tx1"/>
                </a:solidFill>
                <a:cs typeface="Times New Roman" panose="02020603050405020304" pitchFamily="18" charset="0"/>
              </a:rPr>
              <a:t>Cooperation </a:t>
            </a:r>
          </a:p>
          <a:p>
            <a:pPr algn="ctr"/>
            <a:r>
              <a:rPr lang="en-US" sz="1100" noProof="1">
                <a:solidFill>
                  <a:schemeClr val="tx1"/>
                </a:solidFill>
                <a:cs typeface="Times New Roman" panose="02020603050405020304" pitchFamily="18" charset="0"/>
              </a:rPr>
              <a:t>quality</a:t>
            </a:r>
          </a:p>
        </p:txBody>
      </p:sp>
      <p:cxnSp>
        <p:nvCxnSpPr>
          <p:cNvPr id="40" name="Gerade Verbindung mit Pfeil 31">
            <a:extLst>
              <a:ext uri="{FF2B5EF4-FFF2-40B4-BE49-F238E27FC236}">
                <a16:creationId xmlns:a16="http://schemas.microsoft.com/office/drawing/2014/main" id="{C5E5885F-3878-1C80-D60A-E4B8E7932077}"/>
              </a:ext>
            </a:extLst>
          </p:cNvPr>
          <p:cNvCxnSpPr>
            <a:cxnSpLocks/>
          </p:cNvCxnSpPr>
          <p:nvPr/>
        </p:nvCxnSpPr>
        <p:spPr>
          <a:xfrm>
            <a:off x="4043207" y="3681318"/>
            <a:ext cx="1450316" cy="5963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Gerade Verbindung mit Pfeil 33">
            <a:extLst>
              <a:ext uri="{FF2B5EF4-FFF2-40B4-BE49-F238E27FC236}">
                <a16:creationId xmlns:a16="http://schemas.microsoft.com/office/drawing/2014/main" id="{FEB19ACB-B7A7-0CFB-F37A-346618D4027A}"/>
              </a:ext>
            </a:extLst>
          </p:cNvPr>
          <p:cNvCxnSpPr>
            <a:cxnSpLocks/>
          </p:cNvCxnSpPr>
          <p:nvPr/>
        </p:nvCxnSpPr>
        <p:spPr>
          <a:xfrm>
            <a:off x="6969523" y="4277665"/>
            <a:ext cx="1107543" cy="0"/>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9" name="Gerade Verbindung mit Pfeil 33">
            <a:extLst>
              <a:ext uri="{FF2B5EF4-FFF2-40B4-BE49-F238E27FC236}">
                <a16:creationId xmlns:a16="http://schemas.microsoft.com/office/drawing/2014/main" id="{13077C79-86FA-D41D-F1DE-E4F30B9FC6BA}"/>
              </a:ext>
            </a:extLst>
          </p:cNvPr>
          <p:cNvCxnSpPr>
            <a:cxnSpLocks/>
          </p:cNvCxnSpPr>
          <p:nvPr/>
        </p:nvCxnSpPr>
        <p:spPr>
          <a:xfrm flipV="1">
            <a:off x="6969523" y="3297115"/>
            <a:ext cx="1089831" cy="980550"/>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60" name="Textfeld 39">
            <a:extLst>
              <a:ext uri="{FF2B5EF4-FFF2-40B4-BE49-F238E27FC236}">
                <a16:creationId xmlns:a16="http://schemas.microsoft.com/office/drawing/2014/main" id="{2C1169EF-BC0E-71D6-FDE8-2FB41D9B03D2}"/>
              </a:ext>
            </a:extLst>
          </p:cNvPr>
          <p:cNvSpPr txBox="1"/>
          <p:nvPr/>
        </p:nvSpPr>
        <p:spPr>
          <a:xfrm>
            <a:off x="7566709" y="3892465"/>
            <a:ext cx="288563" cy="194400"/>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H5a</a:t>
            </a:r>
          </a:p>
        </p:txBody>
      </p:sp>
      <p:sp>
        <p:nvSpPr>
          <p:cNvPr id="61" name="Textfeld 39">
            <a:extLst>
              <a:ext uri="{FF2B5EF4-FFF2-40B4-BE49-F238E27FC236}">
                <a16:creationId xmlns:a16="http://schemas.microsoft.com/office/drawing/2014/main" id="{F068DBF2-057D-DD88-4EC7-D72631AA2F71}"/>
              </a:ext>
            </a:extLst>
          </p:cNvPr>
          <p:cNvSpPr txBox="1"/>
          <p:nvPr/>
        </p:nvSpPr>
        <p:spPr>
          <a:xfrm>
            <a:off x="7566709" y="3328247"/>
            <a:ext cx="288563" cy="194400"/>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H4b</a:t>
            </a:r>
          </a:p>
        </p:txBody>
      </p:sp>
      <p:sp>
        <p:nvSpPr>
          <p:cNvPr id="62" name="Textfeld 39">
            <a:extLst>
              <a:ext uri="{FF2B5EF4-FFF2-40B4-BE49-F238E27FC236}">
                <a16:creationId xmlns:a16="http://schemas.microsoft.com/office/drawing/2014/main" id="{C24C74D1-DD5C-9A08-631A-8B700E774E2C}"/>
              </a:ext>
            </a:extLst>
          </p:cNvPr>
          <p:cNvSpPr txBox="1"/>
          <p:nvPr/>
        </p:nvSpPr>
        <p:spPr>
          <a:xfrm>
            <a:off x="7566709" y="4282609"/>
            <a:ext cx="288563" cy="194400"/>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H5b</a:t>
            </a:r>
          </a:p>
        </p:txBody>
      </p:sp>
      <p:sp>
        <p:nvSpPr>
          <p:cNvPr id="63" name="Textfeld 62">
            <a:extLst>
              <a:ext uri="{FF2B5EF4-FFF2-40B4-BE49-F238E27FC236}">
                <a16:creationId xmlns:a16="http://schemas.microsoft.com/office/drawing/2014/main" id="{3418AE22-8E26-09D0-A8B0-2499B24A0EC4}"/>
              </a:ext>
            </a:extLst>
          </p:cNvPr>
          <p:cNvSpPr txBox="1"/>
          <p:nvPr/>
        </p:nvSpPr>
        <p:spPr>
          <a:xfrm>
            <a:off x="4043207" y="4180315"/>
            <a:ext cx="1008000" cy="194701"/>
          </a:xfrm>
          <a:prstGeom prst="rect">
            <a:avLst/>
          </a:prstGeom>
          <a:noFill/>
        </p:spPr>
        <p:txBody>
          <a:bodyPr vert="horz" wrap="square" lIns="0" tIns="0" rIns="0" bIns="0" rtlCol="0">
            <a:noAutofit/>
          </a:bodyPr>
          <a:lstStyle/>
          <a:p>
            <a:pPr algn="ctr"/>
            <a:r>
              <a:rPr lang="en-US" sz="1200" noProof="1">
                <a:cs typeface="Times New Roman" panose="02020603050405020304" pitchFamily="18" charset="0"/>
              </a:rPr>
              <a:t>H1b, H2b, H3b</a:t>
            </a:r>
          </a:p>
        </p:txBody>
      </p:sp>
      <p:sp>
        <p:nvSpPr>
          <p:cNvPr id="64" name="Rectangle 63">
            <a:extLst>
              <a:ext uri="{FF2B5EF4-FFF2-40B4-BE49-F238E27FC236}">
                <a16:creationId xmlns:a16="http://schemas.microsoft.com/office/drawing/2014/main" id="{46C517F1-A5AF-645C-F933-7ED6FAD4F601}"/>
              </a:ext>
            </a:extLst>
          </p:cNvPr>
          <p:cNvSpPr/>
          <p:nvPr/>
        </p:nvSpPr>
        <p:spPr>
          <a:xfrm>
            <a:off x="6612798" y="2754301"/>
            <a:ext cx="1820991" cy="83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1147905"/>
      </p:ext>
    </p:extLst>
  </p:cSld>
  <p:clrMapOvr>
    <a:masterClrMapping/>
  </p:clrMapOvr>
</p:sld>
</file>

<file path=ppt/theme/theme1.xml><?xml version="1.0" encoding="utf-8"?>
<a:theme xmlns:a="http://schemas.openxmlformats.org/drawingml/2006/main" name="FIM/FIT">
  <a:themeElements>
    <a:clrScheme name="Benutzerdefiniert 7">
      <a:dk1>
        <a:srgbClr val="000000"/>
      </a:dk1>
      <a:lt1>
        <a:srgbClr val="FFFFFF"/>
      </a:lt1>
      <a:dk2>
        <a:srgbClr val="B10034"/>
      </a:dk2>
      <a:lt2>
        <a:srgbClr val="D9D9D9"/>
      </a:lt2>
      <a:accent1>
        <a:srgbClr val="B10034"/>
      </a:accent1>
      <a:accent2>
        <a:srgbClr val="8C8C8C"/>
      </a:accent2>
      <a:accent3>
        <a:srgbClr val="646464"/>
      </a:accent3>
      <a:accent4>
        <a:srgbClr val="A6BBC8"/>
      </a:accent4>
      <a:accent5>
        <a:srgbClr val="4F788C"/>
      </a:accent5>
      <a:accent6>
        <a:srgbClr val="179C7D"/>
      </a:accent6>
      <a:hlink>
        <a:srgbClr val="B10034"/>
      </a:hlink>
      <a:folHlink>
        <a:srgbClr val="4F788C"/>
      </a:folHlink>
    </a:clrScheme>
    <a:fontScheme name="fim/fit">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oAutofit/>
      </a:bodyPr>
      <a:lstStyle>
        <a:defPPr marL="285750" indent="-285750" algn="l">
          <a:buFont typeface="Wingdings" panose="05000000000000000000" pitchFamily="2" charset="2"/>
          <a:buChar char="§"/>
          <a:defRPr sz="1400" dirty="0" smtClean="0">
            <a:solidFill>
              <a:schemeClr val="accent3">
                <a:lumMod val="75000"/>
              </a:schemeClr>
            </a:solidFill>
          </a:defRPr>
        </a:defPPr>
      </a:lstStyle>
    </a:txDef>
  </a:objectDefaults>
  <a:extraClrSchemeLst/>
  <a:extLst>
    <a:ext uri="{05A4C25C-085E-4340-85A3-A5531E510DB2}">
      <thm15:themeFamily xmlns:thm15="http://schemas.microsoft.com/office/thememl/2012/main" name="Präsentation1" id="{608A692B-532E-4B43-92CC-F96562146CDB}" vid="{7B41A2DD-AF49-41CC-BF6B-9B2229D65CFF}"/>
    </a:ext>
  </a:extLst>
</a:theme>
</file>

<file path=ppt/theme/theme2.xml><?xml version="1.0" encoding="utf-8"?>
<a:theme xmlns:a="http://schemas.openxmlformats.org/drawingml/2006/main" name="Universität Hohenheim">
  <a:themeElements>
    <a:clrScheme name="UHOH">
      <a:dk1>
        <a:srgbClr val="000000"/>
      </a:dk1>
      <a:lt1>
        <a:srgbClr val="FFFFFF"/>
      </a:lt1>
      <a:dk2>
        <a:srgbClr val="004080"/>
      </a:dk2>
      <a:lt2>
        <a:srgbClr val="D9D9D9"/>
      </a:lt2>
      <a:accent1>
        <a:srgbClr val="FFF0C8"/>
      </a:accent1>
      <a:accent2>
        <a:srgbClr val="2694FE"/>
      </a:accent2>
      <a:accent3>
        <a:srgbClr val="889194"/>
      </a:accent3>
      <a:accent4>
        <a:srgbClr val="D2E9FF"/>
      </a:accent4>
      <a:accent5>
        <a:srgbClr val="179C7D"/>
      </a:accent5>
      <a:accent6>
        <a:srgbClr val="B10034"/>
      </a:accent6>
      <a:hlink>
        <a:srgbClr val="004080"/>
      </a:hlink>
      <a:folHlink>
        <a:srgbClr val="2694FE"/>
      </a:folHlink>
    </a:clrScheme>
    <a:fontScheme name="fim/fit">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oAutofit/>
      </a:bodyPr>
      <a:lstStyle>
        <a:defPPr marL="285750" indent="-285750" algn="l">
          <a:buFont typeface="Wingdings" panose="05000000000000000000" pitchFamily="2" charset="2"/>
          <a:buChar char="§"/>
          <a:defRPr sz="1400" dirty="0" err="1" smtClean="0">
            <a:solidFill>
              <a:srgbClr val="4B4B4B"/>
            </a:solidFill>
          </a:defRPr>
        </a:defPPr>
      </a:lstStyle>
    </a:txDef>
  </a:objectDefaults>
  <a:extraClrSchemeLst/>
  <a:extLst>
    <a:ext uri="{05A4C25C-085E-4340-85A3-A5531E510DB2}">
      <thm15:themeFamily xmlns:thm15="http://schemas.microsoft.com/office/thememl/2012/main" name="Präsentation1" id="{608A692B-532E-4B43-92CC-F96562146CDB}" vid="{6A846C73-07F8-472C-A593-4172C53A20B1}"/>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932B23-11AA-0340-94D2-B824CE32BAC6}">
  <we:reference id="f5f369e5-aa35-49d7-ad7b-638152ddb008" version="1.0.0.1" store="EXCatalog" storeType="EXCatalog"/>
  <we:alternateReferences>
    <we:reference id="WA200010001" version="1.0.0.1" store="en-GB" storeType="OMEX"/>
  </we:alternateReferences>
  <we:properties>
    <we:property name="claude.fileId" value="&quot;ca8a617a-a209-497e-bb67-4fdabfc5cfda&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B2074424A9D9146B368E5FBC1A76394" ma:contentTypeVersion="10" ma:contentTypeDescription="Create a new document." ma:contentTypeScope="" ma:versionID="40e6d577c14b39160f0701956f1dbc8b">
  <xsd:schema xmlns:xsd="http://www.w3.org/2001/XMLSchema" xmlns:xs="http://www.w3.org/2001/XMLSchema" xmlns:p="http://schemas.microsoft.com/office/2006/metadata/properties" xmlns:ns2="e1017d93-650f-4fe0-bec3-9b7f23ef3f69" xmlns:ns3="7056fe9a-c958-430c-b733-6ae6d7e6e35a" targetNamespace="http://schemas.microsoft.com/office/2006/metadata/properties" ma:root="true" ma:fieldsID="dd670790a19e16549a5ec384e3edf9de" ns2:_="" ns3:_="">
    <xsd:import namespace="e1017d93-650f-4fe0-bec3-9b7f23ef3f69"/>
    <xsd:import namespace="7056fe9a-c958-430c-b733-6ae6d7e6e35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017d93-650f-4fe0-bec3-9b7f23ef3f6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Bildmarkierungen_0" ma:hidden="true" ma:internalName="lcf76f155ced4ddcb4097134ff3c332f">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56fe9a-c958-430c-b733-6ae6d7e6e35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730003e-74e0-45b2-b3ae-4e364be3a3ec}" ma:internalName="TaxCatchAll" ma:showField="CatchAllData" ma:web="7056fe9a-c958-430c-b733-6ae6d7e6e35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056fe9a-c958-430c-b733-6ae6d7e6e35a" xsi:nil="true"/>
    <lcf76f155ced4ddcb4097134ff3c332f xmlns="e1017d93-650f-4fe0-bec3-9b7f23ef3f69" xsi:nil="true"/>
  </documentManagement>
</p:properties>
</file>

<file path=customXml/itemProps1.xml><?xml version="1.0" encoding="utf-8"?>
<ds:datastoreItem xmlns:ds="http://schemas.openxmlformats.org/officeDocument/2006/customXml" ds:itemID="{BC89BF83-9F09-475B-8BE4-CDF0638EEF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017d93-650f-4fe0-bec3-9b7f23ef3f69"/>
    <ds:schemaRef ds:uri="7056fe9a-c958-430c-b733-6ae6d7e6e35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A1AC1C-FEE9-46FF-97E3-2D980C6A0139}">
  <ds:schemaRefs>
    <ds:schemaRef ds:uri="http://schemas.microsoft.com/sharepoint/v3/contenttype/forms"/>
  </ds:schemaRefs>
</ds:datastoreItem>
</file>

<file path=customXml/itemProps3.xml><?xml version="1.0" encoding="utf-8"?>
<ds:datastoreItem xmlns:ds="http://schemas.openxmlformats.org/officeDocument/2006/customXml" ds:itemID="{C1BA62DE-A85D-42F2-9269-7C5BB32494CB}">
  <ds:schemaRefs>
    <ds:schemaRef ds:uri="http://purl.org/dc/elements/1.1/"/>
    <ds:schemaRef ds:uri="7056fe9a-c958-430c-b733-6ae6d7e6e35a"/>
    <ds:schemaRef ds:uri="http://purl.org/dc/dcmitype/"/>
    <ds:schemaRef ds:uri="http://www.w3.org/XML/1998/namespace"/>
    <ds:schemaRef ds:uri="http://purl.org/dc/terms/"/>
    <ds:schemaRef ds:uri="e1017d93-650f-4fe0-bec3-9b7f23ef3f69"/>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FIT</Template>
  <TotalTime>7940</TotalTime>
  <Words>1996</Words>
  <Application>Microsoft Macintosh PowerPoint</Application>
  <PresentationFormat>Widescreen</PresentationFormat>
  <Paragraphs>352</Paragraphs>
  <Slides>29</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29</vt:i4>
      </vt:variant>
    </vt:vector>
  </HeadingPairs>
  <TitlesOfParts>
    <vt:vector size="40" baseType="lpstr">
      <vt:lpstr>Arial</vt:lpstr>
      <vt:lpstr>Calibri</vt:lpstr>
      <vt:lpstr>Cambria Math</vt:lpstr>
      <vt:lpstr>Courier New</vt:lpstr>
      <vt:lpstr>Frutiger LT Com 45 Light</vt:lpstr>
      <vt:lpstr>Rockwell</vt:lpstr>
      <vt:lpstr>Times New Roman</vt:lpstr>
      <vt:lpstr>Trebuchet MS</vt:lpstr>
      <vt:lpstr>Wingdings</vt:lpstr>
      <vt:lpstr>FIM/FIT</vt:lpstr>
      <vt:lpstr>Universität Hohenheim</vt:lpstr>
      <vt:lpstr>Shared Mental Models in Generative AI-Based Multi-Agent Systems: A Simulation Study Grounded in Human Team Cognition Theory</vt:lpstr>
      <vt:lpstr>Motivation &amp; Research Question</vt:lpstr>
      <vt:lpstr>Motivation of multi-agent systems</vt:lpstr>
      <vt:lpstr>Motivation of multi-agent systems</vt:lpstr>
      <vt:lpstr>Motivation of multi-agent systems</vt:lpstr>
      <vt:lpstr>Problem with multi-agent systems</vt:lpstr>
      <vt:lpstr>Change behaviour without changing the models parameters?</vt:lpstr>
      <vt:lpstr>Research Question I: Behavioural Approach</vt:lpstr>
      <vt:lpstr>Research Question II: Mathematical approach</vt:lpstr>
      <vt:lpstr>Theoretical Background: I-P-O &amp; SMM</vt:lpstr>
      <vt:lpstr>Input-Process-Output Framework (I-P-O)</vt:lpstr>
      <vt:lpstr>Shared mental models</vt:lpstr>
      <vt:lpstr>Theoretical Background: MAS</vt:lpstr>
      <vt:lpstr>From LLM to MAS</vt:lpstr>
      <vt:lpstr>Current state of the Art of MAS Frameworks</vt:lpstr>
      <vt:lpstr>Architecture</vt:lpstr>
      <vt:lpstr>Architecture</vt:lpstr>
      <vt:lpstr>Architecture</vt:lpstr>
      <vt:lpstr>Hidden profile paradigm as generalization of MAS</vt:lpstr>
      <vt:lpstr>Hypotheses</vt:lpstr>
      <vt:lpstr>Simulation: Independent Variables</vt:lpstr>
      <vt:lpstr>Forschungsmodell</vt:lpstr>
      <vt:lpstr>Simulation: Dependent Variables</vt:lpstr>
      <vt:lpstr>Results</vt:lpstr>
      <vt:lpstr>Descriptive statistics</vt:lpstr>
      <vt:lpstr>Hypotheses testing</vt:lpstr>
      <vt:lpstr>Top takeaways</vt:lpstr>
      <vt:lpstr>Thank you!</vt:lpstr>
      <vt:lpstr>Forschungsmodell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Hegemann, Leonard</dc:creator>
  <cp:keywords/>
  <cp:lastModifiedBy>Leonard Seraphin Hegemann</cp:lastModifiedBy>
  <cp:revision>17</cp:revision>
  <dcterms:created xsi:type="dcterms:W3CDTF">2026-04-21T15:10:41Z</dcterms:created>
  <dcterms:modified xsi:type="dcterms:W3CDTF">2026-10-19T16:03:30Z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0x0101003B2074424A9D9146B368E5FBC1A76394</vt:lpwstr>
  </property>
  <property fmtid="{D5CDD505-2E9C-101B-9397-08002B2CF9AE}" pid="3" name="MediaServiceImageTags">
    <vt:lpwstr/>
  </property>
  <property fmtid="{D5CDD505-2E9C-101B-9397-08002B2CF9AE}" pid="4" name="Order">
    <vt:r8>87800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