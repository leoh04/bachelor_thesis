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handoutMasterIdLst>
    <p:handoutMasterId r:id="rId4"/>
  </p:handoutMasterIdLst>
  <p:sldIdLst>
    <p:sldId id="260" r:id="rId2"/>
  </p:sldIdLst>
  <p:sldSz cx="30275213" cy="42803763"/>
  <p:notesSz cx="6858000" cy="9144000"/>
  <p:defaultTextStyle>
    <a:defPPr>
      <a:defRPr lang="de-DE"/>
    </a:defPPr>
    <a:lvl1pPr marL="0" algn="l" defTabSz="3506768" rtl="0" eaLnBrk="1" latinLnBrk="0" hangingPunct="1">
      <a:defRPr sz="6905" kern="1200">
        <a:solidFill>
          <a:schemeClr val="tx1"/>
        </a:solidFill>
        <a:latin typeface="+mn-lt"/>
        <a:ea typeface="+mn-ea"/>
        <a:cs typeface="+mn-cs"/>
      </a:defRPr>
    </a:lvl1pPr>
    <a:lvl2pPr marL="1753384" algn="l" defTabSz="3506768" rtl="0" eaLnBrk="1" latinLnBrk="0" hangingPunct="1">
      <a:defRPr sz="6905" kern="1200">
        <a:solidFill>
          <a:schemeClr val="tx1"/>
        </a:solidFill>
        <a:latin typeface="+mn-lt"/>
        <a:ea typeface="+mn-ea"/>
        <a:cs typeface="+mn-cs"/>
      </a:defRPr>
    </a:lvl2pPr>
    <a:lvl3pPr marL="3506768" algn="l" defTabSz="3506768" rtl="0" eaLnBrk="1" latinLnBrk="0" hangingPunct="1">
      <a:defRPr sz="6905" kern="1200">
        <a:solidFill>
          <a:schemeClr val="tx1"/>
        </a:solidFill>
        <a:latin typeface="+mn-lt"/>
        <a:ea typeface="+mn-ea"/>
        <a:cs typeface="+mn-cs"/>
      </a:defRPr>
    </a:lvl3pPr>
    <a:lvl4pPr marL="5260152" algn="l" defTabSz="3506768" rtl="0" eaLnBrk="1" latinLnBrk="0" hangingPunct="1">
      <a:defRPr sz="6905" kern="1200">
        <a:solidFill>
          <a:schemeClr val="tx1"/>
        </a:solidFill>
        <a:latin typeface="+mn-lt"/>
        <a:ea typeface="+mn-ea"/>
        <a:cs typeface="+mn-cs"/>
      </a:defRPr>
    </a:lvl4pPr>
    <a:lvl5pPr marL="7013537" algn="l" defTabSz="3506768" rtl="0" eaLnBrk="1" latinLnBrk="0" hangingPunct="1">
      <a:defRPr sz="6905" kern="1200">
        <a:solidFill>
          <a:schemeClr val="tx1"/>
        </a:solidFill>
        <a:latin typeface="+mn-lt"/>
        <a:ea typeface="+mn-ea"/>
        <a:cs typeface="+mn-cs"/>
      </a:defRPr>
    </a:lvl5pPr>
    <a:lvl6pPr marL="8766924" algn="l" defTabSz="3506768" rtl="0" eaLnBrk="1" latinLnBrk="0" hangingPunct="1">
      <a:defRPr sz="6905" kern="1200">
        <a:solidFill>
          <a:schemeClr val="tx1"/>
        </a:solidFill>
        <a:latin typeface="+mn-lt"/>
        <a:ea typeface="+mn-ea"/>
        <a:cs typeface="+mn-cs"/>
      </a:defRPr>
    </a:lvl6pPr>
    <a:lvl7pPr marL="10520304" algn="l" defTabSz="3506768" rtl="0" eaLnBrk="1" latinLnBrk="0" hangingPunct="1">
      <a:defRPr sz="6905" kern="1200">
        <a:solidFill>
          <a:schemeClr val="tx1"/>
        </a:solidFill>
        <a:latin typeface="+mn-lt"/>
        <a:ea typeface="+mn-ea"/>
        <a:cs typeface="+mn-cs"/>
      </a:defRPr>
    </a:lvl7pPr>
    <a:lvl8pPr marL="12273693" algn="l" defTabSz="3506768" rtl="0" eaLnBrk="1" latinLnBrk="0" hangingPunct="1">
      <a:defRPr sz="6905" kern="1200">
        <a:solidFill>
          <a:schemeClr val="tx1"/>
        </a:solidFill>
        <a:latin typeface="+mn-lt"/>
        <a:ea typeface="+mn-ea"/>
        <a:cs typeface="+mn-cs"/>
      </a:defRPr>
    </a:lvl8pPr>
    <a:lvl9pPr marL="14027077" algn="l" defTabSz="3506768" rtl="0" eaLnBrk="1" latinLnBrk="0" hangingPunct="1">
      <a:defRPr sz="6905"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482" userDrawn="1">
          <p15:clr>
            <a:srgbClr val="A4A3A4"/>
          </p15:clr>
        </p15:guide>
        <p15:guide id="2" pos="9536"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580" autoAdjust="0"/>
    <p:restoredTop sz="94545" autoAdjust="0"/>
  </p:normalViewPr>
  <p:slideViewPr>
    <p:cSldViewPr snapToGrid="0" showGuides="1">
      <p:cViewPr>
        <p:scale>
          <a:sx n="23" d="100"/>
          <a:sy n="23" d="100"/>
        </p:scale>
        <p:origin x="5184" y="336"/>
      </p:cViewPr>
      <p:guideLst>
        <p:guide orient="horz" pos="13482"/>
        <p:guide pos="9536"/>
      </p:guideLst>
    </p:cSldViewPr>
  </p:slideViewPr>
  <p:outlineViewPr>
    <p:cViewPr>
      <p:scale>
        <a:sx n="33" d="100"/>
        <a:sy n="33" d="100"/>
      </p:scale>
      <p:origin x="0" y="0"/>
    </p:cViewPr>
  </p:outlineViewPr>
  <p:notesTextViewPr>
    <p:cViewPr>
      <p:scale>
        <a:sx n="240" d="100"/>
        <a:sy n="240" d="100"/>
      </p:scale>
      <p:origin x="0" y="0"/>
    </p:cViewPr>
  </p:notesTextViewPr>
  <p:sorterViewPr>
    <p:cViewPr>
      <p:scale>
        <a:sx n="100" d="100"/>
        <a:sy n="100" d="100"/>
      </p:scale>
      <p:origin x="0" y="0"/>
    </p:cViewPr>
  </p:sorterViewPr>
  <p:notesViewPr>
    <p:cSldViewPr snapToGrid="0" showGuides="1">
      <p:cViewPr varScale="1">
        <p:scale>
          <a:sx n="117" d="100"/>
          <a:sy n="117" d="100"/>
        </p:scale>
        <p:origin x="5160" y="17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5B71380-2D80-C203-1E05-DA910FD36F1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E"/>
          </a:p>
        </p:txBody>
      </p:sp>
      <p:sp>
        <p:nvSpPr>
          <p:cNvPr id="3" name="Date Placeholder 2">
            <a:extLst>
              <a:ext uri="{FF2B5EF4-FFF2-40B4-BE49-F238E27FC236}">
                <a16:creationId xmlns:a16="http://schemas.microsoft.com/office/drawing/2014/main" id="{23EC7DE5-0081-9CFD-7BEA-D3F7BC5D987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0E8699C-A7A2-DC47-8C0B-759D24C52787}" type="datetimeFigureOut">
              <a:rPr lang="en-DE" smtClean="0"/>
              <a:t>27.07.26</a:t>
            </a:fld>
            <a:endParaRPr lang="en-DE"/>
          </a:p>
        </p:txBody>
      </p:sp>
      <p:sp>
        <p:nvSpPr>
          <p:cNvPr id="4" name="Footer Placeholder 3">
            <a:extLst>
              <a:ext uri="{FF2B5EF4-FFF2-40B4-BE49-F238E27FC236}">
                <a16:creationId xmlns:a16="http://schemas.microsoft.com/office/drawing/2014/main" id="{9A58B1C2-FA60-5B5C-3EC6-54F6072C543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DE"/>
          </a:p>
        </p:txBody>
      </p:sp>
      <p:sp>
        <p:nvSpPr>
          <p:cNvPr id="5" name="Slide Number Placeholder 4">
            <a:extLst>
              <a:ext uri="{FF2B5EF4-FFF2-40B4-BE49-F238E27FC236}">
                <a16:creationId xmlns:a16="http://schemas.microsoft.com/office/drawing/2014/main" id="{084E7B97-570A-AC4A-6031-EE021E65858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DB9EE07-7F21-C64E-9CF4-67B4B99B3A0F}" type="slidenum">
              <a:rPr lang="en-DE" smtClean="0"/>
              <a:t>‹#›</a:t>
            </a:fld>
            <a:endParaRPr lang="en-DE"/>
          </a:p>
        </p:txBody>
      </p:sp>
    </p:spTree>
    <p:extLst>
      <p:ext uri="{BB962C8B-B14F-4D97-AF65-F5344CB8AC3E}">
        <p14:creationId xmlns:p14="http://schemas.microsoft.com/office/powerpoint/2010/main" val="2547805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46B381-68CC-451E-A196-85699053D4FD}" type="datetimeFigureOut">
              <a:rPr lang="de-DE" smtClean="0"/>
              <a:t>27.07.26</a:t>
            </a:fld>
            <a:endParaRPr lang="de-DE"/>
          </a:p>
        </p:txBody>
      </p:sp>
      <p:sp>
        <p:nvSpPr>
          <p:cNvPr id="4" name="Folienbildplatzhalt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3CCB9B-D6C1-43AE-8DB6-4E43F0B29931}" type="slidenum">
              <a:rPr lang="de-DE" smtClean="0"/>
              <a:t>‹#›</a:t>
            </a:fld>
            <a:endParaRPr lang="de-DE"/>
          </a:p>
        </p:txBody>
      </p:sp>
    </p:spTree>
    <p:extLst>
      <p:ext uri="{BB962C8B-B14F-4D97-AF65-F5344CB8AC3E}">
        <p14:creationId xmlns:p14="http://schemas.microsoft.com/office/powerpoint/2010/main" val="1240624145"/>
      </p:ext>
    </p:extLst>
  </p:cSld>
  <p:clrMap bg1="lt1" tx1="dk1" bg2="lt2" tx2="dk2" accent1="accent1" accent2="accent2" accent3="accent3" accent4="accent4" accent5="accent5" accent6="accent6" hlink="hlink" folHlink="folHlink"/>
  <p:notesStyle>
    <a:lvl1pPr marL="0" algn="l" defTabSz="918881" rtl="0" eaLnBrk="1" latinLnBrk="0" hangingPunct="1">
      <a:defRPr sz="1206" kern="1200">
        <a:solidFill>
          <a:schemeClr val="tx1"/>
        </a:solidFill>
        <a:latin typeface="+mn-lt"/>
        <a:ea typeface="+mn-ea"/>
        <a:cs typeface="+mn-cs"/>
      </a:defRPr>
    </a:lvl1pPr>
    <a:lvl2pPr marL="459440" algn="l" defTabSz="918881" rtl="0" eaLnBrk="1" latinLnBrk="0" hangingPunct="1">
      <a:defRPr sz="1206" kern="1200">
        <a:solidFill>
          <a:schemeClr val="tx1"/>
        </a:solidFill>
        <a:latin typeface="+mn-lt"/>
        <a:ea typeface="+mn-ea"/>
        <a:cs typeface="+mn-cs"/>
      </a:defRPr>
    </a:lvl2pPr>
    <a:lvl3pPr marL="918881" algn="l" defTabSz="918881" rtl="0" eaLnBrk="1" latinLnBrk="0" hangingPunct="1">
      <a:defRPr sz="1206" kern="1200">
        <a:solidFill>
          <a:schemeClr val="tx1"/>
        </a:solidFill>
        <a:latin typeface="+mn-lt"/>
        <a:ea typeface="+mn-ea"/>
        <a:cs typeface="+mn-cs"/>
      </a:defRPr>
    </a:lvl3pPr>
    <a:lvl4pPr marL="1378321" algn="l" defTabSz="918881" rtl="0" eaLnBrk="1" latinLnBrk="0" hangingPunct="1">
      <a:defRPr sz="1206" kern="1200">
        <a:solidFill>
          <a:schemeClr val="tx1"/>
        </a:solidFill>
        <a:latin typeface="+mn-lt"/>
        <a:ea typeface="+mn-ea"/>
        <a:cs typeface="+mn-cs"/>
      </a:defRPr>
    </a:lvl4pPr>
    <a:lvl5pPr marL="1837761" algn="l" defTabSz="918881" rtl="0" eaLnBrk="1" latinLnBrk="0" hangingPunct="1">
      <a:defRPr sz="1206" kern="1200">
        <a:solidFill>
          <a:schemeClr val="tx1"/>
        </a:solidFill>
        <a:latin typeface="+mn-lt"/>
        <a:ea typeface="+mn-ea"/>
        <a:cs typeface="+mn-cs"/>
      </a:defRPr>
    </a:lvl5pPr>
    <a:lvl6pPr marL="2297201" algn="l" defTabSz="918881" rtl="0" eaLnBrk="1" latinLnBrk="0" hangingPunct="1">
      <a:defRPr sz="1206" kern="1200">
        <a:solidFill>
          <a:schemeClr val="tx1"/>
        </a:solidFill>
        <a:latin typeface="+mn-lt"/>
        <a:ea typeface="+mn-ea"/>
        <a:cs typeface="+mn-cs"/>
      </a:defRPr>
    </a:lvl6pPr>
    <a:lvl7pPr marL="2756642" algn="l" defTabSz="918881" rtl="0" eaLnBrk="1" latinLnBrk="0" hangingPunct="1">
      <a:defRPr sz="1206" kern="1200">
        <a:solidFill>
          <a:schemeClr val="tx1"/>
        </a:solidFill>
        <a:latin typeface="+mn-lt"/>
        <a:ea typeface="+mn-ea"/>
        <a:cs typeface="+mn-cs"/>
      </a:defRPr>
    </a:lvl7pPr>
    <a:lvl8pPr marL="3216082" algn="l" defTabSz="918881" rtl="0" eaLnBrk="1" latinLnBrk="0" hangingPunct="1">
      <a:defRPr sz="1206" kern="1200">
        <a:solidFill>
          <a:schemeClr val="tx1"/>
        </a:solidFill>
        <a:latin typeface="+mn-lt"/>
        <a:ea typeface="+mn-ea"/>
        <a:cs typeface="+mn-cs"/>
      </a:defRPr>
    </a:lvl8pPr>
    <a:lvl9pPr marL="3675522" algn="l" defTabSz="918881" rtl="0" eaLnBrk="1" latinLnBrk="0" hangingPunct="1">
      <a:defRPr sz="120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38388" y="1143000"/>
            <a:ext cx="2181225" cy="3086100"/>
          </a:xfrm>
        </p:spPr>
        <p:txBody>
          <a:bodyPr/>
          <a:lstStyle/>
          <a:p>
            <a:endParaRPr lang="en-DE"/>
          </a:p>
        </p:txBody>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F93CCB9B-D6C1-43AE-8DB6-4E43F0B29931}" type="slidenum">
              <a:rPr lang="de-DE" smtClean="0"/>
              <a:t>1</a:t>
            </a:fld>
            <a:endParaRPr lang="de-DE"/>
          </a:p>
        </p:txBody>
      </p:sp>
    </p:spTree>
    <p:extLst>
      <p:ext uri="{BB962C8B-B14F-4D97-AF65-F5344CB8AC3E}">
        <p14:creationId xmlns:p14="http://schemas.microsoft.com/office/powerpoint/2010/main" val="34119515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 mit Fläche">
    <p:spTree>
      <p:nvGrpSpPr>
        <p:cNvPr id="1" name=""/>
        <p:cNvGrpSpPr/>
        <p:nvPr/>
      </p:nvGrpSpPr>
      <p:grpSpPr>
        <a:xfrm>
          <a:off x="0" y="0"/>
          <a:ext cx="0" cy="0"/>
          <a:chOff x="0" y="0"/>
          <a:chExt cx="0" cy="0"/>
        </a:xfrm>
      </p:grpSpPr>
      <p:sp>
        <p:nvSpPr>
          <p:cNvPr id="27" name="Textfeld 26"/>
          <p:cNvSpPr txBox="1"/>
          <p:nvPr userDrawn="1"/>
        </p:nvSpPr>
        <p:spPr>
          <a:xfrm>
            <a:off x="22301888" y="3041484"/>
            <a:ext cx="5315551" cy="465185"/>
          </a:xfrm>
          <a:prstGeom prst="rect">
            <a:avLst/>
          </a:prstGeom>
          <a:noFill/>
        </p:spPr>
        <p:txBody>
          <a:bodyPr wrap="square" lIns="0" tIns="0" rIns="0" bIns="0" rtlCol="0">
            <a:spAutoFit/>
          </a:bodyPr>
          <a:lstStyle/>
          <a:p>
            <a:pPr marL="0" lvl="0" indent="0">
              <a:buFontTx/>
              <a:buNone/>
            </a:pPr>
            <a:r>
              <a:rPr lang="de-DE" sz="3004" b="1" spc="300" dirty="0">
                <a:solidFill>
                  <a:schemeClr val="accent3">
                    <a:lumMod val="60000"/>
                    <a:lumOff val="40000"/>
                  </a:schemeClr>
                </a:solidFill>
                <a:latin typeface="+mn-lt"/>
              </a:rPr>
              <a:t>AUTHORS</a:t>
            </a:r>
          </a:p>
        </p:txBody>
      </p:sp>
      <p:cxnSp>
        <p:nvCxnSpPr>
          <p:cNvPr id="10" name="Gerader Verbinder 9"/>
          <p:cNvCxnSpPr/>
          <p:nvPr userDrawn="1"/>
        </p:nvCxnSpPr>
        <p:spPr>
          <a:xfrm>
            <a:off x="15078544" y="39033499"/>
            <a:ext cx="0" cy="377026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Textfeld 10"/>
          <p:cNvSpPr txBox="1"/>
          <p:nvPr userDrawn="1"/>
        </p:nvSpPr>
        <p:spPr>
          <a:xfrm>
            <a:off x="15462626" y="39758120"/>
            <a:ext cx="6112576" cy="465185"/>
          </a:xfrm>
          <a:prstGeom prst="rect">
            <a:avLst/>
          </a:prstGeom>
          <a:noFill/>
        </p:spPr>
        <p:txBody>
          <a:bodyPr wrap="square" lIns="0" tIns="0" rIns="0" bIns="0" rtlCol="0">
            <a:spAutoFit/>
          </a:bodyPr>
          <a:lstStyle/>
          <a:p>
            <a:pPr marL="0" indent="0">
              <a:buFontTx/>
              <a:buNone/>
            </a:pPr>
            <a:r>
              <a:rPr lang="de-DE" sz="3004" b="1" cap="all" spc="300" baseline="0" dirty="0">
                <a:solidFill>
                  <a:schemeClr val="tx2"/>
                </a:solidFill>
                <a:latin typeface="+mn-lt"/>
              </a:rPr>
              <a:t>Partner</a:t>
            </a:r>
          </a:p>
        </p:txBody>
      </p:sp>
      <p:sp>
        <p:nvSpPr>
          <p:cNvPr id="17" name="Bildplatzhalter 16"/>
          <p:cNvSpPr>
            <a:spLocks noGrp="1"/>
          </p:cNvSpPr>
          <p:nvPr>
            <p:ph type="pic" sz="quarter" idx="18" hasCustomPrompt="1"/>
          </p:nvPr>
        </p:nvSpPr>
        <p:spPr>
          <a:xfrm>
            <a:off x="15462625" y="40366501"/>
            <a:ext cx="2162495" cy="1028381"/>
          </a:xfrm>
          <a:noFill/>
        </p:spPr>
        <p:txBody>
          <a:bodyPr/>
          <a:lstStyle>
            <a:lvl1pPr marL="0" marR="0" indent="0" algn="l" defTabSz="3493857" rtl="0" eaLnBrk="1" fontAlgn="auto" latinLnBrk="0" hangingPunct="1">
              <a:lnSpc>
                <a:spcPct val="100000"/>
              </a:lnSpc>
              <a:spcBef>
                <a:spcPts val="0"/>
              </a:spcBef>
              <a:spcAft>
                <a:spcPts val="0"/>
              </a:spcAft>
              <a:buClrTx/>
              <a:buSzTx/>
              <a:buFontTx/>
              <a:buNone/>
              <a:tabLst/>
              <a:defRPr sz="2002"/>
            </a:lvl1pPr>
            <a:lvl2pPr marL="0" indent="0">
              <a:buFontTx/>
              <a:buNone/>
              <a:defRPr/>
            </a:lvl2pPr>
            <a:lvl4pPr marL="0" indent="0">
              <a:buFontTx/>
              <a:buNone/>
              <a:defRPr sz="2002">
                <a:solidFill>
                  <a:schemeClr val="tx1">
                    <a:lumMod val="75000"/>
                  </a:schemeClr>
                </a:solidFill>
                <a:latin typeface="+mn-lt"/>
              </a:defRPr>
            </a:lvl4pPr>
          </a:lstStyle>
          <a:p>
            <a:pPr marL="0" marR="0" lvl="0" indent="0" algn="l" defTabSz="3493857" rtl="0" eaLnBrk="1" fontAlgn="auto" latinLnBrk="0" hangingPunct="1">
              <a:lnSpc>
                <a:spcPct val="100000"/>
              </a:lnSpc>
              <a:spcBef>
                <a:spcPts val="0"/>
              </a:spcBef>
              <a:spcAft>
                <a:spcPts val="0"/>
              </a:spcAft>
              <a:buClrTx/>
              <a:buSzTx/>
              <a:buFontTx/>
              <a:buNone/>
              <a:tabLst/>
              <a:defRPr/>
            </a:pPr>
            <a:r>
              <a:rPr kumimoji="0" lang="de-DE" sz="2002" b="0" i="0" u="none" strike="noStrike" kern="1200" cap="none" spc="0" normalizeH="0" baseline="0" noProof="0" dirty="0">
                <a:ln>
                  <a:noFill/>
                </a:ln>
                <a:solidFill>
                  <a:srgbClr val="525250">
                    <a:lumMod val="75000"/>
                  </a:srgbClr>
                </a:solidFill>
                <a:effectLst/>
                <a:uLnTx/>
                <a:uFillTx/>
                <a:latin typeface="+mn-lt"/>
                <a:ea typeface="+mn-ea"/>
                <a:cs typeface="+mn-cs"/>
              </a:rPr>
              <a:t>Partnerlogo einfügen</a:t>
            </a:r>
          </a:p>
          <a:p>
            <a:pPr lvl="3"/>
            <a:endParaRPr lang="de-DE" dirty="0"/>
          </a:p>
        </p:txBody>
      </p:sp>
      <p:sp>
        <p:nvSpPr>
          <p:cNvPr id="42" name="Bildplatzhalter 16"/>
          <p:cNvSpPr>
            <a:spLocks noGrp="1"/>
          </p:cNvSpPr>
          <p:nvPr>
            <p:ph type="pic" sz="quarter" idx="19" hasCustomPrompt="1"/>
          </p:nvPr>
        </p:nvSpPr>
        <p:spPr>
          <a:xfrm>
            <a:off x="19055245" y="40366501"/>
            <a:ext cx="2162495" cy="1028381"/>
          </a:xfrm>
          <a:noFill/>
        </p:spPr>
        <p:txBody>
          <a:bodyPr/>
          <a:lstStyle>
            <a:lvl1pPr marL="0" marR="0" indent="0" algn="l" defTabSz="3493857" rtl="0" eaLnBrk="1" fontAlgn="auto" latinLnBrk="0" hangingPunct="1">
              <a:lnSpc>
                <a:spcPct val="100000"/>
              </a:lnSpc>
              <a:spcBef>
                <a:spcPts val="0"/>
              </a:spcBef>
              <a:spcAft>
                <a:spcPts val="0"/>
              </a:spcAft>
              <a:buClrTx/>
              <a:buSzTx/>
              <a:buFontTx/>
              <a:buNone/>
              <a:tabLst/>
              <a:defRPr sz="2002"/>
            </a:lvl1pPr>
            <a:lvl2pPr marL="0" indent="0">
              <a:buFontTx/>
              <a:buNone/>
              <a:defRPr/>
            </a:lvl2pPr>
            <a:lvl4pPr marL="0" indent="0">
              <a:buFontTx/>
              <a:buNone/>
              <a:defRPr sz="2002">
                <a:solidFill>
                  <a:schemeClr val="tx1">
                    <a:lumMod val="75000"/>
                  </a:schemeClr>
                </a:solidFill>
                <a:latin typeface="+mn-lt"/>
              </a:defRPr>
            </a:lvl4pPr>
          </a:lstStyle>
          <a:p>
            <a:pPr marL="0" marR="0" lvl="0" indent="0" algn="l" defTabSz="3493857" rtl="0" eaLnBrk="1" fontAlgn="auto" latinLnBrk="0" hangingPunct="1">
              <a:lnSpc>
                <a:spcPct val="100000"/>
              </a:lnSpc>
              <a:spcBef>
                <a:spcPts val="0"/>
              </a:spcBef>
              <a:spcAft>
                <a:spcPts val="0"/>
              </a:spcAft>
              <a:buClrTx/>
              <a:buSzTx/>
              <a:buFontTx/>
              <a:buNone/>
              <a:tabLst/>
              <a:defRPr/>
            </a:pPr>
            <a:r>
              <a:rPr kumimoji="0" lang="de-DE" sz="2002" b="0" i="0" u="none" strike="noStrike" kern="1200" cap="none" spc="0" normalizeH="0" baseline="0" noProof="0" dirty="0">
                <a:ln>
                  <a:noFill/>
                </a:ln>
                <a:solidFill>
                  <a:srgbClr val="525250">
                    <a:lumMod val="75000"/>
                  </a:srgbClr>
                </a:solidFill>
                <a:effectLst/>
                <a:uLnTx/>
                <a:uFillTx/>
                <a:latin typeface="+mn-lt"/>
                <a:ea typeface="+mn-ea"/>
                <a:cs typeface="+mn-cs"/>
              </a:rPr>
              <a:t>Partnerlogo einfügen</a:t>
            </a:r>
          </a:p>
          <a:p>
            <a:pPr lvl="3"/>
            <a:endParaRPr lang="de-DE" dirty="0"/>
          </a:p>
        </p:txBody>
      </p:sp>
      <p:sp>
        <p:nvSpPr>
          <p:cNvPr id="43" name="Bildplatzhalter 16"/>
          <p:cNvSpPr>
            <a:spLocks noGrp="1"/>
          </p:cNvSpPr>
          <p:nvPr>
            <p:ph type="pic" sz="quarter" idx="20" hasCustomPrompt="1"/>
          </p:nvPr>
        </p:nvSpPr>
        <p:spPr>
          <a:xfrm>
            <a:off x="22647864" y="40366501"/>
            <a:ext cx="2162495" cy="1028381"/>
          </a:xfrm>
          <a:noFill/>
        </p:spPr>
        <p:txBody>
          <a:bodyPr/>
          <a:lstStyle>
            <a:lvl1pPr marL="0" marR="0" indent="0" algn="l" defTabSz="3493857" rtl="0" eaLnBrk="1" fontAlgn="auto" latinLnBrk="0" hangingPunct="1">
              <a:lnSpc>
                <a:spcPct val="100000"/>
              </a:lnSpc>
              <a:spcBef>
                <a:spcPts val="0"/>
              </a:spcBef>
              <a:spcAft>
                <a:spcPts val="0"/>
              </a:spcAft>
              <a:buClrTx/>
              <a:buSzTx/>
              <a:buFontTx/>
              <a:buNone/>
              <a:tabLst/>
              <a:defRPr sz="2002"/>
            </a:lvl1pPr>
            <a:lvl2pPr marL="0" indent="0">
              <a:buFontTx/>
              <a:buNone/>
              <a:defRPr/>
            </a:lvl2pPr>
            <a:lvl4pPr marL="0" indent="0">
              <a:buFontTx/>
              <a:buNone/>
              <a:defRPr sz="2002">
                <a:solidFill>
                  <a:schemeClr val="tx1">
                    <a:lumMod val="75000"/>
                  </a:schemeClr>
                </a:solidFill>
                <a:latin typeface="+mn-lt"/>
              </a:defRPr>
            </a:lvl4pPr>
          </a:lstStyle>
          <a:p>
            <a:pPr marL="0" marR="0" lvl="0" indent="0" algn="l" defTabSz="3493857" rtl="0" eaLnBrk="1" fontAlgn="auto" latinLnBrk="0" hangingPunct="1">
              <a:lnSpc>
                <a:spcPct val="100000"/>
              </a:lnSpc>
              <a:spcBef>
                <a:spcPts val="0"/>
              </a:spcBef>
              <a:spcAft>
                <a:spcPts val="0"/>
              </a:spcAft>
              <a:buClrTx/>
              <a:buSzTx/>
              <a:buFontTx/>
              <a:buNone/>
              <a:tabLst/>
              <a:defRPr/>
            </a:pPr>
            <a:r>
              <a:rPr kumimoji="0" lang="de-DE" sz="2002" b="0" i="0" u="none" strike="noStrike" kern="1200" cap="none" spc="0" normalizeH="0" baseline="0" noProof="0" dirty="0">
                <a:ln>
                  <a:noFill/>
                </a:ln>
                <a:solidFill>
                  <a:srgbClr val="525250">
                    <a:lumMod val="75000"/>
                  </a:srgbClr>
                </a:solidFill>
                <a:effectLst/>
                <a:uLnTx/>
                <a:uFillTx/>
                <a:latin typeface="+mn-lt"/>
                <a:ea typeface="+mn-ea"/>
                <a:cs typeface="+mn-cs"/>
              </a:rPr>
              <a:t>Partnerlogo einfügen</a:t>
            </a:r>
          </a:p>
          <a:p>
            <a:pPr lvl="3"/>
            <a:endParaRPr lang="de-DE" dirty="0"/>
          </a:p>
        </p:txBody>
      </p:sp>
      <p:sp>
        <p:nvSpPr>
          <p:cNvPr id="35" name="Bildplatzhalter 34"/>
          <p:cNvSpPr>
            <a:spLocks noGrp="1"/>
          </p:cNvSpPr>
          <p:nvPr>
            <p:ph type="pic" sz="quarter" idx="22" hasCustomPrompt="1"/>
          </p:nvPr>
        </p:nvSpPr>
        <p:spPr>
          <a:xfrm>
            <a:off x="1775051" y="39589233"/>
            <a:ext cx="2565982" cy="952770"/>
          </a:xfrm>
          <a:prstGeom prst="ellipse">
            <a:avLst/>
          </a:prstGeom>
          <a:solidFill>
            <a:schemeClr val="bg1">
              <a:lumMod val="95000"/>
            </a:schemeClr>
          </a:solidFill>
          <a:ln w="38100">
            <a:solidFill>
              <a:schemeClr val="tx2"/>
            </a:solidFill>
          </a:ln>
        </p:spPr>
        <p:txBody>
          <a:bodyPr/>
          <a:lstStyle>
            <a:lvl1pPr marL="0" marR="0" indent="0" algn="l" defTabSz="3493857" rtl="0" eaLnBrk="1" fontAlgn="auto" latinLnBrk="0" hangingPunct="1">
              <a:lnSpc>
                <a:spcPct val="100000"/>
              </a:lnSpc>
              <a:spcBef>
                <a:spcPts val="0"/>
              </a:spcBef>
              <a:spcAft>
                <a:spcPts val="0"/>
              </a:spcAft>
              <a:buClrTx/>
              <a:buSzTx/>
              <a:buFontTx/>
              <a:buNone/>
              <a:tabLst/>
              <a:defRPr/>
            </a:lvl1pPr>
            <a:lvl3pPr marL="0" indent="0">
              <a:buFont typeface="+mj-lt"/>
              <a:buNone/>
              <a:defRPr sz="1802" baseline="0">
                <a:solidFill>
                  <a:schemeClr val="tx1">
                    <a:lumMod val="75000"/>
                  </a:schemeClr>
                </a:solidFill>
                <a:latin typeface="+mn-lt"/>
              </a:defRPr>
            </a:lvl3pPr>
          </a:lstStyle>
          <a:p>
            <a:pPr marL="0" marR="0" lvl="0" indent="0" algn="l" defTabSz="3493857" rtl="0" eaLnBrk="1" fontAlgn="auto" latinLnBrk="0" hangingPunct="1">
              <a:lnSpc>
                <a:spcPct val="100000"/>
              </a:lnSpc>
              <a:spcBef>
                <a:spcPts val="0"/>
              </a:spcBef>
              <a:spcAft>
                <a:spcPts val="0"/>
              </a:spcAft>
              <a:buClrTx/>
              <a:buSzTx/>
              <a:buFontTx/>
              <a:buNone/>
              <a:tabLst/>
              <a:defRPr/>
            </a:pPr>
            <a:r>
              <a:rPr kumimoji="0" lang="de-DE" sz="2002" b="0" i="0" u="none" strike="noStrike" kern="1200" cap="none" spc="0" normalizeH="0" baseline="0" noProof="0" dirty="0">
                <a:ln>
                  <a:noFill/>
                </a:ln>
                <a:solidFill>
                  <a:srgbClr val="525250">
                    <a:lumMod val="75000"/>
                  </a:srgbClr>
                </a:solidFill>
                <a:effectLst/>
                <a:uLnTx/>
                <a:uFillTx/>
                <a:latin typeface="+mn-lt"/>
                <a:ea typeface="+mn-ea"/>
                <a:cs typeface="+mn-cs"/>
              </a:rPr>
              <a:t>Foto einfügen</a:t>
            </a:r>
          </a:p>
          <a:p>
            <a:pPr lvl="2"/>
            <a:endParaRPr lang="de-DE" dirty="0"/>
          </a:p>
        </p:txBody>
      </p:sp>
      <p:sp>
        <p:nvSpPr>
          <p:cNvPr id="16" name="Textplatzhalter 15"/>
          <p:cNvSpPr>
            <a:spLocks noGrp="1"/>
          </p:cNvSpPr>
          <p:nvPr>
            <p:ph type="body" sz="quarter" idx="28" hasCustomPrompt="1"/>
          </p:nvPr>
        </p:nvSpPr>
        <p:spPr>
          <a:xfrm>
            <a:off x="15482619" y="22040335"/>
            <a:ext cx="12949889" cy="308226"/>
          </a:xfrm>
        </p:spPr>
        <p:txBody>
          <a:bodyPr>
            <a:spAutoFit/>
          </a:bodyPr>
          <a:lstStyle>
            <a:lvl1pPr marL="0" indent="0">
              <a:lnSpc>
                <a:spcPts val="2603"/>
              </a:lnSpc>
              <a:spcAft>
                <a:spcPts val="1201"/>
              </a:spcAft>
              <a:buFontTx/>
              <a:buNone/>
              <a:defRPr sz="2002" b="0" cap="none" baseline="0">
                <a:solidFill>
                  <a:schemeClr val="tx1">
                    <a:lumMod val="75000"/>
                  </a:schemeClr>
                </a:solidFill>
                <a:latin typeface="+mn-lt"/>
              </a:defRPr>
            </a:lvl1pPr>
            <a:lvl2pPr marL="0" indent="0">
              <a:buFontTx/>
              <a:buNone/>
              <a:defRPr sz="2002"/>
            </a:lvl2pPr>
            <a:lvl3pPr>
              <a:buFontTx/>
              <a:buNone/>
              <a:defRPr sz="2002"/>
            </a:lvl3pPr>
            <a:lvl4pPr>
              <a:buFontTx/>
              <a:buNone/>
              <a:defRPr sz="2002"/>
            </a:lvl4pPr>
            <a:lvl5pPr>
              <a:buFontTx/>
              <a:buNone/>
              <a:defRPr sz="2002"/>
            </a:lvl5pPr>
          </a:lstStyle>
          <a:p>
            <a:pPr lvl="0"/>
            <a:r>
              <a:rPr lang="de-DE" dirty="0"/>
              <a:t>Bildunterschrift</a:t>
            </a:r>
          </a:p>
        </p:txBody>
      </p:sp>
      <p:sp>
        <p:nvSpPr>
          <p:cNvPr id="34" name="Textplatzhalter 15"/>
          <p:cNvSpPr>
            <a:spLocks noGrp="1"/>
          </p:cNvSpPr>
          <p:nvPr>
            <p:ph type="body" sz="quarter" idx="29" hasCustomPrompt="1"/>
          </p:nvPr>
        </p:nvSpPr>
        <p:spPr>
          <a:xfrm>
            <a:off x="22273692" y="3768057"/>
            <a:ext cx="6138822" cy="641651"/>
          </a:xfrm>
        </p:spPr>
        <p:txBody>
          <a:bodyPr/>
          <a:lstStyle>
            <a:lvl1pPr marL="457749" marR="0" indent="-457749" algn="l" defTabSz="3493857" rtl="0" eaLnBrk="1" fontAlgn="auto" latinLnBrk="0" hangingPunct="1">
              <a:lnSpc>
                <a:spcPts val="2603"/>
              </a:lnSpc>
              <a:spcBef>
                <a:spcPts val="0"/>
              </a:spcBef>
              <a:spcAft>
                <a:spcPts val="1201"/>
              </a:spcAft>
              <a:buClrTx/>
              <a:buSzTx/>
              <a:buFontTx/>
              <a:buNone/>
              <a:tabLst/>
              <a:defRPr sz="2002" b="0" cap="none" baseline="0">
                <a:solidFill>
                  <a:schemeClr val="bg1"/>
                </a:solidFill>
                <a:latin typeface="+mn-lt"/>
              </a:defRPr>
            </a:lvl1pPr>
            <a:lvl2pPr marL="0" indent="0">
              <a:buFontTx/>
              <a:buNone/>
              <a:defRPr sz="2002"/>
            </a:lvl2pPr>
            <a:lvl3pPr>
              <a:buFontTx/>
              <a:buNone/>
              <a:defRPr sz="2002"/>
            </a:lvl3pPr>
            <a:lvl4pPr>
              <a:buFontTx/>
              <a:buNone/>
              <a:defRPr sz="2002"/>
            </a:lvl4pPr>
            <a:lvl5pPr>
              <a:buFontTx/>
              <a:buNone/>
              <a:defRPr sz="2002"/>
            </a:lvl5pPr>
          </a:lstStyle>
          <a:p>
            <a:pPr marL="0" marR="0" lvl="0" indent="0" algn="l" defTabSz="3493857" rtl="0" eaLnBrk="1" fontAlgn="auto" latinLnBrk="0" hangingPunct="1">
              <a:lnSpc>
                <a:spcPts val="2603"/>
              </a:lnSpc>
              <a:spcBef>
                <a:spcPts val="0"/>
              </a:spcBef>
              <a:spcAft>
                <a:spcPts val="1201"/>
              </a:spcAft>
              <a:buClrTx/>
              <a:buSzTx/>
              <a:buFontTx/>
              <a:buNone/>
              <a:tabLst/>
              <a:defRPr/>
            </a:pPr>
            <a:r>
              <a:rPr kumimoji="0" lang="en-US" sz="2002" b="0" i="0" u="none" strike="noStrike" kern="1200" cap="none" spc="0" normalizeH="0" baseline="0" noProof="0" dirty="0">
                <a:ln>
                  <a:noFill/>
                </a:ln>
                <a:solidFill>
                  <a:prstClr val="white"/>
                </a:solidFill>
                <a:effectLst/>
                <a:uLnTx/>
                <a:uFillTx/>
                <a:latin typeface="Segoe UI Semibold"/>
                <a:ea typeface="+mn-ea"/>
                <a:cs typeface="+mn-cs"/>
              </a:rPr>
              <a:t>Name Author</a:t>
            </a:r>
            <a:br>
              <a:rPr kumimoji="0" lang="en-US" sz="2002" b="0" i="0" u="none" strike="noStrike" kern="1200" cap="none" spc="0" normalizeH="0" baseline="0" noProof="0" dirty="0">
                <a:ln>
                  <a:noFill/>
                </a:ln>
                <a:solidFill>
                  <a:prstClr val="white"/>
                </a:solidFill>
                <a:effectLst/>
                <a:uLnTx/>
                <a:uFillTx/>
                <a:latin typeface="Segoe UI Semibold"/>
                <a:ea typeface="+mn-ea"/>
                <a:cs typeface="+mn-cs"/>
              </a:rPr>
            </a:br>
            <a:r>
              <a:rPr kumimoji="0" lang="en-US" sz="2002" b="0" i="0" u="none" strike="noStrike" kern="1200" cap="none" spc="0" normalizeH="0" baseline="0" noProof="0" dirty="0">
                <a:ln>
                  <a:noFill/>
                </a:ln>
                <a:solidFill>
                  <a:prstClr val="white"/>
                </a:solidFill>
                <a:effectLst/>
                <a:uLnTx/>
                <a:uFillTx/>
                <a:latin typeface="Segoe UI Semibold"/>
                <a:ea typeface="+mn-ea"/>
                <a:cs typeface="+mn-cs"/>
              </a:rPr>
              <a:t>and Department</a:t>
            </a:r>
            <a:endParaRPr kumimoji="0" lang="de-DE" sz="2002" b="0" i="0" u="none" strike="noStrike" kern="1200" cap="none" spc="0" normalizeH="0" baseline="0" noProof="0" dirty="0">
              <a:ln>
                <a:noFill/>
              </a:ln>
              <a:solidFill>
                <a:prstClr val="white"/>
              </a:solidFill>
              <a:effectLst/>
              <a:uLnTx/>
              <a:uFillTx/>
              <a:latin typeface="Segoe UI Semibold"/>
              <a:ea typeface="+mn-ea"/>
              <a:cs typeface="+mn-cs"/>
            </a:endParaRPr>
          </a:p>
        </p:txBody>
      </p:sp>
      <p:sp>
        <p:nvSpPr>
          <p:cNvPr id="22" name="Textplatzhalter 21"/>
          <p:cNvSpPr>
            <a:spLocks noGrp="1"/>
          </p:cNvSpPr>
          <p:nvPr>
            <p:ph type="body" sz="quarter" idx="31" hasCustomPrompt="1"/>
          </p:nvPr>
        </p:nvSpPr>
        <p:spPr>
          <a:xfrm>
            <a:off x="5009779" y="40481672"/>
            <a:ext cx="9731289" cy="1720626"/>
          </a:xfrm>
        </p:spPr>
        <p:txBody>
          <a:bodyPr>
            <a:noAutofit/>
          </a:bodyPr>
          <a:lstStyle>
            <a:lvl1pPr marL="0" indent="0">
              <a:lnSpc>
                <a:spcPts val="2603"/>
              </a:lnSpc>
              <a:spcAft>
                <a:spcPts val="1201"/>
              </a:spcAft>
              <a:buFontTx/>
              <a:buNone/>
              <a:defRPr sz="2002" b="0" cap="none" baseline="0">
                <a:solidFill>
                  <a:schemeClr val="tx1">
                    <a:lumMod val="75000"/>
                  </a:schemeClr>
                </a:solidFill>
                <a:latin typeface="+mn-lt"/>
              </a:defRPr>
            </a:lvl1pPr>
            <a:lvl2pPr marL="0" indent="0">
              <a:buFontTx/>
              <a:buNone/>
              <a:defRPr sz="2002">
                <a:solidFill>
                  <a:schemeClr val="tx1">
                    <a:lumMod val="75000"/>
                  </a:schemeClr>
                </a:solidFill>
                <a:latin typeface="+mn-lt"/>
              </a:defRPr>
            </a:lvl2pPr>
            <a:lvl3pPr marL="0" indent="0">
              <a:buFontTx/>
              <a:buNone/>
              <a:defRPr sz="2002">
                <a:solidFill>
                  <a:schemeClr val="tx1">
                    <a:lumMod val="75000"/>
                  </a:schemeClr>
                </a:solidFill>
                <a:latin typeface="+mn-lt"/>
              </a:defRPr>
            </a:lvl3pPr>
            <a:lvl4pPr marL="0" indent="0">
              <a:buFontTx/>
              <a:buNone/>
              <a:defRPr sz="2002">
                <a:solidFill>
                  <a:schemeClr val="tx1">
                    <a:lumMod val="75000"/>
                  </a:schemeClr>
                </a:solidFill>
                <a:latin typeface="+mn-lt"/>
              </a:defRPr>
            </a:lvl4pPr>
            <a:lvl5pPr marL="0" indent="0">
              <a:buFontTx/>
              <a:buNone/>
              <a:defRPr sz="2002">
                <a:solidFill>
                  <a:schemeClr val="tx1">
                    <a:lumMod val="75000"/>
                  </a:schemeClr>
                </a:solidFill>
                <a:latin typeface="+mn-lt"/>
              </a:defRPr>
            </a:lvl5pPr>
          </a:lstStyle>
          <a:p>
            <a:pPr lvl="0"/>
            <a:r>
              <a:rPr lang="de-DE" dirty="0"/>
              <a:t>Vorname Nachname und Kontaktdaten eintragen</a:t>
            </a:r>
          </a:p>
        </p:txBody>
      </p:sp>
      <p:sp>
        <p:nvSpPr>
          <p:cNvPr id="38" name="Textfeld 37"/>
          <p:cNvSpPr txBox="1"/>
          <p:nvPr userDrawn="1"/>
        </p:nvSpPr>
        <p:spPr>
          <a:xfrm>
            <a:off x="5009779" y="39758120"/>
            <a:ext cx="2142420" cy="465185"/>
          </a:xfrm>
          <a:prstGeom prst="rect">
            <a:avLst/>
          </a:prstGeom>
          <a:noFill/>
        </p:spPr>
        <p:txBody>
          <a:bodyPr wrap="square" lIns="0" tIns="0" rIns="0" bIns="0" rtlCol="0">
            <a:spAutoFit/>
          </a:bodyPr>
          <a:lstStyle/>
          <a:p>
            <a:pPr marL="0" indent="0">
              <a:buFontTx/>
              <a:buNone/>
            </a:pPr>
            <a:r>
              <a:rPr lang="de-DE" sz="3004" b="1" cap="all" spc="300" baseline="0" dirty="0">
                <a:solidFill>
                  <a:schemeClr val="tx2"/>
                </a:solidFill>
                <a:latin typeface="+mn-lt"/>
              </a:rPr>
              <a:t>contact</a:t>
            </a:r>
          </a:p>
        </p:txBody>
      </p:sp>
      <p:sp>
        <p:nvSpPr>
          <p:cNvPr id="28" name="Textplatzhalter 27"/>
          <p:cNvSpPr>
            <a:spLocks noGrp="1"/>
          </p:cNvSpPr>
          <p:nvPr>
            <p:ph type="body" sz="quarter" idx="32"/>
          </p:nvPr>
        </p:nvSpPr>
        <p:spPr>
          <a:xfrm>
            <a:off x="1872234" y="10808514"/>
            <a:ext cx="26540279" cy="4045210"/>
          </a:xfrm>
        </p:spPr>
        <p:txBody>
          <a:body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2" name="Textplatzhalter 31"/>
          <p:cNvSpPr>
            <a:spLocks noGrp="1"/>
          </p:cNvSpPr>
          <p:nvPr>
            <p:ph type="body" sz="quarter" idx="33"/>
          </p:nvPr>
        </p:nvSpPr>
        <p:spPr>
          <a:xfrm>
            <a:off x="1872235" y="15363587"/>
            <a:ext cx="12868833" cy="4969630"/>
          </a:xfrm>
        </p:spPr>
        <p:txBody>
          <a:body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0" name="Inhaltsplatzhalter 39"/>
          <p:cNvSpPr>
            <a:spLocks noGrp="1"/>
          </p:cNvSpPr>
          <p:nvPr>
            <p:ph sz="quarter" idx="34"/>
          </p:nvPr>
        </p:nvSpPr>
        <p:spPr>
          <a:xfrm>
            <a:off x="15482619" y="15363587"/>
            <a:ext cx="12949889" cy="4969630"/>
          </a:xfrm>
        </p:spPr>
        <p:txBody>
          <a:body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a:p>
            <a:pPr lvl="4"/>
            <a:r>
              <a:rPr lang="de-DE" dirty="0"/>
              <a:t>Fünfte Ebene</a:t>
            </a:r>
          </a:p>
        </p:txBody>
      </p:sp>
      <p:cxnSp>
        <p:nvCxnSpPr>
          <p:cNvPr id="45" name="Gerader Verbinder 44"/>
          <p:cNvCxnSpPr/>
          <p:nvPr userDrawn="1"/>
        </p:nvCxnSpPr>
        <p:spPr>
          <a:xfrm>
            <a:off x="1079158" y="39033499"/>
            <a:ext cx="28151863"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66" name="Textplatzhalter 15"/>
          <p:cNvSpPr>
            <a:spLocks noGrp="1"/>
          </p:cNvSpPr>
          <p:nvPr>
            <p:ph type="body" sz="quarter" idx="38" hasCustomPrompt="1"/>
          </p:nvPr>
        </p:nvSpPr>
        <p:spPr>
          <a:xfrm>
            <a:off x="15482619" y="29943508"/>
            <a:ext cx="12949889" cy="308226"/>
          </a:xfrm>
        </p:spPr>
        <p:txBody>
          <a:bodyPr>
            <a:spAutoFit/>
          </a:bodyPr>
          <a:lstStyle>
            <a:lvl1pPr marL="0" indent="0">
              <a:lnSpc>
                <a:spcPts val="2603"/>
              </a:lnSpc>
              <a:spcAft>
                <a:spcPts val="1201"/>
              </a:spcAft>
              <a:buFontTx/>
              <a:buNone/>
              <a:defRPr sz="2002" b="0" cap="none" baseline="0">
                <a:solidFill>
                  <a:schemeClr val="tx1">
                    <a:lumMod val="75000"/>
                  </a:schemeClr>
                </a:solidFill>
                <a:latin typeface="+mn-lt"/>
              </a:defRPr>
            </a:lvl1pPr>
            <a:lvl2pPr marL="0" indent="0">
              <a:buFontTx/>
              <a:buNone/>
              <a:defRPr sz="2002"/>
            </a:lvl2pPr>
            <a:lvl3pPr>
              <a:buFontTx/>
              <a:buNone/>
              <a:defRPr sz="2002"/>
            </a:lvl3pPr>
            <a:lvl4pPr>
              <a:buFontTx/>
              <a:buNone/>
              <a:defRPr sz="2002"/>
            </a:lvl4pPr>
            <a:lvl5pPr>
              <a:buFontTx/>
              <a:buNone/>
              <a:defRPr sz="2002"/>
            </a:lvl5pPr>
          </a:lstStyle>
          <a:p>
            <a:pPr lvl="0"/>
            <a:r>
              <a:rPr lang="de-DE" dirty="0"/>
              <a:t>Bildunterschrift</a:t>
            </a:r>
          </a:p>
        </p:txBody>
      </p:sp>
      <p:sp>
        <p:nvSpPr>
          <p:cNvPr id="67" name="Inhaltsplatzhalter 39"/>
          <p:cNvSpPr>
            <a:spLocks noGrp="1"/>
          </p:cNvSpPr>
          <p:nvPr>
            <p:ph sz="quarter" idx="39"/>
          </p:nvPr>
        </p:nvSpPr>
        <p:spPr>
          <a:xfrm>
            <a:off x="15482619" y="23266760"/>
            <a:ext cx="12949889" cy="4969630"/>
          </a:xfrm>
        </p:spPr>
        <p:txBody>
          <a:body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8" name="Textplatzhalter 15"/>
          <p:cNvSpPr>
            <a:spLocks noGrp="1"/>
          </p:cNvSpPr>
          <p:nvPr>
            <p:ph type="body" sz="quarter" idx="40" hasCustomPrompt="1"/>
          </p:nvPr>
        </p:nvSpPr>
        <p:spPr>
          <a:xfrm>
            <a:off x="15482619" y="38222005"/>
            <a:ext cx="12949889" cy="308226"/>
          </a:xfrm>
        </p:spPr>
        <p:txBody>
          <a:bodyPr>
            <a:spAutoFit/>
          </a:bodyPr>
          <a:lstStyle>
            <a:lvl1pPr marL="0" indent="0">
              <a:lnSpc>
                <a:spcPts val="2603"/>
              </a:lnSpc>
              <a:spcAft>
                <a:spcPts val="1201"/>
              </a:spcAft>
              <a:buFontTx/>
              <a:buNone/>
              <a:defRPr sz="2002" b="0" cap="none" baseline="0">
                <a:solidFill>
                  <a:schemeClr val="tx1">
                    <a:lumMod val="75000"/>
                  </a:schemeClr>
                </a:solidFill>
                <a:latin typeface="+mn-lt"/>
              </a:defRPr>
            </a:lvl1pPr>
            <a:lvl2pPr marL="0" indent="0">
              <a:buFontTx/>
              <a:buNone/>
              <a:defRPr sz="2002"/>
            </a:lvl2pPr>
            <a:lvl3pPr>
              <a:buFontTx/>
              <a:buNone/>
              <a:defRPr sz="2002"/>
            </a:lvl3pPr>
            <a:lvl4pPr>
              <a:buFontTx/>
              <a:buNone/>
              <a:defRPr sz="2002"/>
            </a:lvl4pPr>
            <a:lvl5pPr>
              <a:buFontTx/>
              <a:buNone/>
              <a:defRPr sz="2002"/>
            </a:lvl5pPr>
          </a:lstStyle>
          <a:p>
            <a:pPr lvl="0"/>
            <a:r>
              <a:rPr lang="de-DE" dirty="0"/>
              <a:t>Bildunterschrift</a:t>
            </a:r>
          </a:p>
        </p:txBody>
      </p:sp>
      <p:sp>
        <p:nvSpPr>
          <p:cNvPr id="69" name="Inhaltsplatzhalter 39"/>
          <p:cNvSpPr>
            <a:spLocks noGrp="1"/>
          </p:cNvSpPr>
          <p:nvPr>
            <p:ph sz="quarter" idx="41"/>
          </p:nvPr>
        </p:nvSpPr>
        <p:spPr>
          <a:xfrm>
            <a:off x="15482619" y="31545258"/>
            <a:ext cx="12949889" cy="4969630"/>
          </a:xfrm>
        </p:spPr>
        <p:txBody>
          <a:body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1" name="Rechteck 30"/>
          <p:cNvSpPr/>
          <p:nvPr userDrawn="1"/>
        </p:nvSpPr>
        <p:spPr>
          <a:xfrm>
            <a:off x="1872235" y="2514606"/>
            <a:ext cx="19702967" cy="2921482"/>
          </a:xfrm>
          <a:prstGeom prst="rect">
            <a:avLst/>
          </a:prstGeom>
          <a:solidFill>
            <a:schemeClr val="accent3">
              <a:lumMod val="60000"/>
              <a:lumOff val="4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6913"/>
          </a:p>
        </p:txBody>
      </p:sp>
      <p:sp>
        <p:nvSpPr>
          <p:cNvPr id="33" name="Titel 29"/>
          <p:cNvSpPr>
            <a:spLocks noGrp="1"/>
          </p:cNvSpPr>
          <p:nvPr>
            <p:ph type="title"/>
          </p:nvPr>
        </p:nvSpPr>
        <p:spPr>
          <a:xfrm>
            <a:off x="1872236" y="2514609"/>
            <a:ext cx="19702967" cy="2921481"/>
          </a:xfrm>
        </p:spPr>
        <p:txBody>
          <a:bodyPr/>
          <a:lstStyle/>
          <a:p>
            <a:r>
              <a:rPr lang="de-DE" dirty="0"/>
              <a:t>Titelmasterformat durch Klicken bearbeiten</a:t>
            </a:r>
          </a:p>
        </p:txBody>
      </p:sp>
    </p:spTree>
    <p:extLst>
      <p:ext uri="{BB962C8B-B14F-4D97-AF65-F5344CB8AC3E}">
        <p14:creationId xmlns:p14="http://schemas.microsoft.com/office/powerpoint/2010/main" val="4923733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mit Fläche, Variante">
    <p:spTree>
      <p:nvGrpSpPr>
        <p:cNvPr id="1" name=""/>
        <p:cNvGrpSpPr/>
        <p:nvPr/>
      </p:nvGrpSpPr>
      <p:grpSpPr>
        <a:xfrm>
          <a:off x="0" y="0"/>
          <a:ext cx="0" cy="0"/>
          <a:chOff x="0" y="0"/>
          <a:chExt cx="0" cy="0"/>
        </a:xfrm>
      </p:grpSpPr>
      <p:sp>
        <p:nvSpPr>
          <p:cNvPr id="19" name="Rechteck 18"/>
          <p:cNvSpPr/>
          <p:nvPr userDrawn="1"/>
        </p:nvSpPr>
        <p:spPr>
          <a:xfrm>
            <a:off x="980332" y="3000064"/>
            <a:ext cx="20375848" cy="2901956"/>
          </a:xfrm>
          <a:prstGeom prst="rect">
            <a:avLst/>
          </a:prstGeom>
          <a:solidFill>
            <a:schemeClr val="accent3">
              <a:lumMod val="60000"/>
              <a:lumOff val="4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6913"/>
          </a:p>
        </p:txBody>
      </p:sp>
      <p:sp>
        <p:nvSpPr>
          <p:cNvPr id="27" name="Textfeld 26"/>
          <p:cNvSpPr txBox="1"/>
          <p:nvPr userDrawn="1"/>
        </p:nvSpPr>
        <p:spPr>
          <a:xfrm>
            <a:off x="22301888" y="3232466"/>
            <a:ext cx="5315551" cy="465185"/>
          </a:xfrm>
          <a:prstGeom prst="rect">
            <a:avLst/>
          </a:prstGeom>
          <a:noFill/>
        </p:spPr>
        <p:txBody>
          <a:bodyPr wrap="square" lIns="0" tIns="0" rIns="0" bIns="0" rtlCol="0">
            <a:spAutoFit/>
          </a:bodyPr>
          <a:lstStyle/>
          <a:p>
            <a:r>
              <a:rPr lang="de-DE" sz="3004" b="1" spc="300" dirty="0">
                <a:solidFill>
                  <a:schemeClr val="accent3"/>
                </a:solidFill>
                <a:latin typeface="+mn-lt"/>
              </a:rPr>
              <a:t>AUTHOR</a:t>
            </a:r>
          </a:p>
        </p:txBody>
      </p:sp>
      <p:sp>
        <p:nvSpPr>
          <p:cNvPr id="30" name="Titel 29"/>
          <p:cNvSpPr>
            <a:spLocks noGrp="1"/>
          </p:cNvSpPr>
          <p:nvPr>
            <p:ph type="title"/>
          </p:nvPr>
        </p:nvSpPr>
        <p:spPr>
          <a:xfrm>
            <a:off x="980331" y="2979331"/>
            <a:ext cx="20375849" cy="2901956"/>
          </a:xfrm>
        </p:spPr>
        <p:txBody>
          <a:bodyPr/>
          <a:lstStyle/>
          <a:p>
            <a:r>
              <a:rPr lang="de-DE" dirty="0"/>
              <a:t>Titelmasterformat durch Klicken bearbeiten</a:t>
            </a:r>
          </a:p>
        </p:txBody>
      </p:sp>
      <p:sp>
        <p:nvSpPr>
          <p:cNvPr id="28" name="Textplatzhalter 35"/>
          <p:cNvSpPr>
            <a:spLocks noGrp="1"/>
          </p:cNvSpPr>
          <p:nvPr>
            <p:ph type="body" sz="quarter" idx="10" hasCustomPrompt="1"/>
          </p:nvPr>
        </p:nvSpPr>
        <p:spPr>
          <a:xfrm>
            <a:off x="1872235" y="10808516"/>
            <a:ext cx="12868833" cy="2402645"/>
          </a:xfrm>
        </p:spPr>
        <p:txBody>
          <a:bodyPr/>
          <a:lstStyle>
            <a:lvl4pPr>
              <a:lnSpc>
                <a:spcPts val="3604"/>
              </a:lnSpc>
              <a:defRPr/>
            </a:lvl4pPr>
          </a:lstStyle>
          <a:p>
            <a:pPr lvl="1"/>
            <a:r>
              <a:rPr lang="de-DE" dirty="0"/>
              <a:t>Zweite Ebene</a:t>
            </a:r>
          </a:p>
          <a:p>
            <a:pPr lvl="2"/>
            <a:r>
              <a:rPr lang="de-DE" dirty="0"/>
              <a:t>Dritte Ebene</a:t>
            </a:r>
          </a:p>
          <a:p>
            <a:pPr lvl="3"/>
            <a:r>
              <a:rPr lang="de-DE" dirty="0"/>
              <a:t>Vierte Ebene</a:t>
            </a:r>
          </a:p>
          <a:p>
            <a:pPr lvl="4"/>
            <a:r>
              <a:rPr lang="de-DE" dirty="0"/>
              <a:t>Fünfte Ebene</a:t>
            </a:r>
          </a:p>
        </p:txBody>
      </p:sp>
      <p:sp>
        <p:nvSpPr>
          <p:cNvPr id="40" name="Textfeld 39"/>
          <p:cNvSpPr txBox="1"/>
          <p:nvPr userDrawn="1"/>
        </p:nvSpPr>
        <p:spPr>
          <a:xfrm>
            <a:off x="3351867" y="40191001"/>
            <a:ext cx="2142420" cy="465185"/>
          </a:xfrm>
          <a:prstGeom prst="rect">
            <a:avLst/>
          </a:prstGeom>
          <a:noFill/>
        </p:spPr>
        <p:txBody>
          <a:bodyPr wrap="square" lIns="0" tIns="0" rIns="0" bIns="0" rtlCol="0">
            <a:spAutoFit/>
          </a:bodyPr>
          <a:lstStyle/>
          <a:p>
            <a:pPr marL="0" indent="0">
              <a:buFontTx/>
              <a:buNone/>
            </a:pPr>
            <a:r>
              <a:rPr lang="de-DE" sz="3004" b="1" cap="all" spc="300" baseline="0" dirty="0">
                <a:solidFill>
                  <a:schemeClr val="tx2"/>
                </a:solidFill>
                <a:latin typeface="+mn-lt"/>
              </a:rPr>
              <a:t>contact</a:t>
            </a:r>
          </a:p>
        </p:txBody>
      </p:sp>
      <p:cxnSp>
        <p:nvCxnSpPr>
          <p:cNvPr id="41" name="Gerader Verbinder 40"/>
          <p:cNvCxnSpPr>
            <a:cxnSpLocks/>
          </p:cNvCxnSpPr>
          <p:nvPr userDrawn="1"/>
        </p:nvCxnSpPr>
        <p:spPr>
          <a:xfrm>
            <a:off x="980331" y="40091686"/>
            <a:ext cx="28800824"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2" name="Textplatzhalter 15"/>
          <p:cNvSpPr>
            <a:spLocks noGrp="1"/>
          </p:cNvSpPr>
          <p:nvPr>
            <p:ph type="body" sz="quarter" idx="28" hasCustomPrompt="1"/>
          </p:nvPr>
        </p:nvSpPr>
        <p:spPr>
          <a:xfrm>
            <a:off x="15482619" y="19291243"/>
            <a:ext cx="12949889" cy="308226"/>
          </a:xfrm>
        </p:spPr>
        <p:txBody>
          <a:bodyPr>
            <a:spAutoFit/>
          </a:bodyPr>
          <a:lstStyle>
            <a:lvl1pPr marL="0" indent="0">
              <a:lnSpc>
                <a:spcPts val="2603"/>
              </a:lnSpc>
              <a:spcAft>
                <a:spcPts val="1201"/>
              </a:spcAft>
              <a:buFontTx/>
              <a:buNone/>
              <a:defRPr sz="2002" b="0" cap="none" baseline="0">
                <a:solidFill>
                  <a:schemeClr val="tx1">
                    <a:lumMod val="75000"/>
                  </a:schemeClr>
                </a:solidFill>
                <a:latin typeface="+mn-lt"/>
              </a:defRPr>
            </a:lvl1pPr>
            <a:lvl2pPr marL="0" indent="0">
              <a:buFontTx/>
              <a:buNone/>
              <a:defRPr sz="2002"/>
            </a:lvl2pPr>
            <a:lvl3pPr>
              <a:buFontTx/>
              <a:buNone/>
              <a:defRPr sz="2002"/>
            </a:lvl3pPr>
            <a:lvl4pPr>
              <a:buFontTx/>
              <a:buNone/>
              <a:defRPr sz="2002"/>
            </a:lvl4pPr>
            <a:lvl5pPr>
              <a:buFontTx/>
              <a:buNone/>
              <a:defRPr sz="2002"/>
            </a:lvl5pPr>
          </a:lstStyle>
          <a:p>
            <a:pPr lvl="0"/>
            <a:r>
              <a:rPr lang="de-DE" dirty="0"/>
              <a:t>Bildunterschrift</a:t>
            </a:r>
          </a:p>
        </p:txBody>
      </p:sp>
      <p:sp>
        <p:nvSpPr>
          <p:cNvPr id="43" name="Inhaltsplatzhalter 39"/>
          <p:cNvSpPr>
            <a:spLocks noGrp="1"/>
          </p:cNvSpPr>
          <p:nvPr>
            <p:ph sz="quarter" idx="34"/>
          </p:nvPr>
        </p:nvSpPr>
        <p:spPr>
          <a:xfrm>
            <a:off x="15462625" y="10808516"/>
            <a:ext cx="12949889" cy="4969630"/>
          </a:xfrm>
        </p:spPr>
        <p:txBody>
          <a:body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5" name="Textplatzhalter 15"/>
          <p:cNvSpPr>
            <a:spLocks noGrp="1"/>
          </p:cNvSpPr>
          <p:nvPr>
            <p:ph type="body" sz="quarter" idx="35" hasCustomPrompt="1"/>
          </p:nvPr>
        </p:nvSpPr>
        <p:spPr>
          <a:xfrm>
            <a:off x="15502613" y="28705887"/>
            <a:ext cx="12949889" cy="308226"/>
          </a:xfrm>
        </p:spPr>
        <p:txBody>
          <a:bodyPr>
            <a:spAutoFit/>
          </a:bodyPr>
          <a:lstStyle>
            <a:lvl1pPr marL="0" indent="0">
              <a:lnSpc>
                <a:spcPts val="2603"/>
              </a:lnSpc>
              <a:spcAft>
                <a:spcPts val="1201"/>
              </a:spcAft>
              <a:buFontTx/>
              <a:buNone/>
              <a:defRPr sz="2002" b="0" cap="none" baseline="0">
                <a:solidFill>
                  <a:schemeClr val="tx1">
                    <a:lumMod val="75000"/>
                  </a:schemeClr>
                </a:solidFill>
                <a:latin typeface="+mn-lt"/>
              </a:defRPr>
            </a:lvl1pPr>
            <a:lvl2pPr marL="0" indent="0">
              <a:buFontTx/>
              <a:buNone/>
              <a:defRPr sz="2002"/>
            </a:lvl2pPr>
            <a:lvl3pPr>
              <a:buFontTx/>
              <a:buNone/>
              <a:defRPr sz="2002"/>
            </a:lvl3pPr>
            <a:lvl4pPr>
              <a:buFontTx/>
              <a:buNone/>
              <a:defRPr sz="2002"/>
            </a:lvl4pPr>
            <a:lvl5pPr>
              <a:buFontTx/>
              <a:buNone/>
              <a:defRPr sz="2002"/>
            </a:lvl5pPr>
          </a:lstStyle>
          <a:p>
            <a:pPr lvl="0"/>
            <a:r>
              <a:rPr lang="de-DE" dirty="0"/>
              <a:t>Bildunterschrift</a:t>
            </a:r>
          </a:p>
        </p:txBody>
      </p:sp>
      <p:sp>
        <p:nvSpPr>
          <p:cNvPr id="59" name="Inhaltsplatzhalter 39"/>
          <p:cNvSpPr>
            <a:spLocks noGrp="1"/>
          </p:cNvSpPr>
          <p:nvPr>
            <p:ph sz="quarter" idx="36"/>
          </p:nvPr>
        </p:nvSpPr>
        <p:spPr>
          <a:xfrm>
            <a:off x="15482619" y="20223160"/>
            <a:ext cx="12949889" cy="4969630"/>
          </a:xfrm>
        </p:spPr>
        <p:txBody>
          <a:body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0" name="Textplatzhalter 15"/>
          <p:cNvSpPr>
            <a:spLocks noGrp="1"/>
          </p:cNvSpPr>
          <p:nvPr>
            <p:ph type="body" sz="quarter" idx="37" hasCustomPrompt="1"/>
          </p:nvPr>
        </p:nvSpPr>
        <p:spPr>
          <a:xfrm>
            <a:off x="15522608" y="38120873"/>
            <a:ext cx="12949889" cy="308226"/>
          </a:xfrm>
        </p:spPr>
        <p:txBody>
          <a:bodyPr>
            <a:spAutoFit/>
          </a:bodyPr>
          <a:lstStyle>
            <a:lvl1pPr marL="0" indent="0">
              <a:lnSpc>
                <a:spcPts val="2603"/>
              </a:lnSpc>
              <a:spcAft>
                <a:spcPts val="1201"/>
              </a:spcAft>
              <a:buFontTx/>
              <a:buNone/>
              <a:defRPr sz="2002" b="0" cap="none" baseline="0">
                <a:solidFill>
                  <a:schemeClr val="tx1">
                    <a:lumMod val="75000"/>
                  </a:schemeClr>
                </a:solidFill>
                <a:latin typeface="+mn-lt"/>
              </a:defRPr>
            </a:lvl1pPr>
            <a:lvl2pPr marL="0" indent="0">
              <a:buFontTx/>
              <a:buNone/>
              <a:defRPr sz="2002"/>
            </a:lvl2pPr>
            <a:lvl3pPr>
              <a:buFontTx/>
              <a:buNone/>
              <a:defRPr sz="2002"/>
            </a:lvl3pPr>
            <a:lvl4pPr>
              <a:buFontTx/>
              <a:buNone/>
              <a:defRPr sz="2002"/>
            </a:lvl4pPr>
            <a:lvl5pPr>
              <a:buFontTx/>
              <a:buNone/>
              <a:defRPr sz="2002"/>
            </a:lvl5pPr>
          </a:lstStyle>
          <a:p>
            <a:pPr lvl="0"/>
            <a:r>
              <a:rPr lang="de-DE" dirty="0"/>
              <a:t>Bildunterschrift</a:t>
            </a:r>
          </a:p>
        </p:txBody>
      </p:sp>
      <p:sp>
        <p:nvSpPr>
          <p:cNvPr id="61" name="Inhaltsplatzhalter 39"/>
          <p:cNvSpPr>
            <a:spLocks noGrp="1"/>
          </p:cNvSpPr>
          <p:nvPr>
            <p:ph sz="quarter" idx="38"/>
          </p:nvPr>
        </p:nvSpPr>
        <p:spPr>
          <a:xfrm>
            <a:off x="15502613" y="29638146"/>
            <a:ext cx="12949889" cy="4969630"/>
          </a:xfrm>
        </p:spPr>
        <p:txBody>
          <a:body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2" name="Textplatzhalter 21"/>
          <p:cNvSpPr>
            <a:spLocks noGrp="1"/>
          </p:cNvSpPr>
          <p:nvPr>
            <p:ph type="body" sz="quarter" idx="31" hasCustomPrompt="1"/>
          </p:nvPr>
        </p:nvSpPr>
        <p:spPr>
          <a:xfrm>
            <a:off x="1872235" y="40956323"/>
            <a:ext cx="9731289" cy="1720626"/>
          </a:xfrm>
        </p:spPr>
        <p:txBody>
          <a:bodyPr>
            <a:noAutofit/>
          </a:bodyPr>
          <a:lstStyle>
            <a:lvl1pPr marL="0" indent="0">
              <a:lnSpc>
                <a:spcPts val="2603"/>
              </a:lnSpc>
              <a:spcAft>
                <a:spcPts val="1201"/>
              </a:spcAft>
              <a:buFontTx/>
              <a:buNone/>
              <a:defRPr sz="2002" b="0" cap="none" baseline="0">
                <a:solidFill>
                  <a:schemeClr val="tx1">
                    <a:lumMod val="75000"/>
                  </a:schemeClr>
                </a:solidFill>
                <a:latin typeface="+mn-lt"/>
              </a:defRPr>
            </a:lvl1pPr>
            <a:lvl2pPr marL="0" indent="0">
              <a:buFontTx/>
              <a:buNone/>
              <a:defRPr sz="2002">
                <a:solidFill>
                  <a:schemeClr val="tx1">
                    <a:lumMod val="75000"/>
                  </a:schemeClr>
                </a:solidFill>
                <a:latin typeface="+mn-lt"/>
              </a:defRPr>
            </a:lvl2pPr>
            <a:lvl3pPr marL="0" indent="0">
              <a:buFontTx/>
              <a:buNone/>
              <a:defRPr sz="2002">
                <a:solidFill>
                  <a:schemeClr val="tx1">
                    <a:lumMod val="75000"/>
                  </a:schemeClr>
                </a:solidFill>
                <a:latin typeface="+mn-lt"/>
              </a:defRPr>
            </a:lvl3pPr>
            <a:lvl4pPr marL="0" indent="0">
              <a:buFontTx/>
              <a:buNone/>
              <a:defRPr sz="2002">
                <a:solidFill>
                  <a:schemeClr val="tx1">
                    <a:lumMod val="75000"/>
                  </a:schemeClr>
                </a:solidFill>
                <a:latin typeface="+mn-lt"/>
              </a:defRPr>
            </a:lvl4pPr>
            <a:lvl5pPr marL="0" indent="0">
              <a:buFontTx/>
              <a:buNone/>
              <a:defRPr sz="2002">
                <a:solidFill>
                  <a:schemeClr val="tx1">
                    <a:lumMod val="75000"/>
                  </a:schemeClr>
                </a:solidFill>
                <a:latin typeface="+mn-lt"/>
              </a:defRPr>
            </a:lvl5pPr>
          </a:lstStyle>
          <a:p>
            <a:pPr lvl="0"/>
            <a:r>
              <a:rPr lang="de-DE" dirty="0"/>
              <a:t>Vorname Nachname und Kontaktdaten eintragen</a:t>
            </a:r>
          </a:p>
        </p:txBody>
      </p:sp>
      <p:sp>
        <p:nvSpPr>
          <p:cNvPr id="63" name="Textplatzhalter 15"/>
          <p:cNvSpPr>
            <a:spLocks noGrp="1"/>
          </p:cNvSpPr>
          <p:nvPr>
            <p:ph type="body" sz="quarter" idx="29" hasCustomPrompt="1"/>
          </p:nvPr>
        </p:nvSpPr>
        <p:spPr>
          <a:xfrm>
            <a:off x="22301887" y="3992909"/>
            <a:ext cx="6138822" cy="641651"/>
          </a:xfrm>
        </p:spPr>
        <p:txBody>
          <a:bodyPr/>
          <a:lstStyle>
            <a:lvl1pPr marL="457749" marR="0" indent="-457749" algn="l" defTabSz="3493857" rtl="0" eaLnBrk="1" fontAlgn="auto" latinLnBrk="0" hangingPunct="1">
              <a:lnSpc>
                <a:spcPts val="2603"/>
              </a:lnSpc>
              <a:spcBef>
                <a:spcPts val="0"/>
              </a:spcBef>
              <a:spcAft>
                <a:spcPts val="1201"/>
              </a:spcAft>
              <a:buClrTx/>
              <a:buSzTx/>
              <a:buFontTx/>
              <a:buNone/>
              <a:tabLst/>
              <a:defRPr sz="2002" b="0" baseline="0">
                <a:solidFill>
                  <a:schemeClr val="bg1"/>
                </a:solidFill>
                <a:latin typeface="+mn-lt"/>
              </a:defRPr>
            </a:lvl1pPr>
            <a:lvl2pPr marL="0" indent="0">
              <a:buFontTx/>
              <a:buNone/>
              <a:defRPr sz="2002"/>
            </a:lvl2pPr>
            <a:lvl3pPr>
              <a:buFontTx/>
              <a:buNone/>
              <a:defRPr sz="2002"/>
            </a:lvl3pPr>
            <a:lvl4pPr>
              <a:buFontTx/>
              <a:buNone/>
              <a:defRPr sz="2002"/>
            </a:lvl4pPr>
            <a:lvl5pPr>
              <a:buFontTx/>
              <a:buNone/>
              <a:defRPr sz="2002"/>
            </a:lvl5pPr>
          </a:lstStyle>
          <a:p>
            <a:pPr marL="0" marR="0" lvl="0" indent="0" algn="l" defTabSz="3493857" rtl="0" eaLnBrk="1" fontAlgn="auto" latinLnBrk="0" hangingPunct="1">
              <a:lnSpc>
                <a:spcPts val="2603"/>
              </a:lnSpc>
              <a:spcBef>
                <a:spcPts val="0"/>
              </a:spcBef>
              <a:spcAft>
                <a:spcPts val="1201"/>
              </a:spcAft>
              <a:buClrTx/>
              <a:buSzTx/>
              <a:buFontTx/>
              <a:buNone/>
              <a:tabLst/>
              <a:defRPr/>
            </a:pPr>
            <a:r>
              <a:rPr kumimoji="0" lang="en-US" sz="2002" b="0" i="0" u="none" strike="noStrike" kern="1200" cap="none" spc="0" normalizeH="0" baseline="0" noProof="0" dirty="0">
                <a:ln>
                  <a:noFill/>
                </a:ln>
                <a:solidFill>
                  <a:prstClr val="white"/>
                </a:solidFill>
                <a:effectLst/>
                <a:uLnTx/>
                <a:uFillTx/>
                <a:latin typeface="Segoe UI Semibold"/>
                <a:ea typeface="+mn-ea"/>
                <a:cs typeface="+mn-cs"/>
              </a:rPr>
              <a:t>Name Author</a:t>
            </a:r>
            <a:br>
              <a:rPr kumimoji="0" lang="en-US" sz="2002" b="0" i="0" u="none" strike="noStrike" kern="1200" cap="none" spc="0" normalizeH="0" baseline="0" noProof="0" dirty="0">
                <a:ln>
                  <a:noFill/>
                </a:ln>
                <a:solidFill>
                  <a:prstClr val="white"/>
                </a:solidFill>
                <a:effectLst/>
                <a:uLnTx/>
                <a:uFillTx/>
                <a:latin typeface="Segoe UI Semibold"/>
                <a:ea typeface="+mn-ea"/>
                <a:cs typeface="+mn-cs"/>
              </a:rPr>
            </a:br>
            <a:r>
              <a:rPr kumimoji="0" lang="en-US" sz="2002" b="0" i="0" u="none" strike="noStrike" kern="1200" cap="none" spc="0" normalizeH="0" baseline="0" noProof="0" dirty="0">
                <a:ln>
                  <a:noFill/>
                </a:ln>
                <a:solidFill>
                  <a:prstClr val="white"/>
                </a:solidFill>
                <a:effectLst/>
                <a:uLnTx/>
                <a:uFillTx/>
                <a:latin typeface="Segoe UI Semibold"/>
                <a:ea typeface="+mn-ea"/>
                <a:cs typeface="+mn-cs"/>
              </a:rPr>
              <a:t>and Department</a:t>
            </a:r>
            <a:endParaRPr kumimoji="0" lang="de-DE" sz="2002" b="0" i="0" u="none" strike="noStrike" kern="1200" cap="none" spc="0" normalizeH="0" baseline="0" noProof="0" dirty="0">
              <a:ln>
                <a:noFill/>
              </a:ln>
              <a:solidFill>
                <a:prstClr val="white"/>
              </a:solidFill>
              <a:effectLst/>
              <a:uLnTx/>
              <a:uFillTx/>
              <a:latin typeface="Segoe UI Semibold"/>
              <a:ea typeface="+mn-ea"/>
              <a:cs typeface="+mn-cs"/>
            </a:endParaRPr>
          </a:p>
        </p:txBody>
      </p:sp>
      <p:sp>
        <p:nvSpPr>
          <p:cNvPr id="8" name="Textfeld 39">
            <a:extLst>
              <a:ext uri="{FF2B5EF4-FFF2-40B4-BE49-F238E27FC236}">
                <a16:creationId xmlns:a16="http://schemas.microsoft.com/office/drawing/2014/main" id="{1C11D200-95D8-542D-5C7F-E7E2C3D26788}"/>
              </a:ext>
            </a:extLst>
          </p:cNvPr>
          <p:cNvSpPr txBox="1"/>
          <p:nvPr userDrawn="1"/>
        </p:nvSpPr>
        <p:spPr>
          <a:xfrm>
            <a:off x="8534646" y="40191001"/>
            <a:ext cx="4022043" cy="465185"/>
          </a:xfrm>
          <a:prstGeom prst="rect">
            <a:avLst/>
          </a:prstGeom>
          <a:noFill/>
        </p:spPr>
        <p:txBody>
          <a:bodyPr wrap="square" lIns="0" tIns="0" rIns="0" bIns="0" rtlCol="0">
            <a:spAutoFit/>
          </a:bodyPr>
          <a:lstStyle/>
          <a:p>
            <a:pPr marL="0" indent="0">
              <a:buFontTx/>
              <a:buNone/>
            </a:pPr>
            <a:r>
              <a:rPr lang="de-DE" sz="3004" b="1" cap="all" spc="300" baseline="0" dirty="0">
                <a:solidFill>
                  <a:schemeClr val="tx2"/>
                </a:solidFill>
                <a:latin typeface="+mn-lt"/>
              </a:rPr>
              <a:t>Key References</a:t>
            </a:r>
          </a:p>
        </p:txBody>
      </p:sp>
      <p:sp>
        <p:nvSpPr>
          <p:cNvPr id="9" name="Textplatzhalter 21">
            <a:extLst>
              <a:ext uri="{FF2B5EF4-FFF2-40B4-BE49-F238E27FC236}">
                <a16:creationId xmlns:a16="http://schemas.microsoft.com/office/drawing/2014/main" id="{9C8AF40A-71FC-BF68-D5FB-DEA1451FDA76}"/>
              </a:ext>
            </a:extLst>
          </p:cNvPr>
          <p:cNvSpPr>
            <a:spLocks noGrp="1"/>
          </p:cNvSpPr>
          <p:nvPr>
            <p:ph type="body" sz="quarter" idx="39" hasCustomPrompt="1"/>
          </p:nvPr>
        </p:nvSpPr>
        <p:spPr>
          <a:xfrm>
            <a:off x="12570598" y="40956323"/>
            <a:ext cx="15901898" cy="1720626"/>
          </a:xfrm>
        </p:spPr>
        <p:txBody>
          <a:bodyPr>
            <a:noAutofit/>
          </a:bodyPr>
          <a:lstStyle>
            <a:lvl1pPr marL="0" indent="0">
              <a:lnSpc>
                <a:spcPts val="2603"/>
              </a:lnSpc>
              <a:spcAft>
                <a:spcPts val="1201"/>
              </a:spcAft>
              <a:buFontTx/>
              <a:buNone/>
              <a:defRPr sz="2002" b="0" cap="none" baseline="0">
                <a:solidFill>
                  <a:schemeClr val="tx1">
                    <a:lumMod val="75000"/>
                  </a:schemeClr>
                </a:solidFill>
                <a:latin typeface="+mn-lt"/>
              </a:defRPr>
            </a:lvl1pPr>
            <a:lvl2pPr marL="0" indent="0">
              <a:buFontTx/>
              <a:buNone/>
              <a:defRPr sz="2002">
                <a:solidFill>
                  <a:schemeClr val="tx1">
                    <a:lumMod val="75000"/>
                  </a:schemeClr>
                </a:solidFill>
                <a:latin typeface="+mn-lt"/>
              </a:defRPr>
            </a:lvl2pPr>
            <a:lvl3pPr marL="0" indent="0">
              <a:buFontTx/>
              <a:buNone/>
              <a:defRPr sz="2002">
                <a:solidFill>
                  <a:schemeClr val="tx1">
                    <a:lumMod val="75000"/>
                  </a:schemeClr>
                </a:solidFill>
                <a:latin typeface="+mn-lt"/>
              </a:defRPr>
            </a:lvl3pPr>
            <a:lvl4pPr marL="0" indent="0">
              <a:buFontTx/>
              <a:buNone/>
              <a:defRPr sz="2002">
                <a:solidFill>
                  <a:schemeClr val="tx1">
                    <a:lumMod val="75000"/>
                  </a:schemeClr>
                </a:solidFill>
                <a:latin typeface="+mn-lt"/>
              </a:defRPr>
            </a:lvl4pPr>
            <a:lvl5pPr marL="0" indent="0">
              <a:buFontTx/>
              <a:buNone/>
              <a:defRPr sz="2002">
                <a:solidFill>
                  <a:schemeClr val="tx1">
                    <a:lumMod val="75000"/>
                  </a:schemeClr>
                </a:solidFill>
                <a:latin typeface="+mn-lt"/>
              </a:defRPr>
            </a:lvl5pPr>
          </a:lstStyle>
          <a:p>
            <a:pPr lvl="0"/>
            <a:r>
              <a:rPr lang="de-DE" dirty="0"/>
              <a:t>Vorname Nachname und Kontaktdaten eintragen</a:t>
            </a:r>
          </a:p>
        </p:txBody>
      </p:sp>
    </p:spTree>
    <p:extLst>
      <p:ext uri="{BB962C8B-B14F-4D97-AF65-F5344CB8AC3E}">
        <p14:creationId xmlns:p14="http://schemas.microsoft.com/office/powerpoint/2010/main" val="11186343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ohne Fläche">
    <p:spTree>
      <p:nvGrpSpPr>
        <p:cNvPr id="1" name=""/>
        <p:cNvGrpSpPr/>
        <p:nvPr/>
      </p:nvGrpSpPr>
      <p:grpSpPr>
        <a:xfrm>
          <a:off x="0" y="0"/>
          <a:ext cx="0" cy="0"/>
          <a:chOff x="0" y="0"/>
          <a:chExt cx="0" cy="0"/>
        </a:xfrm>
      </p:grpSpPr>
      <p:cxnSp>
        <p:nvCxnSpPr>
          <p:cNvPr id="16" name="Gerader Verbinder 15"/>
          <p:cNvCxnSpPr/>
          <p:nvPr userDrawn="1"/>
        </p:nvCxnSpPr>
        <p:spPr>
          <a:xfrm>
            <a:off x="22274509" y="4261341"/>
            <a:ext cx="0" cy="3858241"/>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6" name="Gerader Verbinder 25"/>
          <p:cNvCxnSpPr/>
          <p:nvPr userDrawn="1"/>
        </p:nvCxnSpPr>
        <p:spPr>
          <a:xfrm>
            <a:off x="15137584" y="39033499"/>
            <a:ext cx="0" cy="377026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Gerader Verbinder 27"/>
          <p:cNvCxnSpPr/>
          <p:nvPr userDrawn="1"/>
        </p:nvCxnSpPr>
        <p:spPr>
          <a:xfrm>
            <a:off x="15137584" y="39033499"/>
            <a:ext cx="0" cy="377026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41" name="Textplatzhalter 27"/>
          <p:cNvSpPr>
            <a:spLocks noGrp="1"/>
          </p:cNvSpPr>
          <p:nvPr>
            <p:ph type="body" sz="quarter" idx="32"/>
          </p:nvPr>
        </p:nvSpPr>
        <p:spPr>
          <a:xfrm>
            <a:off x="1872234" y="9567754"/>
            <a:ext cx="26540279" cy="4045210"/>
          </a:xfrm>
        </p:spPr>
        <p:txBody>
          <a:body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2" name="Textplatzhalter 31"/>
          <p:cNvSpPr>
            <a:spLocks noGrp="1"/>
          </p:cNvSpPr>
          <p:nvPr>
            <p:ph type="body" sz="quarter" idx="33"/>
          </p:nvPr>
        </p:nvSpPr>
        <p:spPr>
          <a:xfrm>
            <a:off x="1872235" y="14190937"/>
            <a:ext cx="12868833" cy="4969630"/>
          </a:xfrm>
        </p:spPr>
        <p:txBody>
          <a:body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5" name="Textfeld 44"/>
          <p:cNvSpPr txBox="1"/>
          <p:nvPr userDrawn="1"/>
        </p:nvSpPr>
        <p:spPr>
          <a:xfrm>
            <a:off x="23050904" y="4533222"/>
            <a:ext cx="5315551" cy="465185"/>
          </a:xfrm>
          <a:prstGeom prst="rect">
            <a:avLst/>
          </a:prstGeom>
          <a:noFill/>
        </p:spPr>
        <p:txBody>
          <a:bodyPr wrap="square" lIns="0" tIns="0" rIns="0" bIns="0" rtlCol="0">
            <a:spAutoFit/>
          </a:bodyPr>
          <a:lstStyle/>
          <a:p>
            <a:pPr marL="0" lvl="0" indent="0">
              <a:buFontTx/>
              <a:buNone/>
            </a:pPr>
            <a:r>
              <a:rPr lang="de-DE" sz="3004" b="1" spc="300" dirty="0">
                <a:solidFill>
                  <a:schemeClr val="accent3">
                    <a:lumMod val="60000"/>
                    <a:lumOff val="40000"/>
                  </a:schemeClr>
                </a:solidFill>
                <a:latin typeface="+mn-lt"/>
              </a:rPr>
              <a:t>AUTHORS</a:t>
            </a:r>
          </a:p>
        </p:txBody>
      </p:sp>
      <p:sp>
        <p:nvSpPr>
          <p:cNvPr id="46" name="Textplatzhalter 15"/>
          <p:cNvSpPr>
            <a:spLocks noGrp="1"/>
          </p:cNvSpPr>
          <p:nvPr>
            <p:ph type="body" sz="quarter" idx="29" hasCustomPrompt="1"/>
          </p:nvPr>
        </p:nvSpPr>
        <p:spPr>
          <a:xfrm>
            <a:off x="23022708" y="5259796"/>
            <a:ext cx="6138822" cy="641651"/>
          </a:xfrm>
        </p:spPr>
        <p:txBody>
          <a:bodyPr/>
          <a:lstStyle>
            <a:lvl1pPr marL="457749" marR="0" indent="-457749" algn="l" defTabSz="3493857" rtl="0" eaLnBrk="1" fontAlgn="auto" latinLnBrk="0" hangingPunct="1">
              <a:lnSpc>
                <a:spcPts val="2603"/>
              </a:lnSpc>
              <a:spcBef>
                <a:spcPts val="0"/>
              </a:spcBef>
              <a:spcAft>
                <a:spcPts val="1201"/>
              </a:spcAft>
              <a:buClrTx/>
              <a:buSzTx/>
              <a:buFontTx/>
              <a:buNone/>
              <a:tabLst/>
              <a:defRPr sz="2002" b="0" baseline="0">
                <a:solidFill>
                  <a:schemeClr val="bg1"/>
                </a:solidFill>
                <a:latin typeface="+mn-lt"/>
              </a:defRPr>
            </a:lvl1pPr>
            <a:lvl2pPr marL="0" indent="0">
              <a:buFontTx/>
              <a:buNone/>
              <a:defRPr sz="2002"/>
            </a:lvl2pPr>
            <a:lvl3pPr>
              <a:buFontTx/>
              <a:buNone/>
              <a:defRPr sz="2002"/>
            </a:lvl3pPr>
            <a:lvl4pPr>
              <a:buFontTx/>
              <a:buNone/>
              <a:defRPr sz="2002"/>
            </a:lvl4pPr>
            <a:lvl5pPr>
              <a:buFontTx/>
              <a:buNone/>
              <a:defRPr sz="2002"/>
            </a:lvl5pPr>
          </a:lstStyle>
          <a:p>
            <a:pPr marL="0" marR="0" lvl="0" indent="0" algn="l" defTabSz="3493857" rtl="0" eaLnBrk="1" fontAlgn="auto" latinLnBrk="0" hangingPunct="1">
              <a:lnSpc>
                <a:spcPts val="2603"/>
              </a:lnSpc>
              <a:spcBef>
                <a:spcPts val="0"/>
              </a:spcBef>
              <a:spcAft>
                <a:spcPts val="1201"/>
              </a:spcAft>
              <a:buClrTx/>
              <a:buSzTx/>
              <a:buFontTx/>
              <a:buNone/>
              <a:tabLst/>
              <a:defRPr/>
            </a:pPr>
            <a:r>
              <a:rPr kumimoji="0" lang="en-US" sz="2002" b="0" i="0" u="none" strike="noStrike" kern="1200" cap="none" spc="0" normalizeH="0" baseline="0" noProof="0" dirty="0">
                <a:ln>
                  <a:noFill/>
                </a:ln>
                <a:solidFill>
                  <a:prstClr val="white"/>
                </a:solidFill>
                <a:effectLst/>
                <a:uLnTx/>
                <a:uFillTx/>
                <a:latin typeface="Segoe UI Semibold"/>
                <a:ea typeface="+mn-ea"/>
                <a:cs typeface="+mn-cs"/>
              </a:rPr>
              <a:t>Name Author</a:t>
            </a:r>
            <a:br>
              <a:rPr kumimoji="0" lang="en-US" sz="2002" b="0" i="0" u="none" strike="noStrike" kern="1200" cap="none" spc="0" normalizeH="0" baseline="0" noProof="0" dirty="0">
                <a:ln>
                  <a:noFill/>
                </a:ln>
                <a:solidFill>
                  <a:prstClr val="white"/>
                </a:solidFill>
                <a:effectLst/>
                <a:uLnTx/>
                <a:uFillTx/>
                <a:latin typeface="Segoe UI Semibold"/>
                <a:ea typeface="+mn-ea"/>
                <a:cs typeface="+mn-cs"/>
              </a:rPr>
            </a:br>
            <a:r>
              <a:rPr kumimoji="0" lang="en-US" sz="2002" b="0" i="0" u="none" strike="noStrike" kern="1200" cap="none" spc="0" normalizeH="0" baseline="0" noProof="0" dirty="0">
                <a:ln>
                  <a:noFill/>
                </a:ln>
                <a:solidFill>
                  <a:prstClr val="white"/>
                </a:solidFill>
                <a:effectLst/>
                <a:uLnTx/>
                <a:uFillTx/>
                <a:latin typeface="Segoe UI Semibold"/>
                <a:ea typeface="+mn-ea"/>
                <a:cs typeface="+mn-cs"/>
              </a:rPr>
              <a:t>and Department</a:t>
            </a:r>
            <a:endParaRPr kumimoji="0" lang="de-DE" sz="2002" b="0" i="0" u="none" strike="noStrike" kern="1200" cap="none" spc="0" normalizeH="0" baseline="0" noProof="0" dirty="0">
              <a:ln>
                <a:noFill/>
              </a:ln>
              <a:solidFill>
                <a:prstClr val="white"/>
              </a:solidFill>
              <a:effectLst/>
              <a:uLnTx/>
              <a:uFillTx/>
              <a:latin typeface="Segoe UI Semibold"/>
              <a:ea typeface="+mn-ea"/>
              <a:cs typeface="+mn-cs"/>
            </a:endParaRPr>
          </a:p>
        </p:txBody>
      </p:sp>
      <p:sp>
        <p:nvSpPr>
          <p:cNvPr id="49" name="Bildplatzhalter 2"/>
          <p:cNvSpPr>
            <a:spLocks noGrp="1"/>
          </p:cNvSpPr>
          <p:nvPr>
            <p:ph type="pic" sz="quarter" idx="26" hasCustomPrompt="1"/>
          </p:nvPr>
        </p:nvSpPr>
        <p:spPr>
          <a:xfrm>
            <a:off x="26058189" y="1055043"/>
            <a:ext cx="3169357" cy="1500220"/>
          </a:xfrm>
          <a:solidFill>
            <a:schemeClr val="bg1"/>
          </a:solidFill>
        </p:spPr>
        <p:txBody>
          <a:bodyPr anchor="ctr" anchorCtr="0"/>
          <a:lstStyle>
            <a:lvl1pPr marL="0" marR="0" indent="0" algn="ctr" defTabSz="2270708" rtl="0" eaLnBrk="1" fontAlgn="auto" latinLnBrk="0" hangingPunct="1">
              <a:lnSpc>
                <a:spcPct val="100000"/>
              </a:lnSpc>
              <a:spcBef>
                <a:spcPts val="0"/>
              </a:spcBef>
              <a:spcAft>
                <a:spcPts val="2002"/>
              </a:spcAft>
              <a:buClrTx/>
              <a:buSzTx/>
              <a:buFontTx/>
              <a:buNone/>
              <a:tabLst/>
              <a:defRPr sz="2002" b="0">
                <a:solidFill>
                  <a:schemeClr val="tx1">
                    <a:lumMod val="75000"/>
                  </a:schemeClr>
                </a:solidFill>
                <a:latin typeface="+mn-lt"/>
              </a:defRPr>
            </a:lvl1pPr>
          </a:lstStyle>
          <a:p>
            <a:pPr marL="0" marR="0" lvl="0" indent="0" algn="l" defTabSz="2270708" rtl="0" eaLnBrk="1" fontAlgn="auto" latinLnBrk="0" hangingPunct="1">
              <a:lnSpc>
                <a:spcPct val="100000"/>
              </a:lnSpc>
              <a:spcBef>
                <a:spcPts val="0"/>
              </a:spcBef>
              <a:spcAft>
                <a:spcPts val="2002"/>
              </a:spcAft>
              <a:buClrTx/>
              <a:buSzTx/>
              <a:buFont typeface="+mj-lt"/>
              <a:buNone/>
              <a:tabLst/>
              <a:defRPr/>
            </a:pPr>
            <a:r>
              <a:rPr lang="de-DE" sz="2002" dirty="0">
                <a:solidFill>
                  <a:schemeClr val="tx1">
                    <a:lumMod val="75000"/>
                  </a:schemeClr>
                </a:solidFill>
              </a:rPr>
              <a:t>Evtl. Fremdlogo: immer kleiner als UHOH Logo</a:t>
            </a:r>
          </a:p>
          <a:p>
            <a:endParaRPr lang="de-DE" dirty="0"/>
          </a:p>
        </p:txBody>
      </p:sp>
      <p:sp>
        <p:nvSpPr>
          <p:cNvPr id="51" name="Textplatzhalter 15"/>
          <p:cNvSpPr>
            <a:spLocks noGrp="1"/>
          </p:cNvSpPr>
          <p:nvPr>
            <p:ph type="body" sz="quarter" idx="28" hasCustomPrompt="1"/>
          </p:nvPr>
        </p:nvSpPr>
        <p:spPr>
          <a:xfrm>
            <a:off x="15482619" y="20477187"/>
            <a:ext cx="12949889" cy="308226"/>
          </a:xfrm>
        </p:spPr>
        <p:txBody>
          <a:bodyPr>
            <a:spAutoFit/>
          </a:bodyPr>
          <a:lstStyle>
            <a:lvl1pPr marL="0" indent="0">
              <a:lnSpc>
                <a:spcPts val="2603"/>
              </a:lnSpc>
              <a:spcAft>
                <a:spcPts val="1201"/>
              </a:spcAft>
              <a:buFontTx/>
              <a:buNone/>
              <a:defRPr sz="2002" b="0" cap="none" baseline="0">
                <a:solidFill>
                  <a:schemeClr val="tx1">
                    <a:lumMod val="75000"/>
                  </a:schemeClr>
                </a:solidFill>
                <a:latin typeface="+mn-lt"/>
              </a:defRPr>
            </a:lvl1pPr>
            <a:lvl2pPr marL="0" indent="0">
              <a:buFontTx/>
              <a:buNone/>
              <a:defRPr sz="2002"/>
            </a:lvl2pPr>
            <a:lvl3pPr>
              <a:buFontTx/>
              <a:buNone/>
              <a:defRPr sz="2002"/>
            </a:lvl3pPr>
            <a:lvl4pPr>
              <a:buFontTx/>
              <a:buNone/>
              <a:defRPr sz="2002"/>
            </a:lvl4pPr>
            <a:lvl5pPr>
              <a:buFontTx/>
              <a:buNone/>
              <a:defRPr sz="2002"/>
            </a:lvl5pPr>
          </a:lstStyle>
          <a:p>
            <a:pPr lvl="0"/>
            <a:r>
              <a:rPr lang="de-DE" dirty="0"/>
              <a:t>Bildunterschrift</a:t>
            </a:r>
          </a:p>
        </p:txBody>
      </p:sp>
      <p:sp>
        <p:nvSpPr>
          <p:cNvPr id="52" name="Inhaltsplatzhalter 39"/>
          <p:cNvSpPr>
            <a:spLocks noGrp="1"/>
          </p:cNvSpPr>
          <p:nvPr>
            <p:ph sz="quarter" idx="34"/>
          </p:nvPr>
        </p:nvSpPr>
        <p:spPr>
          <a:xfrm>
            <a:off x="15462625" y="14169156"/>
            <a:ext cx="12949889" cy="4969630"/>
          </a:xfrm>
        </p:spPr>
        <p:txBody>
          <a:body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7" name="Textplatzhalter 15"/>
          <p:cNvSpPr>
            <a:spLocks noGrp="1"/>
          </p:cNvSpPr>
          <p:nvPr>
            <p:ph type="body" sz="quarter" idx="38" hasCustomPrompt="1"/>
          </p:nvPr>
        </p:nvSpPr>
        <p:spPr>
          <a:xfrm>
            <a:off x="15502613" y="28593072"/>
            <a:ext cx="12949889" cy="308226"/>
          </a:xfrm>
        </p:spPr>
        <p:txBody>
          <a:bodyPr>
            <a:spAutoFit/>
          </a:bodyPr>
          <a:lstStyle>
            <a:lvl1pPr marL="0" indent="0">
              <a:lnSpc>
                <a:spcPts val="2603"/>
              </a:lnSpc>
              <a:spcAft>
                <a:spcPts val="1201"/>
              </a:spcAft>
              <a:buFontTx/>
              <a:buNone/>
              <a:defRPr sz="2002" b="0" cap="none" baseline="0">
                <a:solidFill>
                  <a:schemeClr val="tx1">
                    <a:lumMod val="75000"/>
                  </a:schemeClr>
                </a:solidFill>
                <a:latin typeface="+mn-lt"/>
              </a:defRPr>
            </a:lvl1pPr>
            <a:lvl2pPr marL="0" indent="0">
              <a:buFontTx/>
              <a:buNone/>
              <a:defRPr sz="2002"/>
            </a:lvl2pPr>
            <a:lvl3pPr>
              <a:buFontTx/>
              <a:buNone/>
              <a:defRPr sz="2002"/>
            </a:lvl3pPr>
            <a:lvl4pPr>
              <a:buFontTx/>
              <a:buNone/>
              <a:defRPr sz="2002"/>
            </a:lvl4pPr>
            <a:lvl5pPr>
              <a:buFontTx/>
              <a:buNone/>
              <a:defRPr sz="2002"/>
            </a:lvl5pPr>
          </a:lstStyle>
          <a:p>
            <a:pPr lvl="0"/>
            <a:r>
              <a:rPr lang="de-DE" dirty="0"/>
              <a:t>Bildunterschrift</a:t>
            </a:r>
          </a:p>
        </p:txBody>
      </p:sp>
      <p:sp>
        <p:nvSpPr>
          <p:cNvPr id="58" name="Inhaltsplatzhalter 39"/>
          <p:cNvSpPr>
            <a:spLocks noGrp="1"/>
          </p:cNvSpPr>
          <p:nvPr>
            <p:ph sz="quarter" idx="39"/>
          </p:nvPr>
        </p:nvSpPr>
        <p:spPr>
          <a:xfrm>
            <a:off x="15482619" y="22285041"/>
            <a:ext cx="12949889" cy="4969630"/>
          </a:xfrm>
        </p:spPr>
        <p:txBody>
          <a:body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9" name="Textplatzhalter 15"/>
          <p:cNvSpPr>
            <a:spLocks noGrp="1"/>
          </p:cNvSpPr>
          <p:nvPr>
            <p:ph type="body" sz="quarter" idx="40" hasCustomPrompt="1"/>
          </p:nvPr>
        </p:nvSpPr>
        <p:spPr>
          <a:xfrm>
            <a:off x="15542602" y="36776723"/>
            <a:ext cx="12949889" cy="308226"/>
          </a:xfrm>
        </p:spPr>
        <p:txBody>
          <a:bodyPr>
            <a:spAutoFit/>
          </a:bodyPr>
          <a:lstStyle>
            <a:lvl1pPr marL="0" indent="0">
              <a:lnSpc>
                <a:spcPts val="2603"/>
              </a:lnSpc>
              <a:spcAft>
                <a:spcPts val="1201"/>
              </a:spcAft>
              <a:buFontTx/>
              <a:buNone/>
              <a:defRPr sz="2002" b="0" cap="none" baseline="0">
                <a:solidFill>
                  <a:schemeClr val="tx1">
                    <a:lumMod val="75000"/>
                  </a:schemeClr>
                </a:solidFill>
                <a:latin typeface="+mn-lt"/>
              </a:defRPr>
            </a:lvl1pPr>
            <a:lvl2pPr marL="0" indent="0">
              <a:buFontTx/>
              <a:buNone/>
              <a:defRPr sz="2002"/>
            </a:lvl2pPr>
            <a:lvl3pPr>
              <a:buFontTx/>
              <a:buNone/>
              <a:defRPr sz="2002"/>
            </a:lvl3pPr>
            <a:lvl4pPr>
              <a:buFontTx/>
              <a:buNone/>
              <a:defRPr sz="2002"/>
            </a:lvl4pPr>
            <a:lvl5pPr>
              <a:buFontTx/>
              <a:buNone/>
              <a:defRPr sz="2002"/>
            </a:lvl5pPr>
          </a:lstStyle>
          <a:p>
            <a:pPr lvl="0"/>
            <a:r>
              <a:rPr lang="de-DE" dirty="0"/>
              <a:t>Bildunterschrift</a:t>
            </a:r>
          </a:p>
        </p:txBody>
      </p:sp>
      <p:sp>
        <p:nvSpPr>
          <p:cNvPr id="60" name="Inhaltsplatzhalter 39"/>
          <p:cNvSpPr>
            <a:spLocks noGrp="1"/>
          </p:cNvSpPr>
          <p:nvPr>
            <p:ph sz="quarter" idx="41"/>
          </p:nvPr>
        </p:nvSpPr>
        <p:spPr>
          <a:xfrm>
            <a:off x="15522608" y="30468692"/>
            <a:ext cx="12949889" cy="4969630"/>
          </a:xfrm>
        </p:spPr>
        <p:txBody>
          <a:body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4" name="Bildplatzhalter 34"/>
          <p:cNvSpPr>
            <a:spLocks noGrp="1"/>
          </p:cNvSpPr>
          <p:nvPr>
            <p:ph type="pic" sz="quarter" idx="22" hasCustomPrompt="1"/>
          </p:nvPr>
        </p:nvSpPr>
        <p:spPr>
          <a:xfrm>
            <a:off x="15451336" y="39589233"/>
            <a:ext cx="2565982" cy="952770"/>
          </a:xfrm>
          <a:prstGeom prst="ellipse">
            <a:avLst/>
          </a:prstGeom>
          <a:solidFill>
            <a:schemeClr val="bg1">
              <a:lumMod val="95000"/>
            </a:schemeClr>
          </a:solidFill>
          <a:ln w="38100">
            <a:solidFill>
              <a:schemeClr val="tx2"/>
            </a:solidFill>
          </a:ln>
        </p:spPr>
        <p:txBody>
          <a:bodyPr/>
          <a:lstStyle>
            <a:lvl1pPr marL="0" marR="0" indent="0" algn="l" defTabSz="3493857" rtl="0" eaLnBrk="1" fontAlgn="auto" latinLnBrk="0" hangingPunct="1">
              <a:lnSpc>
                <a:spcPct val="100000"/>
              </a:lnSpc>
              <a:spcBef>
                <a:spcPts val="0"/>
              </a:spcBef>
              <a:spcAft>
                <a:spcPts val="0"/>
              </a:spcAft>
              <a:buClrTx/>
              <a:buSzTx/>
              <a:buFontTx/>
              <a:buNone/>
              <a:tabLst/>
              <a:defRPr/>
            </a:lvl1pPr>
            <a:lvl3pPr marL="0" indent="0">
              <a:buFont typeface="+mj-lt"/>
              <a:buNone/>
              <a:defRPr sz="1802" baseline="0">
                <a:solidFill>
                  <a:schemeClr val="tx1">
                    <a:lumMod val="75000"/>
                  </a:schemeClr>
                </a:solidFill>
                <a:latin typeface="+mn-lt"/>
              </a:defRPr>
            </a:lvl3pPr>
          </a:lstStyle>
          <a:p>
            <a:pPr marL="0" marR="0" lvl="0" indent="0" algn="l" defTabSz="3493857" rtl="0" eaLnBrk="1" fontAlgn="auto" latinLnBrk="0" hangingPunct="1">
              <a:lnSpc>
                <a:spcPct val="100000"/>
              </a:lnSpc>
              <a:spcBef>
                <a:spcPts val="0"/>
              </a:spcBef>
              <a:spcAft>
                <a:spcPts val="0"/>
              </a:spcAft>
              <a:buClrTx/>
              <a:buSzTx/>
              <a:buFontTx/>
              <a:buNone/>
              <a:tabLst/>
              <a:defRPr/>
            </a:pPr>
            <a:r>
              <a:rPr kumimoji="0" lang="de-DE" sz="2002" b="0" i="0" u="none" strike="noStrike" kern="1200" cap="none" spc="0" normalizeH="0" baseline="0" noProof="0" dirty="0">
                <a:ln>
                  <a:noFill/>
                </a:ln>
                <a:solidFill>
                  <a:srgbClr val="525250">
                    <a:lumMod val="75000"/>
                  </a:srgbClr>
                </a:solidFill>
                <a:effectLst/>
                <a:uLnTx/>
                <a:uFillTx/>
                <a:latin typeface="+mn-lt"/>
                <a:ea typeface="+mn-ea"/>
                <a:cs typeface="+mn-cs"/>
              </a:rPr>
              <a:t>Foto einfügen</a:t>
            </a:r>
          </a:p>
          <a:p>
            <a:pPr lvl="2"/>
            <a:endParaRPr lang="de-DE" dirty="0"/>
          </a:p>
        </p:txBody>
      </p:sp>
      <p:sp>
        <p:nvSpPr>
          <p:cNvPr id="56" name="Textfeld 55"/>
          <p:cNvSpPr txBox="1"/>
          <p:nvPr userDrawn="1"/>
        </p:nvSpPr>
        <p:spPr>
          <a:xfrm>
            <a:off x="18686065" y="39758120"/>
            <a:ext cx="2142420" cy="465185"/>
          </a:xfrm>
          <a:prstGeom prst="rect">
            <a:avLst/>
          </a:prstGeom>
          <a:noFill/>
        </p:spPr>
        <p:txBody>
          <a:bodyPr wrap="square" lIns="0" tIns="0" rIns="0" bIns="0" rtlCol="0">
            <a:spAutoFit/>
          </a:bodyPr>
          <a:lstStyle/>
          <a:p>
            <a:pPr marL="0" indent="0">
              <a:buFontTx/>
              <a:buNone/>
            </a:pPr>
            <a:r>
              <a:rPr lang="de-DE" sz="3004" b="1" cap="all" spc="300" baseline="0" dirty="0">
                <a:solidFill>
                  <a:schemeClr val="tx2"/>
                </a:solidFill>
                <a:latin typeface="+mn-lt"/>
              </a:rPr>
              <a:t>contact</a:t>
            </a:r>
          </a:p>
        </p:txBody>
      </p:sp>
      <p:sp>
        <p:nvSpPr>
          <p:cNvPr id="61" name="Textplatzhalter 21"/>
          <p:cNvSpPr>
            <a:spLocks noGrp="1"/>
          </p:cNvSpPr>
          <p:nvPr>
            <p:ph type="body" sz="quarter" idx="35" hasCustomPrompt="1"/>
          </p:nvPr>
        </p:nvSpPr>
        <p:spPr>
          <a:xfrm>
            <a:off x="18686064" y="40481671"/>
            <a:ext cx="9731289" cy="1720626"/>
          </a:xfrm>
        </p:spPr>
        <p:txBody>
          <a:bodyPr>
            <a:noAutofit/>
          </a:bodyPr>
          <a:lstStyle>
            <a:lvl1pPr marL="0" indent="0">
              <a:lnSpc>
                <a:spcPts val="2603"/>
              </a:lnSpc>
              <a:spcAft>
                <a:spcPts val="1201"/>
              </a:spcAft>
              <a:buFontTx/>
              <a:buNone/>
              <a:defRPr sz="2002" b="0" cap="none" baseline="0">
                <a:solidFill>
                  <a:schemeClr val="tx1">
                    <a:lumMod val="75000"/>
                  </a:schemeClr>
                </a:solidFill>
                <a:latin typeface="+mn-lt"/>
              </a:defRPr>
            </a:lvl1pPr>
            <a:lvl2pPr marL="0" indent="0">
              <a:buFontTx/>
              <a:buNone/>
              <a:defRPr sz="2002">
                <a:solidFill>
                  <a:schemeClr val="tx1">
                    <a:lumMod val="75000"/>
                  </a:schemeClr>
                </a:solidFill>
                <a:latin typeface="+mn-lt"/>
              </a:defRPr>
            </a:lvl2pPr>
            <a:lvl3pPr marL="0" indent="0">
              <a:buFontTx/>
              <a:buNone/>
              <a:defRPr sz="2002">
                <a:solidFill>
                  <a:schemeClr val="tx1">
                    <a:lumMod val="75000"/>
                  </a:schemeClr>
                </a:solidFill>
                <a:latin typeface="+mn-lt"/>
              </a:defRPr>
            </a:lvl3pPr>
            <a:lvl4pPr marL="0" indent="0">
              <a:buFontTx/>
              <a:buNone/>
              <a:defRPr sz="2002">
                <a:solidFill>
                  <a:schemeClr val="tx1">
                    <a:lumMod val="75000"/>
                  </a:schemeClr>
                </a:solidFill>
                <a:latin typeface="+mn-lt"/>
              </a:defRPr>
            </a:lvl4pPr>
            <a:lvl5pPr marL="0" indent="0">
              <a:buFontTx/>
              <a:buNone/>
              <a:defRPr sz="2002">
                <a:solidFill>
                  <a:schemeClr val="tx1">
                    <a:lumMod val="75000"/>
                  </a:schemeClr>
                </a:solidFill>
                <a:latin typeface="+mn-lt"/>
              </a:defRPr>
            </a:lvl5pPr>
          </a:lstStyle>
          <a:p>
            <a:pPr lvl="0"/>
            <a:r>
              <a:rPr lang="de-DE" dirty="0"/>
              <a:t>Vorname Nachname und Kontaktdaten eintragen</a:t>
            </a:r>
          </a:p>
        </p:txBody>
      </p:sp>
      <p:sp>
        <p:nvSpPr>
          <p:cNvPr id="62" name="Titelplatzhalter 1"/>
          <p:cNvSpPr>
            <a:spLocks noGrp="1"/>
          </p:cNvSpPr>
          <p:nvPr>
            <p:ph type="title"/>
          </p:nvPr>
        </p:nvSpPr>
        <p:spPr>
          <a:xfrm>
            <a:off x="1872234" y="3668758"/>
            <a:ext cx="18874925" cy="4971132"/>
          </a:xfrm>
          <a:prstGeom prst="rect">
            <a:avLst/>
          </a:prstGeom>
        </p:spPr>
        <p:txBody>
          <a:bodyPr vert="horz" lIns="0" tIns="720000" rIns="0" bIns="0" rtlCol="0" anchor="t" anchorCtr="0">
            <a:noAutofit/>
          </a:bodyPr>
          <a:lstStyle>
            <a:lvl1pPr>
              <a:defRPr cap="none" baseline="0">
                <a:solidFill>
                  <a:schemeClr val="accent3">
                    <a:lumMod val="60000"/>
                    <a:lumOff val="40000"/>
                  </a:schemeClr>
                </a:solidFill>
              </a:defRPr>
            </a:lvl1pPr>
          </a:lstStyle>
          <a:p>
            <a:r>
              <a:rPr lang="de-DE" dirty="0"/>
              <a:t>Titel durch Klicken hinzufügen Kisuaheli </a:t>
            </a:r>
            <a:r>
              <a:rPr lang="de-DE" dirty="0" err="1"/>
              <a:t>Nemux</a:t>
            </a:r>
            <a:r>
              <a:rPr lang="de-DE" dirty="0"/>
              <a:t> </a:t>
            </a:r>
            <a:r>
              <a:rPr lang="de-DE" dirty="0" err="1"/>
              <a:t>redn</a:t>
            </a:r>
            <a:r>
              <a:rPr lang="de-DE" dirty="0"/>
              <a:t> </a:t>
            </a:r>
            <a:r>
              <a:rPr lang="de-DE" dirty="0" err="1"/>
              <a:t>lorem</a:t>
            </a:r>
            <a:r>
              <a:rPr lang="de-DE" dirty="0"/>
              <a:t> </a:t>
            </a:r>
            <a:r>
              <a:rPr lang="de-DE" dirty="0" err="1"/>
              <a:t>isimer</a:t>
            </a:r>
            <a:r>
              <a:rPr lang="de-DE" dirty="0"/>
              <a:t> </a:t>
            </a:r>
            <a:r>
              <a:rPr lang="de-DE" dirty="0" err="1"/>
              <a:t>deot</a:t>
            </a:r>
            <a:r>
              <a:rPr lang="de-DE" dirty="0"/>
              <a:t> </a:t>
            </a:r>
            <a:r>
              <a:rPr lang="de-DE" dirty="0" err="1"/>
              <a:t>erlsejr</a:t>
            </a:r>
            <a:r>
              <a:rPr lang="de-DE" dirty="0"/>
              <a:t> </a:t>
            </a:r>
          </a:p>
        </p:txBody>
      </p:sp>
      <p:cxnSp>
        <p:nvCxnSpPr>
          <p:cNvPr id="22" name="Gerader Verbinder 21"/>
          <p:cNvCxnSpPr/>
          <p:nvPr userDrawn="1"/>
        </p:nvCxnSpPr>
        <p:spPr>
          <a:xfrm>
            <a:off x="15502614" y="39033499"/>
            <a:ext cx="12929895"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75358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el ohne Fläche, Variante">
    <p:spTree>
      <p:nvGrpSpPr>
        <p:cNvPr id="1" name=""/>
        <p:cNvGrpSpPr/>
        <p:nvPr/>
      </p:nvGrpSpPr>
      <p:grpSpPr>
        <a:xfrm>
          <a:off x="0" y="0"/>
          <a:ext cx="0" cy="0"/>
          <a:chOff x="0" y="0"/>
          <a:chExt cx="0" cy="0"/>
        </a:xfrm>
      </p:grpSpPr>
      <p:sp>
        <p:nvSpPr>
          <p:cNvPr id="25" name="Titelplatzhalter 1"/>
          <p:cNvSpPr>
            <a:spLocks noGrp="1"/>
          </p:cNvSpPr>
          <p:nvPr userDrawn="1">
            <p:ph type="title"/>
          </p:nvPr>
        </p:nvSpPr>
        <p:spPr>
          <a:xfrm>
            <a:off x="1872234" y="3668758"/>
            <a:ext cx="18874925" cy="4971132"/>
          </a:xfrm>
          <a:prstGeom prst="rect">
            <a:avLst/>
          </a:prstGeom>
        </p:spPr>
        <p:txBody>
          <a:bodyPr vert="horz" lIns="0" tIns="720000" rIns="0" bIns="0" rtlCol="0" anchor="t" anchorCtr="0">
            <a:noAutofit/>
          </a:bodyPr>
          <a:lstStyle>
            <a:lvl1pPr>
              <a:defRPr cap="none" baseline="0">
                <a:solidFill>
                  <a:schemeClr val="accent3">
                    <a:lumMod val="60000"/>
                    <a:lumOff val="40000"/>
                  </a:schemeClr>
                </a:solidFill>
              </a:defRPr>
            </a:lvl1pPr>
          </a:lstStyle>
          <a:p>
            <a:r>
              <a:rPr lang="de-DE" dirty="0"/>
              <a:t>Titel durch Klicken hinzufügen Kisuaheli </a:t>
            </a:r>
            <a:r>
              <a:rPr lang="de-DE" dirty="0" err="1"/>
              <a:t>Nemux</a:t>
            </a:r>
            <a:r>
              <a:rPr lang="de-DE" dirty="0"/>
              <a:t> </a:t>
            </a:r>
            <a:r>
              <a:rPr lang="de-DE" dirty="0" err="1"/>
              <a:t>redn</a:t>
            </a:r>
            <a:r>
              <a:rPr lang="de-DE" dirty="0"/>
              <a:t> </a:t>
            </a:r>
            <a:r>
              <a:rPr lang="de-DE" dirty="0" err="1"/>
              <a:t>lorem</a:t>
            </a:r>
            <a:r>
              <a:rPr lang="de-DE" dirty="0"/>
              <a:t> </a:t>
            </a:r>
            <a:r>
              <a:rPr lang="de-DE" dirty="0" err="1"/>
              <a:t>isimer</a:t>
            </a:r>
            <a:r>
              <a:rPr lang="de-DE" dirty="0"/>
              <a:t> </a:t>
            </a:r>
            <a:r>
              <a:rPr lang="de-DE" dirty="0" err="1"/>
              <a:t>deot</a:t>
            </a:r>
            <a:r>
              <a:rPr lang="de-DE" dirty="0"/>
              <a:t> </a:t>
            </a:r>
            <a:r>
              <a:rPr lang="de-DE" dirty="0" err="1"/>
              <a:t>erlsejr</a:t>
            </a:r>
            <a:r>
              <a:rPr lang="de-DE" dirty="0"/>
              <a:t> </a:t>
            </a:r>
          </a:p>
        </p:txBody>
      </p:sp>
      <p:cxnSp>
        <p:nvCxnSpPr>
          <p:cNvPr id="16" name="Gerader Verbinder 15"/>
          <p:cNvCxnSpPr/>
          <p:nvPr userDrawn="1"/>
        </p:nvCxnSpPr>
        <p:spPr>
          <a:xfrm>
            <a:off x="22274509" y="4261341"/>
            <a:ext cx="0" cy="3858241"/>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2" name="Textplatzhalter 31"/>
          <p:cNvSpPr>
            <a:spLocks noGrp="1"/>
          </p:cNvSpPr>
          <p:nvPr>
            <p:ph type="body" sz="quarter" idx="33"/>
          </p:nvPr>
        </p:nvSpPr>
        <p:spPr>
          <a:xfrm>
            <a:off x="1872235" y="9575221"/>
            <a:ext cx="12868833" cy="4969630"/>
          </a:xfrm>
        </p:spPr>
        <p:txBody>
          <a:body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5" name="Textfeld 44"/>
          <p:cNvSpPr txBox="1"/>
          <p:nvPr userDrawn="1"/>
        </p:nvSpPr>
        <p:spPr>
          <a:xfrm>
            <a:off x="23050904" y="4533222"/>
            <a:ext cx="5315551" cy="465185"/>
          </a:xfrm>
          <a:prstGeom prst="rect">
            <a:avLst/>
          </a:prstGeom>
          <a:noFill/>
        </p:spPr>
        <p:txBody>
          <a:bodyPr wrap="square" lIns="0" tIns="0" rIns="0" bIns="0" rtlCol="0">
            <a:spAutoFit/>
          </a:bodyPr>
          <a:lstStyle/>
          <a:p>
            <a:pPr marL="0" lvl="0" indent="0">
              <a:buFontTx/>
              <a:buNone/>
            </a:pPr>
            <a:r>
              <a:rPr lang="de-DE" sz="3004" b="1" spc="300" dirty="0">
                <a:solidFill>
                  <a:schemeClr val="accent3">
                    <a:lumMod val="60000"/>
                    <a:lumOff val="40000"/>
                  </a:schemeClr>
                </a:solidFill>
                <a:latin typeface="+mn-lt"/>
              </a:rPr>
              <a:t>AUTHORS</a:t>
            </a:r>
          </a:p>
        </p:txBody>
      </p:sp>
      <p:sp>
        <p:nvSpPr>
          <p:cNvPr id="27" name="Bildplatzhalter 2"/>
          <p:cNvSpPr>
            <a:spLocks noGrp="1"/>
          </p:cNvSpPr>
          <p:nvPr>
            <p:ph type="pic" sz="quarter" idx="26" hasCustomPrompt="1"/>
          </p:nvPr>
        </p:nvSpPr>
        <p:spPr>
          <a:xfrm>
            <a:off x="22274509" y="1371886"/>
            <a:ext cx="6953037" cy="879328"/>
          </a:xfrm>
          <a:solidFill>
            <a:schemeClr val="bg1"/>
          </a:solidFill>
        </p:spPr>
        <p:txBody>
          <a:bodyPr anchor="ctr" anchorCtr="0"/>
          <a:lstStyle>
            <a:lvl1pPr marL="0" marR="0" indent="0" algn="ctr" defTabSz="2270708" rtl="0" eaLnBrk="1" fontAlgn="auto" latinLnBrk="0" hangingPunct="1">
              <a:lnSpc>
                <a:spcPct val="100000"/>
              </a:lnSpc>
              <a:spcBef>
                <a:spcPts val="0"/>
              </a:spcBef>
              <a:spcAft>
                <a:spcPts val="2002"/>
              </a:spcAft>
              <a:buClrTx/>
              <a:buSzTx/>
              <a:buFontTx/>
              <a:buNone/>
              <a:tabLst/>
              <a:defRPr sz="2002" b="0">
                <a:solidFill>
                  <a:schemeClr val="tx1">
                    <a:lumMod val="75000"/>
                  </a:schemeClr>
                </a:solidFill>
                <a:latin typeface="+mn-lt"/>
              </a:defRPr>
            </a:lvl1pPr>
          </a:lstStyle>
          <a:p>
            <a:pPr marL="0" marR="0" lvl="0" indent="0" algn="l" defTabSz="2270708" rtl="0" eaLnBrk="1" fontAlgn="auto" latinLnBrk="0" hangingPunct="1">
              <a:lnSpc>
                <a:spcPct val="100000"/>
              </a:lnSpc>
              <a:spcBef>
                <a:spcPts val="0"/>
              </a:spcBef>
              <a:spcAft>
                <a:spcPts val="2002"/>
              </a:spcAft>
              <a:buClrTx/>
              <a:buSzTx/>
              <a:buFont typeface="+mj-lt"/>
              <a:buNone/>
              <a:tabLst/>
              <a:defRPr/>
            </a:pPr>
            <a:r>
              <a:rPr lang="de-DE" sz="2002" dirty="0">
                <a:solidFill>
                  <a:schemeClr val="tx1">
                    <a:lumMod val="75000"/>
                  </a:schemeClr>
                </a:solidFill>
              </a:rPr>
              <a:t>Evtl. Fremdlogo: immer kleiner als UHOH Logo</a:t>
            </a:r>
          </a:p>
          <a:p>
            <a:endParaRPr lang="de-DE" dirty="0"/>
          </a:p>
        </p:txBody>
      </p:sp>
      <p:sp>
        <p:nvSpPr>
          <p:cNvPr id="31" name="Textplatzhalter 15"/>
          <p:cNvSpPr>
            <a:spLocks noGrp="1"/>
          </p:cNvSpPr>
          <p:nvPr>
            <p:ph type="body" sz="quarter" idx="28" hasCustomPrompt="1"/>
          </p:nvPr>
        </p:nvSpPr>
        <p:spPr>
          <a:xfrm>
            <a:off x="15482619" y="18094007"/>
            <a:ext cx="12949889" cy="308226"/>
          </a:xfrm>
        </p:spPr>
        <p:txBody>
          <a:bodyPr>
            <a:spAutoFit/>
          </a:bodyPr>
          <a:lstStyle>
            <a:lvl1pPr marL="0" indent="0">
              <a:lnSpc>
                <a:spcPts val="2603"/>
              </a:lnSpc>
              <a:spcAft>
                <a:spcPts val="1201"/>
              </a:spcAft>
              <a:buFontTx/>
              <a:buNone/>
              <a:defRPr sz="2002" b="0" cap="none" baseline="0">
                <a:solidFill>
                  <a:schemeClr val="tx1">
                    <a:lumMod val="75000"/>
                  </a:schemeClr>
                </a:solidFill>
                <a:latin typeface="+mn-lt"/>
              </a:defRPr>
            </a:lvl1pPr>
            <a:lvl2pPr marL="0" indent="0">
              <a:buFontTx/>
              <a:buNone/>
              <a:defRPr sz="2002"/>
            </a:lvl2pPr>
            <a:lvl3pPr>
              <a:buFontTx/>
              <a:buNone/>
              <a:defRPr sz="2002"/>
            </a:lvl3pPr>
            <a:lvl4pPr>
              <a:buFontTx/>
              <a:buNone/>
              <a:defRPr sz="2002"/>
            </a:lvl4pPr>
            <a:lvl5pPr>
              <a:buFontTx/>
              <a:buNone/>
              <a:defRPr sz="2002"/>
            </a:lvl5pPr>
          </a:lstStyle>
          <a:p>
            <a:pPr lvl="0"/>
            <a:r>
              <a:rPr lang="de-DE" dirty="0"/>
              <a:t>Bildunterschrift</a:t>
            </a:r>
          </a:p>
        </p:txBody>
      </p:sp>
      <p:sp>
        <p:nvSpPr>
          <p:cNvPr id="33" name="Inhaltsplatzhalter 39"/>
          <p:cNvSpPr>
            <a:spLocks noGrp="1"/>
          </p:cNvSpPr>
          <p:nvPr>
            <p:ph sz="quarter" idx="34"/>
          </p:nvPr>
        </p:nvSpPr>
        <p:spPr>
          <a:xfrm>
            <a:off x="15462625" y="9611281"/>
            <a:ext cx="12949889" cy="4969630"/>
          </a:xfrm>
        </p:spPr>
        <p:txBody>
          <a:body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6" name="Textplatzhalter 15"/>
          <p:cNvSpPr>
            <a:spLocks noGrp="1"/>
          </p:cNvSpPr>
          <p:nvPr>
            <p:ph type="body" sz="quarter" idx="36" hasCustomPrompt="1"/>
          </p:nvPr>
        </p:nvSpPr>
        <p:spPr>
          <a:xfrm>
            <a:off x="15502613" y="27954480"/>
            <a:ext cx="12949889" cy="308226"/>
          </a:xfrm>
        </p:spPr>
        <p:txBody>
          <a:bodyPr>
            <a:spAutoFit/>
          </a:bodyPr>
          <a:lstStyle>
            <a:lvl1pPr marL="0" indent="0">
              <a:lnSpc>
                <a:spcPts val="2603"/>
              </a:lnSpc>
              <a:spcAft>
                <a:spcPts val="1201"/>
              </a:spcAft>
              <a:buFontTx/>
              <a:buNone/>
              <a:defRPr sz="2002" b="0" cap="none" baseline="0">
                <a:solidFill>
                  <a:schemeClr val="tx1">
                    <a:lumMod val="75000"/>
                  </a:schemeClr>
                </a:solidFill>
                <a:latin typeface="+mn-lt"/>
              </a:defRPr>
            </a:lvl1pPr>
            <a:lvl2pPr marL="0" indent="0">
              <a:buFontTx/>
              <a:buNone/>
              <a:defRPr sz="2002"/>
            </a:lvl2pPr>
            <a:lvl3pPr>
              <a:buFontTx/>
              <a:buNone/>
              <a:defRPr sz="2002"/>
            </a:lvl3pPr>
            <a:lvl4pPr>
              <a:buFontTx/>
              <a:buNone/>
              <a:defRPr sz="2002"/>
            </a:lvl4pPr>
            <a:lvl5pPr>
              <a:buFontTx/>
              <a:buNone/>
              <a:defRPr sz="2002"/>
            </a:lvl5pPr>
          </a:lstStyle>
          <a:p>
            <a:pPr lvl="0"/>
            <a:r>
              <a:rPr lang="de-DE" dirty="0"/>
              <a:t>Bildunterschrift</a:t>
            </a:r>
          </a:p>
        </p:txBody>
      </p:sp>
      <p:sp>
        <p:nvSpPr>
          <p:cNvPr id="47" name="Inhaltsplatzhalter 39"/>
          <p:cNvSpPr>
            <a:spLocks noGrp="1"/>
          </p:cNvSpPr>
          <p:nvPr>
            <p:ph sz="quarter" idx="37"/>
          </p:nvPr>
        </p:nvSpPr>
        <p:spPr>
          <a:xfrm>
            <a:off x="15482619" y="19471753"/>
            <a:ext cx="12949889" cy="4969630"/>
          </a:xfrm>
        </p:spPr>
        <p:txBody>
          <a:body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8" name="Textplatzhalter 15"/>
          <p:cNvSpPr>
            <a:spLocks noGrp="1"/>
          </p:cNvSpPr>
          <p:nvPr>
            <p:ph type="body" sz="quarter" idx="38" hasCustomPrompt="1"/>
          </p:nvPr>
        </p:nvSpPr>
        <p:spPr>
          <a:xfrm>
            <a:off x="15522608" y="37815294"/>
            <a:ext cx="12949889" cy="308226"/>
          </a:xfrm>
        </p:spPr>
        <p:txBody>
          <a:bodyPr>
            <a:spAutoFit/>
          </a:bodyPr>
          <a:lstStyle>
            <a:lvl1pPr marL="0" indent="0">
              <a:lnSpc>
                <a:spcPts val="2603"/>
              </a:lnSpc>
              <a:spcAft>
                <a:spcPts val="1201"/>
              </a:spcAft>
              <a:buFontTx/>
              <a:buNone/>
              <a:defRPr sz="2002" b="0" cap="none" baseline="0">
                <a:solidFill>
                  <a:schemeClr val="tx1">
                    <a:lumMod val="75000"/>
                  </a:schemeClr>
                </a:solidFill>
                <a:latin typeface="+mn-lt"/>
              </a:defRPr>
            </a:lvl1pPr>
            <a:lvl2pPr marL="0" indent="0">
              <a:buFontTx/>
              <a:buNone/>
              <a:defRPr sz="2002"/>
            </a:lvl2pPr>
            <a:lvl3pPr>
              <a:buFontTx/>
              <a:buNone/>
              <a:defRPr sz="2002"/>
            </a:lvl3pPr>
            <a:lvl4pPr>
              <a:buFontTx/>
              <a:buNone/>
              <a:defRPr sz="2002"/>
            </a:lvl4pPr>
            <a:lvl5pPr>
              <a:buFontTx/>
              <a:buNone/>
              <a:defRPr sz="2002"/>
            </a:lvl5pPr>
          </a:lstStyle>
          <a:p>
            <a:pPr lvl="0"/>
            <a:r>
              <a:rPr lang="de-DE" dirty="0"/>
              <a:t>Bildunterschrift</a:t>
            </a:r>
          </a:p>
        </p:txBody>
      </p:sp>
      <p:sp>
        <p:nvSpPr>
          <p:cNvPr id="49" name="Inhaltsplatzhalter 39"/>
          <p:cNvSpPr>
            <a:spLocks noGrp="1"/>
          </p:cNvSpPr>
          <p:nvPr>
            <p:ph sz="quarter" idx="39"/>
          </p:nvPr>
        </p:nvSpPr>
        <p:spPr>
          <a:xfrm>
            <a:off x="15502613" y="29332567"/>
            <a:ext cx="12949889" cy="4969630"/>
          </a:xfrm>
        </p:spPr>
        <p:txBody>
          <a:body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0" name="Textplatzhalter 15"/>
          <p:cNvSpPr>
            <a:spLocks noGrp="1"/>
          </p:cNvSpPr>
          <p:nvPr>
            <p:ph type="body" sz="quarter" idx="29" hasCustomPrompt="1"/>
          </p:nvPr>
        </p:nvSpPr>
        <p:spPr>
          <a:xfrm>
            <a:off x="23022708" y="5259796"/>
            <a:ext cx="6138822" cy="641651"/>
          </a:xfrm>
        </p:spPr>
        <p:txBody>
          <a:bodyPr/>
          <a:lstStyle>
            <a:lvl1pPr marL="457749" marR="0" indent="-457749" algn="l" defTabSz="3493857" rtl="0" eaLnBrk="1" fontAlgn="auto" latinLnBrk="0" hangingPunct="1">
              <a:lnSpc>
                <a:spcPts val="2603"/>
              </a:lnSpc>
              <a:spcBef>
                <a:spcPts val="0"/>
              </a:spcBef>
              <a:spcAft>
                <a:spcPts val="1201"/>
              </a:spcAft>
              <a:buClrTx/>
              <a:buSzTx/>
              <a:buFontTx/>
              <a:buNone/>
              <a:tabLst/>
              <a:defRPr sz="2002" b="0" baseline="0">
                <a:solidFill>
                  <a:schemeClr val="bg1"/>
                </a:solidFill>
                <a:latin typeface="+mn-lt"/>
              </a:defRPr>
            </a:lvl1pPr>
            <a:lvl2pPr marL="0" indent="0">
              <a:buFontTx/>
              <a:buNone/>
              <a:defRPr sz="2002"/>
            </a:lvl2pPr>
            <a:lvl3pPr>
              <a:buFontTx/>
              <a:buNone/>
              <a:defRPr sz="2002"/>
            </a:lvl3pPr>
            <a:lvl4pPr>
              <a:buFontTx/>
              <a:buNone/>
              <a:defRPr sz="2002"/>
            </a:lvl4pPr>
            <a:lvl5pPr>
              <a:buFontTx/>
              <a:buNone/>
              <a:defRPr sz="2002"/>
            </a:lvl5pPr>
          </a:lstStyle>
          <a:p>
            <a:pPr marL="0" marR="0" lvl="0" indent="0" algn="l" defTabSz="3493857" rtl="0" eaLnBrk="1" fontAlgn="auto" latinLnBrk="0" hangingPunct="1">
              <a:lnSpc>
                <a:spcPts val="2603"/>
              </a:lnSpc>
              <a:spcBef>
                <a:spcPts val="0"/>
              </a:spcBef>
              <a:spcAft>
                <a:spcPts val="1201"/>
              </a:spcAft>
              <a:buClrTx/>
              <a:buSzTx/>
              <a:buFontTx/>
              <a:buNone/>
              <a:tabLst/>
              <a:defRPr/>
            </a:pPr>
            <a:r>
              <a:rPr kumimoji="0" lang="en-US" sz="2002" b="0" i="0" u="none" strike="noStrike" kern="1200" cap="none" spc="0" normalizeH="0" baseline="0" noProof="0" dirty="0">
                <a:ln>
                  <a:noFill/>
                </a:ln>
                <a:solidFill>
                  <a:prstClr val="white"/>
                </a:solidFill>
                <a:effectLst/>
                <a:uLnTx/>
                <a:uFillTx/>
                <a:latin typeface="Segoe UI Semibold"/>
                <a:ea typeface="+mn-ea"/>
                <a:cs typeface="+mn-cs"/>
              </a:rPr>
              <a:t>Name Author</a:t>
            </a:r>
            <a:br>
              <a:rPr kumimoji="0" lang="en-US" sz="2002" b="0" i="0" u="none" strike="noStrike" kern="1200" cap="none" spc="0" normalizeH="0" baseline="0" noProof="0" dirty="0">
                <a:ln>
                  <a:noFill/>
                </a:ln>
                <a:solidFill>
                  <a:prstClr val="white"/>
                </a:solidFill>
                <a:effectLst/>
                <a:uLnTx/>
                <a:uFillTx/>
                <a:latin typeface="Segoe UI Semibold"/>
                <a:ea typeface="+mn-ea"/>
                <a:cs typeface="+mn-cs"/>
              </a:rPr>
            </a:br>
            <a:r>
              <a:rPr kumimoji="0" lang="en-US" sz="2002" b="0" i="0" u="none" strike="noStrike" kern="1200" cap="none" spc="0" normalizeH="0" baseline="0" noProof="0" dirty="0">
                <a:ln>
                  <a:noFill/>
                </a:ln>
                <a:solidFill>
                  <a:prstClr val="white"/>
                </a:solidFill>
                <a:effectLst/>
                <a:uLnTx/>
                <a:uFillTx/>
                <a:latin typeface="Segoe UI Semibold"/>
                <a:ea typeface="+mn-ea"/>
                <a:cs typeface="+mn-cs"/>
              </a:rPr>
              <a:t>and Department</a:t>
            </a:r>
            <a:endParaRPr kumimoji="0" lang="de-DE" sz="2002" b="0" i="0" u="none" strike="noStrike" kern="1200" cap="none" spc="0" normalizeH="0" baseline="0" noProof="0" dirty="0">
              <a:ln>
                <a:noFill/>
              </a:ln>
              <a:solidFill>
                <a:prstClr val="white"/>
              </a:solidFill>
              <a:effectLst/>
              <a:uLnTx/>
              <a:uFillTx/>
              <a:latin typeface="Segoe UI Semibold"/>
              <a:ea typeface="+mn-ea"/>
              <a:cs typeface="+mn-cs"/>
            </a:endParaRPr>
          </a:p>
        </p:txBody>
      </p:sp>
      <p:cxnSp>
        <p:nvCxnSpPr>
          <p:cNvPr id="41" name="Gerader Verbinder 40"/>
          <p:cNvCxnSpPr/>
          <p:nvPr userDrawn="1"/>
        </p:nvCxnSpPr>
        <p:spPr>
          <a:xfrm>
            <a:off x="15078544" y="39033499"/>
            <a:ext cx="0" cy="377026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43" name="Textfeld 42"/>
          <p:cNvSpPr txBox="1"/>
          <p:nvPr userDrawn="1"/>
        </p:nvSpPr>
        <p:spPr>
          <a:xfrm>
            <a:off x="15462626" y="39758120"/>
            <a:ext cx="6112576" cy="465185"/>
          </a:xfrm>
          <a:prstGeom prst="rect">
            <a:avLst/>
          </a:prstGeom>
          <a:noFill/>
        </p:spPr>
        <p:txBody>
          <a:bodyPr wrap="square" lIns="0" tIns="0" rIns="0" bIns="0" rtlCol="0">
            <a:spAutoFit/>
          </a:bodyPr>
          <a:lstStyle/>
          <a:p>
            <a:pPr marL="0" indent="0">
              <a:buFontTx/>
              <a:buNone/>
            </a:pPr>
            <a:r>
              <a:rPr lang="de-DE" sz="3004" b="1" cap="all" spc="300" baseline="0" dirty="0">
                <a:solidFill>
                  <a:schemeClr val="tx2"/>
                </a:solidFill>
                <a:latin typeface="+mn-lt"/>
              </a:rPr>
              <a:t>Partner</a:t>
            </a:r>
          </a:p>
        </p:txBody>
      </p:sp>
      <p:sp>
        <p:nvSpPr>
          <p:cNvPr id="46" name="Bildplatzhalter 16"/>
          <p:cNvSpPr>
            <a:spLocks noGrp="1"/>
          </p:cNvSpPr>
          <p:nvPr>
            <p:ph type="pic" sz="quarter" idx="18" hasCustomPrompt="1"/>
          </p:nvPr>
        </p:nvSpPr>
        <p:spPr>
          <a:xfrm>
            <a:off x="15462625" y="40366501"/>
            <a:ext cx="2162495" cy="1028381"/>
          </a:xfrm>
          <a:noFill/>
        </p:spPr>
        <p:txBody>
          <a:bodyPr/>
          <a:lstStyle>
            <a:lvl1pPr marL="0" marR="0" indent="0" algn="l" defTabSz="3493857" rtl="0" eaLnBrk="1" fontAlgn="auto" latinLnBrk="0" hangingPunct="1">
              <a:lnSpc>
                <a:spcPct val="100000"/>
              </a:lnSpc>
              <a:spcBef>
                <a:spcPts val="0"/>
              </a:spcBef>
              <a:spcAft>
                <a:spcPts val="0"/>
              </a:spcAft>
              <a:buClrTx/>
              <a:buSzTx/>
              <a:buFontTx/>
              <a:buNone/>
              <a:tabLst/>
              <a:defRPr sz="2002"/>
            </a:lvl1pPr>
            <a:lvl2pPr marL="0" indent="0">
              <a:buFontTx/>
              <a:buNone/>
              <a:defRPr/>
            </a:lvl2pPr>
            <a:lvl4pPr marL="0" indent="0">
              <a:buFontTx/>
              <a:buNone/>
              <a:defRPr sz="2002">
                <a:solidFill>
                  <a:schemeClr val="tx1">
                    <a:lumMod val="75000"/>
                  </a:schemeClr>
                </a:solidFill>
                <a:latin typeface="+mn-lt"/>
              </a:defRPr>
            </a:lvl4pPr>
          </a:lstStyle>
          <a:p>
            <a:pPr marL="0" marR="0" lvl="0" indent="0" algn="l" defTabSz="3493857" rtl="0" eaLnBrk="1" fontAlgn="auto" latinLnBrk="0" hangingPunct="1">
              <a:lnSpc>
                <a:spcPct val="100000"/>
              </a:lnSpc>
              <a:spcBef>
                <a:spcPts val="0"/>
              </a:spcBef>
              <a:spcAft>
                <a:spcPts val="0"/>
              </a:spcAft>
              <a:buClrTx/>
              <a:buSzTx/>
              <a:buFontTx/>
              <a:buNone/>
              <a:tabLst/>
              <a:defRPr/>
            </a:pPr>
            <a:r>
              <a:rPr kumimoji="0" lang="de-DE" sz="2002" b="0" i="0" u="none" strike="noStrike" kern="1200" cap="none" spc="0" normalizeH="0" baseline="0" noProof="0" dirty="0">
                <a:ln>
                  <a:noFill/>
                </a:ln>
                <a:solidFill>
                  <a:srgbClr val="525250">
                    <a:lumMod val="75000"/>
                  </a:srgbClr>
                </a:solidFill>
                <a:effectLst/>
                <a:uLnTx/>
                <a:uFillTx/>
                <a:latin typeface="+mn-lt"/>
                <a:ea typeface="+mn-ea"/>
                <a:cs typeface="+mn-cs"/>
              </a:rPr>
              <a:t>Partnerlogo einfügen</a:t>
            </a:r>
          </a:p>
          <a:p>
            <a:pPr lvl="3"/>
            <a:endParaRPr lang="de-DE" dirty="0"/>
          </a:p>
        </p:txBody>
      </p:sp>
      <p:sp>
        <p:nvSpPr>
          <p:cNvPr id="51" name="Bildplatzhalter 16"/>
          <p:cNvSpPr>
            <a:spLocks noGrp="1"/>
          </p:cNvSpPr>
          <p:nvPr>
            <p:ph type="pic" sz="quarter" idx="19" hasCustomPrompt="1"/>
          </p:nvPr>
        </p:nvSpPr>
        <p:spPr>
          <a:xfrm>
            <a:off x="19055245" y="40366501"/>
            <a:ext cx="2162495" cy="1028381"/>
          </a:xfrm>
          <a:noFill/>
        </p:spPr>
        <p:txBody>
          <a:bodyPr/>
          <a:lstStyle>
            <a:lvl1pPr marL="0" marR="0" indent="0" algn="l" defTabSz="3493857" rtl="0" eaLnBrk="1" fontAlgn="auto" latinLnBrk="0" hangingPunct="1">
              <a:lnSpc>
                <a:spcPct val="100000"/>
              </a:lnSpc>
              <a:spcBef>
                <a:spcPts val="0"/>
              </a:spcBef>
              <a:spcAft>
                <a:spcPts val="0"/>
              </a:spcAft>
              <a:buClrTx/>
              <a:buSzTx/>
              <a:buFontTx/>
              <a:buNone/>
              <a:tabLst/>
              <a:defRPr sz="2002"/>
            </a:lvl1pPr>
            <a:lvl2pPr marL="0" indent="0">
              <a:buFontTx/>
              <a:buNone/>
              <a:defRPr/>
            </a:lvl2pPr>
            <a:lvl4pPr marL="0" indent="0">
              <a:buFontTx/>
              <a:buNone/>
              <a:defRPr sz="2002">
                <a:solidFill>
                  <a:schemeClr val="tx1">
                    <a:lumMod val="75000"/>
                  </a:schemeClr>
                </a:solidFill>
                <a:latin typeface="+mn-lt"/>
              </a:defRPr>
            </a:lvl4pPr>
          </a:lstStyle>
          <a:p>
            <a:pPr marL="0" marR="0" lvl="0" indent="0" algn="l" defTabSz="3493857" rtl="0" eaLnBrk="1" fontAlgn="auto" latinLnBrk="0" hangingPunct="1">
              <a:lnSpc>
                <a:spcPct val="100000"/>
              </a:lnSpc>
              <a:spcBef>
                <a:spcPts val="0"/>
              </a:spcBef>
              <a:spcAft>
                <a:spcPts val="0"/>
              </a:spcAft>
              <a:buClrTx/>
              <a:buSzTx/>
              <a:buFontTx/>
              <a:buNone/>
              <a:tabLst/>
              <a:defRPr/>
            </a:pPr>
            <a:r>
              <a:rPr kumimoji="0" lang="de-DE" sz="2002" b="0" i="0" u="none" strike="noStrike" kern="1200" cap="none" spc="0" normalizeH="0" baseline="0" noProof="0" dirty="0">
                <a:ln>
                  <a:noFill/>
                </a:ln>
                <a:solidFill>
                  <a:srgbClr val="525250">
                    <a:lumMod val="75000"/>
                  </a:srgbClr>
                </a:solidFill>
                <a:effectLst/>
                <a:uLnTx/>
                <a:uFillTx/>
                <a:latin typeface="+mn-lt"/>
                <a:ea typeface="+mn-ea"/>
                <a:cs typeface="+mn-cs"/>
              </a:rPr>
              <a:t>Partnerlogo einfügen</a:t>
            </a:r>
          </a:p>
          <a:p>
            <a:pPr lvl="3"/>
            <a:endParaRPr lang="de-DE" dirty="0"/>
          </a:p>
        </p:txBody>
      </p:sp>
      <p:sp>
        <p:nvSpPr>
          <p:cNvPr id="52" name="Bildplatzhalter 16"/>
          <p:cNvSpPr>
            <a:spLocks noGrp="1"/>
          </p:cNvSpPr>
          <p:nvPr>
            <p:ph type="pic" sz="quarter" idx="20" hasCustomPrompt="1"/>
          </p:nvPr>
        </p:nvSpPr>
        <p:spPr>
          <a:xfrm>
            <a:off x="22647864" y="40366501"/>
            <a:ext cx="2162495" cy="1028381"/>
          </a:xfrm>
          <a:noFill/>
        </p:spPr>
        <p:txBody>
          <a:bodyPr/>
          <a:lstStyle>
            <a:lvl1pPr marL="0" marR="0" indent="0" algn="l" defTabSz="3493857" rtl="0" eaLnBrk="1" fontAlgn="auto" latinLnBrk="0" hangingPunct="1">
              <a:lnSpc>
                <a:spcPct val="100000"/>
              </a:lnSpc>
              <a:spcBef>
                <a:spcPts val="0"/>
              </a:spcBef>
              <a:spcAft>
                <a:spcPts val="0"/>
              </a:spcAft>
              <a:buClrTx/>
              <a:buSzTx/>
              <a:buFontTx/>
              <a:buNone/>
              <a:tabLst/>
              <a:defRPr sz="2002"/>
            </a:lvl1pPr>
            <a:lvl2pPr marL="0" indent="0">
              <a:buFontTx/>
              <a:buNone/>
              <a:defRPr/>
            </a:lvl2pPr>
            <a:lvl4pPr marL="0" indent="0">
              <a:buFontTx/>
              <a:buNone/>
              <a:defRPr sz="2002">
                <a:solidFill>
                  <a:schemeClr val="tx1">
                    <a:lumMod val="75000"/>
                  </a:schemeClr>
                </a:solidFill>
                <a:latin typeface="+mn-lt"/>
              </a:defRPr>
            </a:lvl4pPr>
          </a:lstStyle>
          <a:p>
            <a:pPr marL="0" marR="0" lvl="0" indent="0" algn="l" defTabSz="3493857" rtl="0" eaLnBrk="1" fontAlgn="auto" latinLnBrk="0" hangingPunct="1">
              <a:lnSpc>
                <a:spcPct val="100000"/>
              </a:lnSpc>
              <a:spcBef>
                <a:spcPts val="0"/>
              </a:spcBef>
              <a:spcAft>
                <a:spcPts val="0"/>
              </a:spcAft>
              <a:buClrTx/>
              <a:buSzTx/>
              <a:buFontTx/>
              <a:buNone/>
              <a:tabLst/>
              <a:defRPr/>
            </a:pPr>
            <a:r>
              <a:rPr kumimoji="0" lang="de-DE" sz="2002" b="0" i="0" u="none" strike="noStrike" kern="1200" cap="none" spc="0" normalizeH="0" baseline="0" noProof="0" dirty="0">
                <a:ln>
                  <a:noFill/>
                </a:ln>
                <a:solidFill>
                  <a:srgbClr val="525250">
                    <a:lumMod val="75000"/>
                  </a:srgbClr>
                </a:solidFill>
                <a:effectLst/>
                <a:uLnTx/>
                <a:uFillTx/>
                <a:latin typeface="+mn-lt"/>
                <a:ea typeface="+mn-ea"/>
                <a:cs typeface="+mn-cs"/>
              </a:rPr>
              <a:t>Partnerlogo einfügen</a:t>
            </a:r>
          </a:p>
          <a:p>
            <a:pPr lvl="3"/>
            <a:endParaRPr lang="de-DE" dirty="0"/>
          </a:p>
        </p:txBody>
      </p:sp>
      <p:sp>
        <p:nvSpPr>
          <p:cNvPr id="53" name="Bildplatzhalter 16"/>
          <p:cNvSpPr>
            <a:spLocks noGrp="1"/>
          </p:cNvSpPr>
          <p:nvPr>
            <p:ph type="pic" sz="quarter" idx="21" hasCustomPrompt="1"/>
          </p:nvPr>
        </p:nvSpPr>
        <p:spPr>
          <a:xfrm>
            <a:off x="26240482" y="40366501"/>
            <a:ext cx="2162495" cy="1028381"/>
          </a:xfrm>
          <a:noFill/>
        </p:spPr>
        <p:txBody>
          <a:bodyPr/>
          <a:lstStyle>
            <a:lvl1pPr marL="0" marR="0" indent="0" algn="l" defTabSz="3493857" rtl="0" eaLnBrk="1" fontAlgn="auto" latinLnBrk="0" hangingPunct="1">
              <a:lnSpc>
                <a:spcPct val="100000"/>
              </a:lnSpc>
              <a:spcBef>
                <a:spcPts val="0"/>
              </a:spcBef>
              <a:spcAft>
                <a:spcPts val="0"/>
              </a:spcAft>
              <a:buClrTx/>
              <a:buSzTx/>
              <a:buFontTx/>
              <a:buNone/>
              <a:tabLst/>
              <a:defRPr sz="2002"/>
            </a:lvl1pPr>
            <a:lvl2pPr marL="0" indent="0">
              <a:buFontTx/>
              <a:buNone/>
              <a:defRPr/>
            </a:lvl2pPr>
            <a:lvl4pPr marL="0" indent="0">
              <a:buFontTx/>
              <a:buNone/>
              <a:defRPr sz="2002">
                <a:solidFill>
                  <a:schemeClr val="tx1">
                    <a:lumMod val="75000"/>
                  </a:schemeClr>
                </a:solidFill>
                <a:latin typeface="+mn-lt"/>
              </a:defRPr>
            </a:lvl4pPr>
          </a:lstStyle>
          <a:p>
            <a:pPr marL="0" marR="0" lvl="0" indent="0" algn="l" defTabSz="3493857" rtl="0" eaLnBrk="1" fontAlgn="auto" latinLnBrk="0" hangingPunct="1">
              <a:lnSpc>
                <a:spcPct val="100000"/>
              </a:lnSpc>
              <a:spcBef>
                <a:spcPts val="0"/>
              </a:spcBef>
              <a:spcAft>
                <a:spcPts val="0"/>
              </a:spcAft>
              <a:buClrTx/>
              <a:buSzTx/>
              <a:buFontTx/>
              <a:buNone/>
              <a:tabLst/>
              <a:defRPr/>
            </a:pPr>
            <a:r>
              <a:rPr kumimoji="0" lang="de-DE" sz="2002" b="0" i="0" u="none" strike="noStrike" kern="1200" cap="none" spc="0" normalizeH="0" baseline="0" noProof="0" dirty="0">
                <a:ln>
                  <a:noFill/>
                </a:ln>
                <a:solidFill>
                  <a:srgbClr val="525250">
                    <a:lumMod val="75000"/>
                  </a:srgbClr>
                </a:solidFill>
                <a:effectLst/>
                <a:uLnTx/>
                <a:uFillTx/>
                <a:latin typeface="+mn-lt"/>
                <a:ea typeface="+mn-ea"/>
                <a:cs typeface="+mn-cs"/>
              </a:rPr>
              <a:t>Partnerlogo einfügen</a:t>
            </a:r>
          </a:p>
          <a:p>
            <a:pPr lvl="3"/>
            <a:endParaRPr lang="de-DE" dirty="0"/>
          </a:p>
        </p:txBody>
      </p:sp>
      <p:sp>
        <p:nvSpPr>
          <p:cNvPr id="54" name="Bildplatzhalter 34"/>
          <p:cNvSpPr>
            <a:spLocks noGrp="1"/>
          </p:cNvSpPr>
          <p:nvPr>
            <p:ph type="pic" sz="quarter" idx="22" hasCustomPrompt="1"/>
          </p:nvPr>
        </p:nvSpPr>
        <p:spPr>
          <a:xfrm>
            <a:off x="1775051" y="39589233"/>
            <a:ext cx="2565982" cy="952770"/>
          </a:xfrm>
          <a:prstGeom prst="ellipse">
            <a:avLst/>
          </a:prstGeom>
          <a:solidFill>
            <a:schemeClr val="bg1">
              <a:lumMod val="95000"/>
            </a:schemeClr>
          </a:solidFill>
          <a:ln w="38100">
            <a:solidFill>
              <a:schemeClr val="tx2"/>
            </a:solidFill>
          </a:ln>
        </p:spPr>
        <p:txBody>
          <a:bodyPr/>
          <a:lstStyle>
            <a:lvl1pPr marL="0" marR="0" indent="0" algn="l" defTabSz="3493857" rtl="0" eaLnBrk="1" fontAlgn="auto" latinLnBrk="0" hangingPunct="1">
              <a:lnSpc>
                <a:spcPct val="100000"/>
              </a:lnSpc>
              <a:spcBef>
                <a:spcPts val="0"/>
              </a:spcBef>
              <a:spcAft>
                <a:spcPts val="0"/>
              </a:spcAft>
              <a:buClrTx/>
              <a:buSzTx/>
              <a:buFontTx/>
              <a:buNone/>
              <a:tabLst/>
              <a:defRPr/>
            </a:lvl1pPr>
            <a:lvl3pPr marL="0" indent="0">
              <a:buFont typeface="+mj-lt"/>
              <a:buNone/>
              <a:defRPr sz="1802" baseline="0">
                <a:solidFill>
                  <a:schemeClr val="tx1">
                    <a:lumMod val="75000"/>
                  </a:schemeClr>
                </a:solidFill>
                <a:latin typeface="+mn-lt"/>
              </a:defRPr>
            </a:lvl3pPr>
          </a:lstStyle>
          <a:p>
            <a:pPr marL="0" marR="0" lvl="0" indent="0" algn="l" defTabSz="3493857" rtl="0" eaLnBrk="1" fontAlgn="auto" latinLnBrk="0" hangingPunct="1">
              <a:lnSpc>
                <a:spcPct val="100000"/>
              </a:lnSpc>
              <a:spcBef>
                <a:spcPts val="0"/>
              </a:spcBef>
              <a:spcAft>
                <a:spcPts val="0"/>
              </a:spcAft>
              <a:buClrTx/>
              <a:buSzTx/>
              <a:buFontTx/>
              <a:buNone/>
              <a:tabLst/>
              <a:defRPr/>
            </a:pPr>
            <a:r>
              <a:rPr kumimoji="0" lang="de-DE" sz="2002" b="0" i="0" u="none" strike="noStrike" kern="1200" cap="none" spc="0" normalizeH="0" baseline="0" noProof="0" dirty="0">
                <a:ln>
                  <a:noFill/>
                </a:ln>
                <a:solidFill>
                  <a:srgbClr val="525250">
                    <a:lumMod val="75000"/>
                  </a:srgbClr>
                </a:solidFill>
                <a:effectLst/>
                <a:uLnTx/>
                <a:uFillTx/>
                <a:latin typeface="+mn-lt"/>
                <a:ea typeface="+mn-ea"/>
                <a:cs typeface="+mn-cs"/>
              </a:rPr>
              <a:t>Foto einfügen</a:t>
            </a:r>
          </a:p>
          <a:p>
            <a:pPr lvl="2"/>
            <a:endParaRPr lang="de-DE" dirty="0"/>
          </a:p>
        </p:txBody>
      </p:sp>
      <p:sp>
        <p:nvSpPr>
          <p:cNvPr id="55" name="Textplatzhalter 21"/>
          <p:cNvSpPr>
            <a:spLocks noGrp="1"/>
          </p:cNvSpPr>
          <p:nvPr>
            <p:ph type="body" sz="quarter" idx="31" hasCustomPrompt="1"/>
          </p:nvPr>
        </p:nvSpPr>
        <p:spPr>
          <a:xfrm>
            <a:off x="5009779" y="40481672"/>
            <a:ext cx="9731289" cy="1720626"/>
          </a:xfrm>
        </p:spPr>
        <p:txBody>
          <a:bodyPr>
            <a:noAutofit/>
          </a:bodyPr>
          <a:lstStyle>
            <a:lvl1pPr marL="0" indent="0">
              <a:lnSpc>
                <a:spcPts val="2603"/>
              </a:lnSpc>
              <a:spcAft>
                <a:spcPts val="1201"/>
              </a:spcAft>
              <a:buFontTx/>
              <a:buNone/>
              <a:defRPr sz="2002" b="0" cap="none" baseline="0">
                <a:solidFill>
                  <a:schemeClr val="tx1">
                    <a:lumMod val="75000"/>
                  </a:schemeClr>
                </a:solidFill>
                <a:latin typeface="+mn-lt"/>
              </a:defRPr>
            </a:lvl1pPr>
            <a:lvl2pPr marL="0" indent="0">
              <a:buFontTx/>
              <a:buNone/>
              <a:defRPr sz="2002">
                <a:solidFill>
                  <a:schemeClr val="tx1">
                    <a:lumMod val="75000"/>
                  </a:schemeClr>
                </a:solidFill>
                <a:latin typeface="+mn-lt"/>
              </a:defRPr>
            </a:lvl2pPr>
            <a:lvl3pPr marL="0" indent="0">
              <a:buFontTx/>
              <a:buNone/>
              <a:defRPr sz="2002">
                <a:solidFill>
                  <a:schemeClr val="tx1">
                    <a:lumMod val="75000"/>
                  </a:schemeClr>
                </a:solidFill>
                <a:latin typeface="+mn-lt"/>
              </a:defRPr>
            </a:lvl3pPr>
            <a:lvl4pPr marL="0" indent="0">
              <a:buFontTx/>
              <a:buNone/>
              <a:defRPr sz="2002">
                <a:solidFill>
                  <a:schemeClr val="tx1">
                    <a:lumMod val="75000"/>
                  </a:schemeClr>
                </a:solidFill>
                <a:latin typeface="+mn-lt"/>
              </a:defRPr>
            </a:lvl4pPr>
            <a:lvl5pPr marL="0" indent="0">
              <a:buFontTx/>
              <a:buNone/>
              <a:defRPr sz="2002">
                <a:solidFill>
                  <a:schemeClr val="tx1">
                    <a:lumMod val="75000"/>
                  </a:schemeClr>
                </a:solidFill>
                <a:latin typeface="+mn-lt"/>
              </a:defRPr>
            </a:lvl5pPr>
          </a:lstStyle>
          <a:p>
            <a:pPr lvl="0"/>
            <a:r>
              <a:rPr lang="de-DE" dirty="0"/>
              <a:t>Vorname Nachname und Kontaktdaten eintragen</a:t>
            </a:r>
          </a:p>
        </p:txBody>
      </p:sp>
      <p:sp>
        <p:nvSpPr>
          <p:cNvPr id="56" name="Textfeld 55"/>
          <p:cNvSpPr txBox="1"/>
          <p:nvPr userDrawn="1"/>
        </p:nvSpPr>
        <p:spPr>
          <a:xfrm>
            <a:off x="5009779" y="39758120"/>
            <a:ext cx="2142420" cy="465185"/>
          </a:xfrm>
          <a:prstGeom prst="rect">
            <a:avLst/>
          </a:prstGeom>
          <a:noFill/>
        </p:spPr>
        <p:txBody>
          <a:bodyPr wrap="square" lIns="0" tIns="0" rIns="0" bIns="0" rtlCol="0">
            <a:spAutoFit/>
          </a:bodyPr>
          <a:lstStyle/>
          <a:p>
            <a:pPr marL="0" indent="0">
              <a:buFontTx/>
              <a:buNone/>
            </a:pPr>
            <a:r>
              <a:rPr lang="de-DE" sz="3004" b="1" cap="all" spc="300" baseline="0" dirty="0">
                <a:solidFill>
                  <a:schemeClr val="tx2"/>
                </a:solidFill>
                <a:latin typeface="+mn-lt"/>
              </a:rPr>
              <a:t>contact</a:t>
            </a:r>
          </a:p>
        </p:txBody>
      </p:sp>
      <p:cxnSp>
        <p:nvCxnSpPr>
          <p:cNvPr id="57" name="Gerader Verbinder 56"/>
          <p:cNvCxnSpPr/>
          <p:nvPr userDrawn="1"/>
        </p:nvCxnSpPr>
        <p:spPr>
          <a:xfrm>
            <a:off x="1079158" y="39033499"/>
            <a:ext cx="28151863"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8017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tandards">
    <p:spTree>
      <p:nvGrpSpPr>
        <p:cNvPr id="1" name=""/>
        <p:cNvGrpSpPr/>
        <p:nvPr/>
      </p:nvGrpSpPr>
      <p:grpSpPr>
        <a:xfrm>
          <a:off x="0" y="0"/>
          <a:ext cx="0" cy="0"/>
          <a:chOff x="0" y="0"/>
          <a:chExt cx="0" cy="0"/>
        </a:xfrm>
      </p:grpSpPr>
      <p:sp>
        <p:nvSpPr>
          <p:cNvPr id="3" name="Rechteck 2"/>
          <p:cNvSpPr/>
          <p:nvPr userDrawn="1"/>
        </p:nvSpPr>
        <p:spPr>
          <a:xfrm>
            <a:off x="1872235" y="16458310"/>
            <a:ext cx="26530743" cy="5654594"/>
          </a:xfrm>
          <a:prstGeom prst="rect">
            <a:avLst/>
          </a:prstGeom>
          <a:solidFill>
            <a:schemeClr val="accent3">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6913"/>
          </a:p>
        </p:txBody>
      </p:sp>
      <p:cxnSp>
        <p:nvCxnSpPr>
          <p:cNvPr id="5" name="Gerader Verbinder 4"/>
          <p:cNvCxnSpPr/>
          <p:nvPr userDrawn="1"/>
        </p:nvCxnSpPr>
        <p:spPr>
          <a:xfrm>
            <a:off x="1872235" y="23509822"/>
            <a:ext cx="12868833" cy="0"/>
          </a:xfrm>
          <a:prstGeom prst="line">
            <a:avLst/>
          </a:prstGeom>
          <a:ln w="38100">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6" name="Textfeld 5"/>
          <p:cNvSpPr txBox="1"/>
          <p:nvPr userDrawn="1"/>
        </p:nvSpPr>
        <p:spPr>
          <a:xfrm>
            <a:off x="1872235" y="25649781"/>
            <a:ext cx="12868833" cy="465185"/>
          </a:xfrm>
          <a:prstGeom prst="rect">
            <a:avLst/>
          </a:prstGeom>
          <a:noFill/>
        </p:spPr>
        <p:txBody>
          <a:bodyPr wrap="square" lIns="0" tIns="0" rIns="0" bIns="0" rtlCol="0">
            <a:spAutoFit/>
          </a:bodyPr>
          <a:lstStyle/>
          <a:p>
            <a:r>
              <a:rPr lang="de-DE" sz="3004" dirty="0">
                <a:solidFill>
                  <a:schemeClr val="tx1">
                    <a:lumMod val="75000"/>
                  </a:schemeClr>
                </a:solidFill>
              </a:rPr>
              <a:t>Standardtext</a:t>
            </a:r>
          </a:p>
        </p:txBody>
      </p:sp>
      <p:sp>
        <p:nvSpPr>
          <p:cNvPr id="7" name="Träne 6"/>
          <p:cNvSpPr/>
          <p:nvPr userDrawn="1"/>
        </p:nvSpPr>
        <p:spPr>
          <a:xfrm rot="16200000">
            <a:off x="15442879" y="23529570"/>
            <a:ext cx="6152071" cy="6112576"/>
          </a:xfrm>
          <a:prstGeom prst="teardrop">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546" tIns="45773" rIns="91546" bIns="45773" numCol="1" spcCol="0" rtlCol="0" fromWordArt="0" anchor="ctr" anchorCtr="0" forceAA="0" compatLnSpc="1">
            <a:prstTxWarp prst="textNoShape">
              <a:avLst/>
            </a:prstTxWarp>
            <a:noAutofit/>
          </a:bodyPr>
          <a:lstStyle/>
          <a:p>
            <a:pPr algn="ctr"/>
            <a:endParaRPr lang="de-DE" sz="6913"/>
          </a:p>
        </p:txBody>
      </p:sp>
    </p:spTree>
    <p:extLst>
      <p:ext uri="{BB962C8B-B14F-4D97-AF65-F5344CB8AC3E}">
        <p14:creationId xmlns:p14="http://schemas.microsoft.com/office/powerpoint/2010/main" val="1291709344"/>
      </p:ext>
    </p:extLst>
  </p:cSld>
  <p:clrMapOvr>
    <a:masterClrMapping/>
  </p:clrMapOvr>
  <p:extLst>
    <p:ext uri="{DCECCB84-F9BA-43D5-87BE-67443E8EF086}">
      <p15:sldGuideLst xmlns:p15="http://schemas.microsoft.com/office/powerpoint/2012/main">
        <p15:guide id="1" pos="2157" userDrawn="1">
          <p15:clr>
            <a:srgbClr val="FBAE40"/>
          </p15:clr>
        </p15:guide>
        <p15:guide id="2" orient="horz" pos="10367"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Rechteck 3"/>
          <p:cNvSpPr/>
          <p:nvPr userDrawn="1"/>
        </p:nvSpPr>
        <p:spPr>
          <a:xfrm>
            <a:off x="0" y="2503149"/>
            <a:ext cx="30275213" cy="290195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6913"/>
          </a:p>
        </p:txBody>
      </p:sp>
      <p:sp>
        <p:nvSpPr>
          <p:cNvPr id="2" name="Titelplatzhalter 1"/>
          <p:cNvSpPr>
            <a:spLocks noGrp="1"/>
          </p:cNvSpPr>
          <p:nvPr>
            <p:ph type="title"/>
          </p:nvPr>
        </p:nvSpPr>
        <p:spPr>
          <a:xfrm>
            <a:off x="1872236" y="2514609"/>
            <a:ext cx="19702967" cy="2921368"/>
          </a:xfrm>
          <a:prstGeom prst="rect">
            <a:avLst/>
          </a:prstGeom>
        </p:spPr>
        <p:txBody>
          <a:bodyPr vert="horz" lIns="1044000" tIns="648000" rIns="0" bIns="0" rtlCol="0" anchor="t" anchorCtr="0">
            <a:noAutofit/>
          </a:bodyPr>
          <a:lstStyle/>
          <a:p>
            <a:r>
              <a:rPr lang="de-DE" dirty="0"/>
              <a:t>Titelmaster </a:t>
            </a:r>
            <a:r>
              <a:rPr lang="de-DE" dirty="0" err="1"/>
              <a:t>duch</a:t>
            </a:r>
            <a:r>
              <a:rPr lang="de-DE" dirty="0"/>
              <a:t> Klicken bearbeiten</a:t>
            </a:r>
          </a:p>
        </p:txBody>
      </p:sp>
      <p:sp>
        <p:nvSpPr>
          <p:cNvPr id="3" name="Textplatzhalter 2"/>
          <p:cNvSpPr>
            <a:spLocks noGrp="1"/>
          </p:cNvSpPr>
          <p:nvPr>
            <p:ph type="body" idx="1"/>
          </p:nvPr>
        </p:nvSpPr>
        <p:spPr>
          <a:xfrm>
            <a:off x="1872236" y="10808515"/>
            <a:ext cx="12868832" cy="4383071"/>
          </a:xfrm>
          <a:prstGeom prst="rect">
            <a:avLst/>
          </a:prstGeom>
        </p:spPr>
        <p:txBody>
          <a:bodyPr vert="horz" wrap="square" lIns="0" tIns="0" rIns="0" bIns="0" rtlCol="0">
            <a:spAutoFit/>
          </a:bodyPr>
          <a:lstStyle/>
          <a:p>
            <a:pPr lvl="0"/>
            <a:r>
              <a:rPr lang="de-DE" dirty="0"/>
              <a:t>ERSTE EBENE </a:t>
            </a:r>
          </a:p>
          <a:p>
            <a:pPr lvl="1"/>
            <a:r>
              <a:rPr lang="de-DE" dirty="0"/>
              <a:t>Zweite Ebene</a:t>
            </a:r>
          </a:p>
          <a:p>
            <a:pPr lvl="2"/>
            <a:r>
              <a:rPr lang="de-DE" dirty="0"/>
              <a:t>Dritte Ebene</a:t>
            </a:r>
          </a:p>
          <a:p>
            <a:pPr lvl="3"/>
            <a:r>
              <a:rPr lang="de-DE" dirty="0"/>
              <a:t>Vierte Ebene Fließtext</a:t>
            </a:r>
          </a:p>
          <a:p>
            <a:pPr lvl="4"/>
            <a:r>
              <a:rPr lang="de-DE" dirty="0"/>
              <a:t>Fünfte Ebene BU</a:t>
            </a:r>
            <a:br>
              <a:rPr lang="de-DE" dirty="0"/>
            </a:br>
            <a:endParaRPr lang="de-DE" dirty="0"/>
          </a:p>
        </p:txBody>
      </p:sp>
      <p:pic>
        <p:nvPicPr>
          <p:cNvPr id="7" name="Grafik 6"/>
          <p:cNvPicPr>
            <a:picLocks noChangeAspect="1"/>
          </p:cNvPicPr>
          <p:nvPr userDrawn="1"/>
        </p:nvPicPr>
        <p:blipFill>
          <a:blip r:embed="rId7"/>
          <a:stretch>
            <a:fillRect/>
          </a:stretch>
        </p:blipFill>
        <p:spPr>
          <a:xfrm>
            <a:off x="1161559" y="681990"/>
            <a:ext cx="5777840" cy="1503626"/>
          </a:xfrm>
          <a:prstGeom prst="rect">
            <a:avLst/>
          </a:prstGeom>
        </p:spPr>
      </p:pic>
    </p:spTree>
    <p:extLst>
      <p:ext uri="{BB962C8B-B14F-4D97-AF65-F5344CB8AC3E}">
        <p14:creationId xmlns:p14="http://schemas.microsoft.com/office/powerpoint/2010/main" val="1601469661"/>
      </p:ext>
    </p:extLst>
  </p:cSld>
  <p:clrMap bg1="lt1" tx1="dk1" bg2="lt2" tx2="dk2" accent1="accent1" accent2="accent2" accent3="accent3" accent4="accent4" accent5="accent5" accent6="accent6" hlink="hlink" folHlink="folHlink"/>
  <p:sldLayoutIdLst>
    <p:sldLayoutId id="2147483650" r:id="rId1"/>
    <p:sldLayoutId id="2147483652" r:id="rId2"/>
    <p:sldLayoutId id="2147483654" r:id="rId3"/>
    <p:sldLayoutId id="2147483655" r:id="rId4"/>
    <p:sldLayoutId id="2147483649" r:id="rId5"/>
  </p:sldLayoutIdLst>
  <p:txStyles>
    <p:titleStyle>
      <a:lvl1pPr algn="l" defTabSz="2270708" rtl="0" eaLnBrk="1" latinLnBrk="0" hangingPunct="1">
        <a:lnSpc>
          <a:spcPct val="90000"/>
        </a:lnSpc>
        <a:spcBef>
          <a:spcPct val="0"/>
        </a:spcBef>
        <a:buNone/>
        <a:defRPr sz="8010" b="1" kern="1200" spc="0" baseline="0">
          <a:solidFill>
            <a:schemeClr val="tx2"/>
          </a:solidFill>
          <a:latin typeface="+mn-lt"/>
          <a:ea typeface="+mj-ea"/>
          <a:cs typeface="+mj-cs"/>
        </a:defRPr>
      </a:lvl1pPr>
    </p:titleStyle>
    <p:bodyStyle>
      <a:lvl1pPr marL="720864" indent="-720864" algn="l" defTabSz="2270708" rtl="0" eaLnBrk="1" latinLnBrk="0" hangingPunct="1">
        <a:lnSpc>
          <a:spcPct val="100000"/>
        </a:lnSpc>
        <a:spcBef>
          <a:spcPts val="0"/>
        </a:spcBef>
        <a:spcAft>
          <a:spcPts val="2002"/>
        </a:spcAft>
        <a:buFont typeface="+mj-lt"/>
        <a:buAutoNum type="romanUcPeriod"/>
        <a:defRPr sz="6007" b="1" kern="1200" cap="all" spc="100" baseline="0">
          <a:solidFill>
            <a:schemeClr val="tx2"/>
          </a:solidFill>
          <a:latin typeface="+mn-lt"/>
          <a:ea typeface="+mn-ea"/>
          <a:cs typeface="+mn-cs"/>
        </a:defRPr>
      </a:lvl1pPr>
      <a:lvl2pPr marL="743842" indent="-743842" algn="l" defTabSz="2270708" rtl="0" eaLnBrk="1" latinLnBrk="0" hangingPunct="1">
        <a:lnSpc>
          <a:spcPct val="90000"/>
        </a:lnSpc>
        <a:spcBef>
          <a:spcPts val="3604"/>
        </a:spcBef>
        <a:spcAft>
          <a:spcPts val="1001"/>
        </a:spcAft>
        <a:buClr>
          <a:schemeClr val="accent3"/>
        </a:buClr>
        <a:buSzPct val="100000"/>
        <a:buFont typeface="+mj-lt"/>
        <a:buAutoNum type="arabicPeriod"/>
        <a:defRPr lang="de-DE" sz="4005" b="1" kern="1200" dirty="0" smtClean="0">
          <a:solidFill>
            <a:schemeClr val="accent3"/>
          </a:solidFill>
          <a:latin typeface="+mn-lt"/>
          <a:ea typeface="+mn-ea"/>
          <a:cs typeface="+mn-cs"/>
        </a:defRPr>
      </a:lvl2pPr>
      <a:lvl3pPr marL="0" indent="0" algn="l" defTabSz="2270708" rtl="0" eaLnBrk="1" latinLnBrk="0" hangingPunct="1">
        <a:lnSpc>
          <a:spcPct val="150000"/>
        </a:lnSpc>
        <a:spcBef>
          <a:spcPts val="0"/>
        </a:spcBef>
        <a:spcAft>
          <a:spcPts val="0"/>
        </a:spcAft>
        <a:buFontTx/>
        <a:buNone/>
        <a:defRPr sz="3004" b="1" kern="1200" baseline="0">
          <a:solidFill>
            <a:schemeClr val="tx1">
              <a:lumMod val="75000"/>
            </a:schemeClr>
          </a:solidFill>
          <a:latin typeface="+mn-lt"/>
          <a:ea typeface="+mn-ea"/>
          <a:cs typeface="+mn-cs"/>
        </a:defRPr>
      </a:lvl3pPr>
      <a:lvl4pPr marL="0" indent="0" algn="l" defTabSz="2270708" rtl="0" eaLnBrk="1" latinLnBrk="0" hangingPunct="1">
        <a:lnSpc>
          <a:spcPts val="3604"/>
        </a:lnSpc>
        <a:spcBef>
          <a:spcPts val="0"/>
        </a:spcBef>
        <a:spcAft>
          <a:spcPts val="2002"/>
        </a:spcAft>
        <a:buFontTx/>
        <a:buNone/>
        <a:defRPr sz="3004" kern="1200" baseline="0">
          <a:solidFill>
            <a:schemeClr val="tx1">
              <a:lumMod val="75000"/>
            </a:schemeClr>
          </a:solidFill>
          <a:latin typeface="+mn-lt"/>
          <a:ea typeface="+mn-ea"/>
          <a:cs typeface="+mn-cs"/>
        </a:defRPr>
      </a:lvl4pPr>
      <a:lvl5pPr marL="0" indent="0" algn="l" defTabSz="2270708" rtl="0" eaLnBrk="1" latinLnBrk="0" hangingPunct="1">
        <a:lnSpc>
          <a:spcPct val="100000"/>
        </a:lnSpc>
        <a:spcBef>
          <a:spcPts val="0"/>
        </a:spcBef>
        <a:spcAft>
          <a:spcPts val="1001"/>
        </a:spcAft>
        <a:buSzPct val="80000"/>
        <a:buFontTx/>
        <a:buNone/>
        <a:defRPr sz="2002" kern="1200">
          <a:solidFill>
            <a:schemeClr val="tx1"/>
          </a:solidFill>
          <a:latin typeface="+mn-lt"/>
          <a:ea typeface="+mn-ea"/>
          <a:cs typeface="+mn-cs"/>
        </a:defRPr>
      </a:lvl5pPr>
      <a:lvl6pPr marL="6244446" indent="-567677" algn="l" defTabSz="2270708" rtl="0" eaLnBrk="1" latinLnBrk="0" hangingPunct="1">
        <a:lnSpc>
          <a:spcPct val="90000"/>
        </a:lnSpc>
        <a:spcBef>
          <a:spcPts val="1241"/>
        </a:spcBef>
        <a:buFont typeface="Arial" panose="020B0604020202020204" pitchFamily="34" charset="0"/>
        <a:buChar char="•"/>
        <a:defRPr sz="4470" kern="1200">
          <a:solidFill>
            <a:schemeClr val="tx1"/>
          </a:solidFill>
          <a:latin typeface="+mn-lt"/>
          <a:ea typeface="+mn-ea"/>
          <a:cs typeface="+mn-cs"/>
        </a:defRPr>
      </a:lvl6pPr>
      <a:lvl7pPr marL="7379801" indent="-567677" algn="l" defTabSz="2270708" rtl="0" eaLnBrk="1" latinLnBrk="0" hangingPunct="1">
        <a:lnSpc>
          <a:spcPct val="90000"/>
        </a:lnSpc>
        <a:spcBef>
          <a:spcPts val="1241"/>
        </a:spcBef>
        <a:buFont typeface="Arial" panose="020B0604020202020204" pitchFamily="34" charset="0"/>
        <a:buChar char="•"/>
        <a:defRPr sz="4470" kern="1200">
          <a:solidFill>
            <a:schemeClr val="tx1"/>
          </a:solidFill>
          <a:latin typeface="+mn-lt"/>
          <a:ea typeface="+mn-ea"/>
          <a:cs typeface="+mn-cs"/>
        </a:defRPr>
      </a:lvl7pPr>
      <a:lvl8pPr marL="8515155" indent="-567677" algn="l" defTabSz="2270708" rtl="0" eaLnBrk="1" latinLnBrk="0" hangingPunct="1">
        <a:lnSpc>
          <a:spcPct val="90000"/>
        </a:lnSpc>
        <a:spcBef>
          <a:spcPts val="1241"/>
        </a:spcBef>
        <a:buFont typeface="Arial" panose="020B0604020202020204" pitchFamily="34" charset="0"/>
        <a:buChar char="•"/>
        <a:defRPr sz="4470" kern="1200">
          <a:solidFill>
            <a:schemeClr val="tx1"/>
          </a:solidFill>
          <a:latin typeface="+mn-lt"/>
          <a:ea typeface="+mn-ea"/>
          <a:cs typeface="+mn-cs"/>
        </a:defRPr>
      </a:lvl8pPr>
      <a:lvl9pPr marL="9650509" indent="-567677" algn="l" defTabSz="2270708" rtl="0" eaLnBrk="1" latinLnBrk="0" hangingPunct="1">
        <a:lnSpc>
          <a:spcPct val="90000"/>
        </a:lnSpc>
        <a:spcBef>
          <a:spcPts val="1241"/>
        </a:spcBef>
        <a:buFont typeface="Arial" panose="020B0604020202020204" pitchFamily="34" charset="0"/>
        <a:buChar char="•"/>
        <a:defRPr sz="4470" kern="1200">
          <a:solidFill>
            <a:schemeClr val="tx1"/>
          </a:solidFill>
          <a:latin typeface="+mn-lt"/>
          <a:ea typeface="+mn-ea"/>
          <a:cs typeface="+mn-cs"/>
        </a:defRPr>
      </a:lvl9pPr>
    </p:bodyStyle>
    <p:otherStyle>
      <a:defPPr>
        <a:defRPr lang="de-DE"/>
      </a:defPPr>
      <a:lvl1pPr marL="0" algn="l" defTabSz="2270708" rtl="0" eaLnBrk="1" latinLnBrk="0" hangingPunct="1">
        <a:defRPr sz="4470" kern="1200">
          <a:solidFill>
            <a:schemeClr val="tx1"/>
          </a:solidFill>
          <a:latin typeface="+mn-lt"/>
          <a:ea typeface="+mn-ea"/>
          <a:cs typeface="+mn-cs"/>
        </a:defRPr>
      </a:lvl1pPr>
      <a:lvl2pPr marL="1135354" algn="l" defTabSz="2270708" rtl="0" eaLnBrk="1" latinLnBrk="0" hangingPunct="1">
        <a:defRPr sz="4470" kern="1200">
          <a:solidFill>
            <a:schemeClr val="tx1"/>
          </a:solidFill>
          <a:latin typeface="+mn-lt"/>
          <a:ea typeface="+mn-ea"/>
          <a:cs typeface="+mn-cs"/>
        </a:defRPr>
      </a:lvl2pPr>
      <a:lvl3pPr marL="2270708" algn="l" defTabSz="2270708" rtl="0" eaLnBrk="1" latinLnBrk="0" hangingPunct="1">
        <a:defRPr sz="4470" kern="1200">
          <a:solidFill>
            <a:schemeClr val="tx1"/>
          </a:solidFill>
          <a:latin typeface="+mn-lt"/>
          <a:ea typeface="+mn-ea"/>
          <a:cs typeface="+mn-cs"/>
        </a:defRPr>
      </a:lvl3pPr>
      <a:lvl4pPr marL="3406061" algn="l" defTabSz="2270708" rtl="0" eaLnBrk="1" latinLnBrk="0" hangingPunct="1">
        <a:defRPr sz="4470" kern="1200">
          <a:solidFill>
            <a:schemeClr val="tx1"/>
          </a:solidFill>
          <a:latin typeface="+mn-lt"/>
          <a:ea typeface="+mn-ea"/>
          <a:cs typeface="+mn-cs"/>
        </a:defRPr>
      </a:lvl4pPr>
      <a:lvl5pPr marL="4541416" algn="l" defTabSz="2270708" rtl="0" eaLnBrk="1" latinLnBrk="0" hangingPunct="1">
        <a:defRPr sz="4470" kern="1200">
          <a:solidFill>
            <a:schemeClr val="tx1"/>
          </a:solidFill>
          <a:latin typeface="+mn-lt"/>
          <a:ea typeface="+mn-ea"/>
          <a:cs typeface="+mn-cs"/>
        </a:defRPr>
      </a:lvl5pPr>
      <a:lvl6pPr marL="5676770" algn="l" defTabSz="2270708" rtl="0" eaLnBrk="1" latinLnBrk="0" hangingPunct="1">
        <a:defRPr sz="4470" kern="1200">
          <a:solidFill>
            <a:schemeClr val="tx1"/>
          </a:solidFill>
          <a:latin typeface="+mn-lt"/>
          <a:ea typeface="+mn-ea"/>
          <a:cs typeface="+mn-cs"/>
        </a:defRPr>
      </a:lvl6pPr>
      <a:lvl7pPr marL="6812124" algn="l" defTabSz="2270708" rtl="0" eaLnBrk="1" latinLnBrk="0" hangingPunct="1">
        <a:defRPr sz="4470" kern="1200">
          <a:solidFill>
            <a:schemeClr val="tx1"/>
          </a:solidFill>
          <a:latin typeface="+mn-lt"/>
          <a:ea typeface="+mn-ea"/>
          <a:cs typeface="+mn-cs"/>
        </a:defRPr>
      </a:lvl7pPr>
      <a:lvl8pPr marL="7947478" algn="l" defTabSz="2270708" rtl="0" eaLnBrk="1" latinLnBrk="0" hangingPunct="1">
        <a:defRPr sz="4470" kern="1200">
          <a:solidFill>
            <a:schemeClr val="tx1"/>
          </a:solidFill>
          <a:latin typeface="+mn-lt"/>
          <a:ea typeface="+mn-ea"/>
          <a:cs typeface="+mn-cs"/>
        </a:defRPr>
      </a:lvl8pPr>
      <a:lvl9pPr marL="9082831" algn="l" defTabSz="2270708" rtl="0" eaLnBrk="1" latinLnBrk="0" hangingPunct="1">
        <a:defRPr sz="447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179" userDrawn="1">
          <p15:clr>
            <a:srgbClr val="F26B43"/>
          </p15:clr>
        </p15:guide>
        <p15:guide id="2" pos="658" userDrawn="1">
          <p15:clr>
            <a:srgbClr val="F26B43"/>
          </p15:clr>
        </p15:guide>
        <p15:guide id="3" pos="17892" userDrawn="1">
          <p15:clr>
            <a:srgbClr val="F26B43"/>
          </p15:clr>
        </p15:guide>
        <p15:guide id="4" pos="9740" userDrawn="1">
          <p15:clr>
            <a:srgbClr val="F26B43"/>
          </p15:clr>
        </p15:guide>
        <p15:guide id="5" pos="13591" userDrawn="1">
          <p15:clr>
            <a:srgbClr val="F26B43"/>
          </p15:clr>
        </p15:guide>
        <p15:guide id="6" pos="9286" userDrawn="1">
          <p15:clr>
            <a:srgbClr val="F26B43"/>
          </p15:clr>
        </p15:guide>
        <p15:guide id="7" pos="5403" userDrawn="1">
          <p15:clr>
            <a:srgbClr val="F26B43"/>
          </p15:clr>
        </p15:guide>
        <p15:guide id="8" pos="4949" userDrawn="1">
          <p15:clr>
            <a:srgbClr val="F26B43"/>
          </p15:clr>
        </p15:guide>
        <p15:guide id="9" pos="1861" userDrawn="1">
          <p15:clr>
            <a:srgbClr val="F26B43"/>
          </p15:clr>
        </p15:guide>
        <p15:guide id="10" pos="14031" userDrawn="1">
          <p15:clr>
            <a:srgbClr val="F26B43"/>
          </p15:clr>
        </p15:guide>
        <p15:guide id="11" orient="horz" pos="1484" userDrawn="1">
          <p15:clr>
            <a:srgbClr val="F26B43"/>
          </p15:clr>
        </p15:guide>
        <p15:guide id="12" orient="horz" pos="2855" userDrawn="1">
          <p15:clr>
            <a:srgbClr val="F26B43"/>
          </p15:clr>
        </p15:guide>
        <p15:guide id="13" orient="horz" pos="2283" userDrawn="1">
          <p15:clr>
            <a:srgbClr val="F26B43"/>
          </p15:clr>
        </p15:guide>
        <p15:guide id="14" orient="horz" pos="24588" userDrawn="1">
          <p15:clr>
            <a:srgbClr val="F26B43"/>
          </p15:clr>
        </p15:guide>
        <p15:guide id="17" orient="horz" pos="25044" userDrawn="1">
          <p15:clr>
            <a:srgbClr val="F26B43"/>
          </p15:clr>
        </p15:guide>
        <p15:guide id="18" orient="horz" pos="639" userDrawn="1">
          <p15:clr>
            <a:srgbClr val="F26B43"/>
          </p15:clr>
        </p15:guide>
        <p15:guide id="19" orient="horz" pos="6032" userDrawn="1">
          <p15:clr>
            <a:srgbClr val="F26B43"/>
          </p15:clr>
        </p15:guide>
        <p15:guide id="20" orient="horz" pos="26324" userDrawn="1">
          <p15:clr>
            <a:srgbClr val="F26B43"/>
          </p15:clr>
        </p15:guide>
        <p15:guide id="21" pos="18413" userDrawn="1">
          <p15:clr>
            <a:srgbClr val="F26B43"/>
          </p15:clr>
        </p15:guide>
        <p15:guide id="22" pos="9513" userDrawn="1">
          <p15:clr>
            <a:srgbClr val="F26B43"/>
          </p15:clr>
        </p15:guide>
        <p15:guide id="23" orient="horz" pos="6809" userDrawn="1">
          <p15:clr>
            <a:srgbClr val="F26B43"/>
          </p15:clr>
        </p15:guide>
        <p15:guide id="24" orient="horz" pos="1643" userDrawn="1">
          <p15:clr>
            <a:srgbClr val="F26B43"/>
          </p15:clr>
        </p15:guide>
        <p15:guide id="25" orient="horz" pos="798"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image" Target="../media/image2.emf"/><Relationship Id="rId7" Type="http://schemas.openxmlformats.org/officeDocument/2006/relationships/image" Target="../media/image6.emf"/><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 Id="rId9" Type="http://schemas.openxmlformats.org/officeDocument/2006/relationships/image" Target="../media/image8.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C6269578-E4E6-5B58-68C3-BB3B3E61CEA1}"/>
              </a:ext>
            </a:extLst>
          </p:cNvPr>
          <p:cNvPicPr>
            <a:picLocks noChangeAspect="1"/>
          </p:cNvPicPr>
          <p:nvPr/>
        </p:nvPicPr>
        <p:blipFill>
          <a:blip r:embed="rId3"/>
          <a:stretch>
            <a:fillRect/>
          </a:stretch>
        </p:blipFill>
        <p:spPr>
          <a:xfrm>
            <a:off x="23650272" y="32054609"/>
            <a:ext cx="6127200" cy="6483137"/>
          </a:xfrm>
          <a:prstGeom prst="rect">
            <a:avLst/>
          </a:prstGeom>
        </p:spPr>
      </p:pic>
      <p:pic>
        <p:nvPicPr>
          <p:cNvPr id="32" name="Picture 31">
            <a:extLst>
              <a:ext uri="{FF2B5EF4-FFF2-40B4-BE49-F238E27FC236}">
                <a16:creationId xmlns:a16="http://schemas.microsoft.com/office/drawing/2014/main" id="{46DB4559-F71B-57E9-E9EA-C486EB8AFABB}"/>
              </a:ext>
            </a:extLst>
          </p:cNvPr>
          <p:cNvPicPr>
            <a:picLocks noChangeAspect="1"/>
          </p:cNvPicPr>
          <p:nvPr/>
        </p:nvPicPr>
        <p:blipFill>
          <a:blip r:embed="rId4"/>
          <a:stretch>
            <a:fillRect/>
          </a:stretch>
        </p:blipFill>
        <p:spPr>
          <a:xfrm>
            <a:off x="16093125" y="32054609"/>
            <a:ext cx="6127200" cy="6483137"/>
          </a:xfrm>
          <a:prstGeom prst="rect">
            <a:avLst/>
          </a:prstGeom>
        </p:spPr>
      </p:pic>
      <p:pic>
        <p:nvPicPr>
          <p:cNvPr id="36" name="Picture 35">
            <a:extLst>
              <a:ext uri="{FF2B5EF4-FFF2-40B4-BE49-F238E27FC236}">
                <a16:creationId xmlns:a16="http://schemas.microsoft.com/office/drawing/2014/main" id="{B96B242E-DFDE-3313-C483-083F30357CC7}"/>
              </a:ext>
            </a:extLst>
          </p:cNvPr>
          <p:cNvPicPr>
            <a:picLocks noChangeAspect="1"/>
          </p:cNvPicPr>
          <p:nvPr/>
        </p:nvPicPr>
        <p:blipFill>
          <a:blip r:embed="rId5"/>
          <a:stretch>
            <a:fillRect/>
          </a:stretch>
        </p:blipFill>
        <p:spPr>
          <a:xfrm>
            <a:off x="8535979" y="32054609"/>
            <a:ext cx="6127200" cy="6483137"/>
          </a:xfrm>
          <a:prstGeom prst="rect">
            <a:avLst/>
          </a:prstGeom>
        </p:spPr>
      </p:pic>
      <p:pic>
        <p:nvPicPr>
          <p:cNvPr id="38" name="Picture 37">
            <a:extLst>
              <a:ext uri="{FF2B5EF4-FFF2-40B4-BE49-F238E27FC236}">
                <a16:creationId xmlns:a16="http://schemas.microsoft.com/office/drawing/2014/main" id="{0F50A68D-600A-5B92-8325-159DA475FFD9}"/>
              </a:ext>
            </a:extLst>
          </p:cNvPr>
          <p:cNvPicPr>
            <a:picLocks noChangeAspect="1"/>
          </p:cNvPicPr>
          <p:nvPr/>
        </p:nvPicPr>
        <p:blipFill>
          <a:blip r:embed="rId6"/>
          <a:stretch>
            <a:fillRect/>
          </a:stretch>
        </p:blipFill>
        <p:spPr>
          <a:xfrm>
            <a:off x="978833" y="32054609"/>
            <a:ext cx="6127200" cy="6483137"/>
          </a:xfrm>
          <a:prstGeom prst="rect">
            <a:avLst/>
          </a:prstGeom>
        </p:spPr>
      </p:pic>
      <p:sp>
        <p:nvSpPr>
          <p:cNvPr id="2" name="Title 1">
            <a:extLst>
              <a:ext uri="{FF2B5EF4-FFF2-40B4-BE49-F238E27FC236}">
                <a16:creationId xmlns:a16="http://schemas.microsoft.com/office/drawing/2014/main" id="{53927E75-EF0C-5628-48D3-97B955A594B2}"/>
              </a:ext>
            </a:extLst>
          </p:cNvPr>
          <p:cNvSpPr>
            <a:spLocks noGrp="1"/>
          </p:cNvSpPr>
          <p:nvPr>
            <p:ph type="title"/>
          </p:nvPr>
        </p:nvSpPr>
        <p:spPr>
          <a:xfrm>
            <a:off x="1081903" y="2618762"/>
            <a:ext cx="20431100" cy="2897507"/>
          </a:xfrm>
        </p:spPr>
        <p:txBody>
          <a:bodyPr/>
          <a:lstStyle/>
          <a:p>
            <a:r>
              <a:rPr lang="en-GB" sz="6007" dirty="0"/>
              <a:t>Shared Mental Models in Generative AI-Based Multi-Agent Systems: A Simulation Study Grounded in Human Team Cognition Theory</a:t>
            </a:r>
          </a:p>
        </p:txBody>
      </p:sp>
      <p:sp>
        <p:nvSpPr>
          <p:cNvPr id="10" name="Text Placeholder 9">
            <a:extLst>
              <a:ext uri="{FF2B5EF4-FFF2-40B4-BE49-F238E27FC236}">
                <a16:creationId xmlns:a16="http://schemas.microsoft.com/office/drawing/2014/main" id="{96B5322A-F80A-9A85-4CBF-BA165C091A13}"/>
              </a:ext>
            </a:extLst>
          </p:cNvPr>
          <p:cNvSpPr>
            <a:spLocks noGrp="1"/>
          </p:cNvSpPr>
          <p:nvPr>
            <p:ph type="body" sz="quarter" idx="31"/>
          </p:nvPr>
        </p:nvSpPr>
        <p:spPr>
          <a:xfrm>
            <a:off x="3352067" y="40830789"/>
            <a:ext cx="3822119" cy="1375005"/>
          </a:xfrm>
        </p:spPr>
        <p:txBody>
          <a:bodyPr/>
          <a:lstStyle/>
          <a:p>
            <a:r>
              <a:rPr lang="en-GB" noProof="0" dirty="0"/>
              <a:t>Leonard Hegemann</a:t>
            </a:r>
          </a:p>
          <a:p>
            <a:r>
              <a:rPr lang="en-GB" noProof="0" dirty="0"/>
              <a:t>70794 </a:t>
            </a:r>
            <a:r>
              <a:rPr lang="en-GB" noProof="0" dirty="0" err="1"/>
              <a:t>Filderstadt</a:t>
            </a:r>
            <a:r>
              <a:rPr lang="en-GB" noProof="0" dirty="0"/>
              <a:t>, Germany</a:t>
            </a:r>
          </a:p>
        </p:txBody>
      </p:sp>
      <p:sp>
        <p:nvSpPr>
          <p:cNvPr id="11" name="Text Placeholder 10">
            <a:extLst>
              <a:ext uri="{FF2B5EF4-FFF2-40B4-BE49-F238E27FC236}">
                <a16:creationId xmlns:a16="http://schemas.microsoft.com/office/drawing/2014/main" id="{1F26DFCC-8E7D-1978-2365-F7F9D4B55141}"/>
              </a:ext>
            </a:extLst>
          </p:cNvPr>
          <p:cNvSpPr>
            <a:spLocks noGrp="1"/>
          </p:cNvSpPr>
          <p:nvPr>
            <p:ph type="body" sz="quarter" idx="29"/>
          </p:nvPr>
        </p:nvSpPr>
        <p:spPr>
          <a:xfrm>
            <a:off x="22301886" y="3951621"/>
            <a:ext cx="6138822" cy="1284204"/>
          </a:xfrm>
        </p:spPr>
        <p:txBody>
          <a:bodyPr/>
          <a:lstStyle/>
          <a:p>
            <a:r>
              <a:rPr lang="en-GB" b="1" noProof="0" dirty="0"/>
              <a:t>Leonard Hegemann</a:t>
            </a:r>
          </a:p>
          <a:p>
            <a:r>
              <a:rPr lang="en-GB" noProof="0" dirty="0"/>
              <a:t>CHAIR of Digital Management</a:t>
            </a:r>
          </a:p>
          <a:p>
            <a:r>
              <a:rPr lang="en-GB" noProof="0" dirty="0"/>
              <a:t>University of Hohenheim, Germany</a:t>
            </a:r>
          </a:p>
        </p:txBody>
      </p:sp>
      <p:sp>
        <p:nvSpPr>
          <p:cNvPr id="12" name="Text Placeholder 11">
            <a:extLst>
              <a:ext uri="{FF2B5EF4-FFF2-40B4-BE49-F238E27FC236}">
                <a16:creationId xmlns:a16="http://schemas.microsoft.com/office/drawing/2014/main" id="{5BAD6F67-C4FB-7F23-6C32-BCE2289A544E}"/>
              </a:ext>
            </a:extLst>
          </p:cNvPr>
          <p:cNvSpPr>
            <a:spLocks noGrp="1"/>
          </p:cNvSpPr>
          <p:nvPr>
            <p:ph type="body" sz="quarter" idx="39"/>
          </p:nvPr>
        </p:nvSpPr>
        <p:spPr>
          <a:xfrm>
            <a:off x="8536364" y="40830789"/>
            <a:ext cx="20215724" cy="1238083"/>
          </a:xfrm>
        </p:spPr>
        <p:txBody>
          <a:bodyPr/>
          <a:lstStyle/>
          <a:p>
            <a:pPr algn="just">
              <a:lnSpc>
                <a:spcPts val="1201"/>
              </a:lnSpc>
              <a:spcAft>
                <a:spcPts val="0"/>
              </a:spcAft>
            </a:pPr>
            <a:r>
              <a:rPr lang="en-GB" sz="1201" dirty="0"/>
              <a:t>Cannon-Bowers, J. A., Salas, E., &amp; Converse, S. (1993). Shared mental models in expert team decision making. In N. J. Castellan Jr. (Ed.), Individual and group decision making: Current issues (pp. 221–246). Lawrence Erlbaum Associates.</a:t>
            </a:r>
          </a:p>
          <a:p>
            <a:pPr algn="just">
              <a:lnSpc>
                <a:spcPts val="1201"/>
              </a:lnSpc>
              <a:spcAft>
                <a:spcPts val="0"/>
              </a:spcAft>
            </a:pPr>
            <a:r>
              <a:rPr lang="en-GB" sz="1201" dirty="0"/>
              <a:t>Liu, N. F., Lin, K., Hewitt, J., Paranjape, A., Bevilacqua, M., Petroni, F., &amp; Liang, P. (2024). Lost in the middle: How language models use long contexts. Transactions of the Association for Computational Linguistics, 12, 157–173.</a:t>
            </a:r>
          </a:p>
          <a:p>
            <a:pPr algn="just">
              <a:lnSpc>
                <a:spcPts val="1201"/>
              </a:lnSpc>
              <a:spcAft>
                <a:spcPts val="0"/>
              </a:spcAft>
            </a:pPr>
            <a:r>
              <a:rPr lang="en-GB" sz="1201" dirty="0"/>
              <a:t>Mathieu, J. E., Heffner, T. S., Goodwin, G. F., Salas, E., &amp; Cannon-Bowers, J. A. (2000). The influence of shared mental models on team process and performance. Journal of Applied Psychology, 85(2), 273–283.</a:t>
            </a:r>
          </a:p>
          <a:p>
            <a:pPr algn="just">
              <a:lnSpc>
                <a:spcPts val="1201"/>
              </a:lnSpc>
              <a:spcAft>
                <a:spcPts val="0"/>
              </a:spcAft>
            </a:pPr>
            <a:r>
              <a:rPr lang="en-GB" sz="1201" dirty="0"/>
              <a:t>Schulz-Hardt, S., Brodbeck, F. C., </a:t>
            </a:r>
            <a:r>
              <a:rPr lang="en-GB" sz="1201" dirty="0" err="1"/>
              <a:t>Mojzisch</a:t>
            </a:r>
            <a:r>
              <a:rPr lang="en-GB" sz="1201" dirty="0"/>
              <a:t>, A., </a:t>
            </a:r>
            <a:r>
              <a:rPr lang="en-GB" sz="1201" dirty="0" err="1"/>
              <a:t>Kerschreiter</a:t>
            </a:r>
            <a:r>
              <a:rPr lang="en-GB" sz="1201" dirty="0"/>
              <a:t>, R., &amp; Frey, D. (2006). Group decision making in hidden profile situations: Dissent as a facilitator for decision quality. Journal of Personality and Social Psychology, 91(6), 1080–1093.</a:t>
            </a:r>
          </a:p>
          <a:p>
            <a:pPr algn="just">
              <a:lnSpc>
                <a:spcPts val="1201"/>
              </a:lnSpc>
              <a:spcAft>
                <a:spcPts val="0"/>
              </a:spcAft>
            </a:pPr>
            <a:r>
              <a:rPr lang="en-GB" sz="1201" dirty="0"/>
              <a:t>Stasser, G., &amp; Titus, W. (1985). Pooling of unshared information in group decision making: Biased information sampling during discussion. Journal of Personality and Social Psychology, 48(6), 1467–1478.</a:t>
            </a:r>
          </a:p>
          <a:p>
            <a:pPr algn="just">
              <a:lnSpc>
                <a:spcPts val="1201"/>
              </a:lnSpc>
              <a:spcAft>
                <a:spcPts val="0"/>
              </a:spcAft>
            </a:pPr>
            <a:r>
              <a:rPr lang="en-GB" sz="1201" dirty="0"/>
              <a:t>Van Ginkel, W. P., &amp; van Knippenberg, D. (2008). Group information elaboration and group decision making: The role of shared task representations. Organizational </a:t>
            </a:r>
            <a:r>
              <a:rPr lang="en-GB" sz="1201" dirty="0" err="1"/>
              <a:t>Behavior</a:t>
            </a:r>
            <a:r>
              <a:rPr lang="en-GB" sz="1201" dirty="0"/>
              <a:t> and Human Decision Processes, 105(1), 82–97.</a:t>
            </a:r>
          </a:p>
          <a:p>
            <a:pPr algn="just">
              <a:lnSpc>
                <a:spcPts val="1201"/>
              </a:lnSpc>
              <a:spcAft>
                <a:spcPts val="0"/>
              </a:spcAft>
            </a:pPr>
            <a:r>
              <a:rPr lang="en-GB" sz="1201" dirty="0"/>
              <a:t>Yen, J., Fan, X., Sun, S., Hanratty, T., &amp; </a:t>
            </a:r>
            <a:r>
              <a:rPr lang="en-GB" sz="1201" dirty="0" err="1"/>
              <a:t>Dumer</a:t>
            </a:r>
            <a:r>
              <a:rPr lang="en-GB" sz="1201" dirty="0"/>
              <a:t>, J. (2006). Agents with shared mental models for enhancing team decision makings. Decision Support Systems, 41(3), 634–653.</a:t>
            </a:r>
          </a:p>
          <a:p>
            <a:pPr algn="just">
              <a:lnSpc>
                <a:spcPts val="1201"/>
              </a:lnSpc>
              <a:spcAft>
                <a:spcPts val="0"/>
              </a:spcAft>
            </a:pPr>
            <a:r>
              <a:rPr lang="en-GB" sz="1201" dirty="0"/>
              <a:t>Zhang, Z., Dai, Q., Bo, X., Ma, C., Li, R., Chen, X., Zhu, J., Dong, Z., &amp; Wen, J.-R. (2025). A survey on the memory mechanism of large language model-based agents. ACM Transactions on Information Systems, 43(6), Article 155, 1–47.</a:t>
            </a:r>
          </a:p>
        </p:txBody>
      </p:sp>
      <p:pic>
        <p:nvPicPr>
          <p:cNvPr id="9" name="Picture 8">
            <a:extLst>
              <a:ext uri="{FF2B5EF4-FFF2-40B4-BE49-F238E27FC236}">
                <a16:creationId xmlns:a16="http://schemas.microsoft.com/office/drawing/2014/main" id="{EC16EF00-5251-5DD0-EF6E-6C3C017865A6}"/>
              </a:ext>
            </a:extLst>
          </p:cNvPr>
          <p:cNvPicPr>
            <a:picLocks noChangeAspect="1"/>
          </p:cNvPicPr>
          <p:nvPr/>
        </p:nvPicPr>
        <p:blipFill>
          <a:blip r:embed="rId7"/>
          <a:stretch>
            <a:fillRect/>
          </a:stretch>
        </p:blipFill>
        <p:spPr>
          <a:xfrm>
            <a:off x="980303" y="21312673"/>
            <a:ext cx="13266000" cy="5317593"/>
          </a:xfrm>
          <a:prstGeom prst="rect">
            <a:avLst/>
          </a:prstGeom>
        </p:spPr>
      </p:pic>
      <p:sp>
        <p:nvSpPr>
          <p:cNvPr id="13" name="TextBox 12">
            <a:extLst>
              <a:ext uri="{FF2B5EF4-FFF2-40B4-BE49-F238E27FC236}">
                <a16:creationId xmlns:a16="http://schemas.microsoft.com/office/drawing/2014/main" id="{A678D1DC-1565-8F8B-F821-BB5BD5056FB9}"/>
              </a:ext>
            </a:extLst>
          </p:cNvPr>
          <p:cNvSpPr txBox="1"/>
          <p:nvPr/>
        </p:nvSpPr>
        <p:spPr>
          <a:xfrm>
            <a:off x="980617" y="6223396"/>
            <a:ext cx="6916143" cy="1050318"/>
          </a:xfrm>
          <a:prstGeom prst="rect">
            <a:avLst/>
          </a:prstGeom>
          <a:noFill/>
        </p:spPr>
        <p:txBody>
          <a:bodyPr wrap="square" lIns="0" tIns="72083" rIns="0" bIns="144166" rtlCol="0">
            <a:spAutoFit/>
          </a:bodyPr>
          <a:lstStyle/>
          <a:p>
            <a:r>
              <a:rPr lang="en-GB" sz="5406" b="1" dirty="0">
                <a:solidFill>
                  <a:schemeClr val="tx2"/>
                </a:solidFill>
              </a:rPr>
              <a:t>I. Introduction</a:t>
            </a:r>
          </a:p>
        </p:txBody>
      </p:sp>
      <p:sp>
        <p:nvSpPr>
          <p:cNvPr id="14" name="TextBox 13">
            <a:extLst>
              <a:ext uri="{FF2B5EF4-FFF2-40B4-BE49-F238E27FC236}">
                <a16:creationId xmlns:a16="http://schemas.microsoft.com/office/drawing/2014/main" id="{FAE41177-6CC1-CC0D-7A70-7937EE5813BB}"/>
              </a:ext>
            </a:extLst>
          </p:cNvPr>
          <p:cNvSpPr txBox="1"/>
          <p:nvPr/>
        </p:nvSpPr>
        <p:spPr>
          <a:xfrm>
            <a:off x="980617" y="7293011"/>
            <a:ext cx="28798640" cy="3235386"/>
          </a:xfrm>
          <a:prstGeom prst="rect">
            <a:avLst/>
          </a:prstGeom>
          <a:noFill/>
        </p:spPr>
        <p:txBody>
          <a:bodyPr wrap="square" lIns="0" tIns="0" rIns="0" bIns="0" rtlCol="0">
            <a:spAutoFit/>
          </a:bodyPr>
          <a:lstStyle/>
          <a:p>
            <a:pPr algn="just"/>
            <a:r>
              <a:rPr lang="en-GB" sz="3004" dirty="0">
                <a:solidFill>
                  <a:schemeClr val="tx1">
                    <a:lumMod val="75000"/>
                  </a:schemeClr>
                </a:solidFill>
              </a:rPr>
              <a:t>Collective decision making in tasks involving distributed information depends on whether team members disclose and integrate their distributed knowledge. This challenge is central to complex knowledge work, which requires the integration of diverse cognitive skills and is therefore performed collaboratively. Generative artificial intelligence  (GenAI) based multi-agent systems (MAS) offer a computational approach to such tasks by giving agents distinct roles and information profiles. However, the mere presence of multiple agents does not guarantee effective and efficient collaboration. Agents must disclose privately held knowledge, retain relevant contributions, and integrate them into a coherent representation of the evolving task. Human team research explains such coordination through the concept of a shared mental model (SMM). By translating the functions associated with task and team mental models into a computational mechanism, this study investigates whether an SMM-inspired structured memory mechanism improves the efficiency and effectiveness of GenAI-based MAS across different levels of access to prior discussion history.</a:t>
            </a:r>
          </a:p>
        </p:txBody>
      </p:sp>
      <p:sp>
        <p:nvSpPr>
          <p:cNvPr id="17" name="TextBox 16">
            <a:extLst>
              <a:ext uri="{FF2B5EF4-FFF2-40B4-BE49-F238E27FC236}">
                <a16:creationId xmlns:a16="http://schemas.microsoft.com/office/drawing/2014/main" id="{2584671A-4936-7DBB-843E-B5E1C8BE1792}"/>
              </a:ext>
            </a:extLst>
          </p:cNvPr>
          <p:cNvSpPr txBox="1"/>
          <p:nvPr/>
        </p:nvSpPr>
        <p:spPr>
          <a:xfrm>
            <a:off x="980617" y="10571430"/>
            <a:ext cx="17466775" cy="1086712"/>
          </a:xfrm>
          <a:prstGeom prst="rect">
            <a:avLst/>
          </a:prstGeom>
          <a:noFill/>
        </p:spPr>
        <p:txBody>
          <a:bodyPr wrap="square" lIns="0" tIns="72083" rIns="0" bIns="144166" rtlCol="0">
            <a:spAutoFit/>
          </a:bodyPr>
          <a:lstStyle/>
          <a:p>
            <a:r>
              <a:rPr lang="en-GB" sz="5406" b="1" dirty="0">
                <a:solidFill>
                  <a:schemeClr val="tx2"/>
                </a:solidFill>
              </a:rPr>
              <a:t>II. Theoretical Background and Hypotheses</a:t>
            </a:r>
          </a:p>
        </p:txBody>
      </p:sp>
      <p:sp>
        <p:nvSpPr>
          <p:cNvPr id="18" name="TextBox 17">
            <a:extLst>
              <a:ext uri="{FF2B5EF4-FFF2-40B4-BE49-F238E27FC236}">
                <a16:creationId xmlns:a16="http://schemas.microsoft.com/office/drawing/2014/main" id="{042991F2-6C38-B913-302F-09D36ECDB881}"/>
              </a:ext>
            </a:extLst>
          </p:cNvPr>
          <p:cNvSpPr txBox="1"/>
          <p:nvPr/>
        </p:nvSpPr>
        <p:spPr>
          <a:xfrm>
            <a:off x="980617" y="11696549"/>
            <a:ext cx="13265372" cy="10168357"/>
          </a:xfrm>
          <a:prstGeom prst="rect">
            <a:avLst/>
          </a:prstGeom>
          <a:noFill/>
        </p:spPr>
        <p:txBody>
          <a:bodyPr wrap="square" lIns="0" tIns="0" rIns="0" bIns="0" rtlCol="0">
            <a:spAutoFit/>
          </a:bodyPr>
          <a:lstStyle/>
          <a:p>
            <a:pPr algn="just"/>
            <a:r>
              <a:rPr lang="en-GB" sz="3004" dirty="0">
                <a:solidFill>
                  <a:schemeClr val="tx1">
                    <a:lumMod val="75000"/>
                  </a:schemeClr>
                </a:solidFill>
              </a:rPr>
              <a:t>Research commonly explains team performance through the input-process-outcome (I-P-O) framework. Inputs comprise the resources and conditions available to a team, processes describe how members transform inputs into outputs, and outcomes capture the results of their collective work. One central input factor is the SMM. It provides team members with a sufficiently compatible understanding of the task, the team, and the current situation. This common cognitive basis helps members anticipate what information others need, connect individual contributions to the collective task, and coordinate their actions. Within the I-P-O framework, SMMs affect two central team processes: communication and cooperation, which in turn shape team performance.</a:t>
            </a:r>
          </a:p>
          <a:p>
            <a:pPr algn="just"/>
            <a:r>
              <a:rPr lang="en-GB" sz="3004" dirty="0">
                <a:solidFill>
                  <a:schemeClr val="tx1">
                    <a:lumMod val="75000"/>
                  </a:schemeClr>
                </a:solidFill>
              </a:rPr>
              <a:t>GenAI-based MAS face an analogous collaboration problem when specialised agents must integrate distributed information into a joint decision. To address this problem, this study implements an SMM-inspired structured memory mechanism. It records candidate-specific strengths and concerns, the discussion coverage, the information distribution, agents’ current positions, and unresolved issues. It is then reintroduced into the agents’ context before subsequent contributions. Its effects may depend on how much prior discussion history remains accessible alongside it. This amount is termed discussion history transparency. The presence of structured memory and the level of discussion history transparency together define the system’s context configuration.</a:t>
            </a:r>
          </a:p>
        </p:txBody>
      </p:sp>
      <p:sp>
        <p:nvSpPr>
          <p:cNvPr id="21" name="TextBox 20">
            <a:extLst>
              <a:ext uri="{FF2B5EF4-FFF2-40B4-BE49-F238E27FC236}">
                <a16:creationId xmlns:a16="http://schemas.microsoft.com/office/drawing/2014/main" id="{6D61406D-1961-3291-FEC1-61843FEF58A8}"/>
              </a:ext>
            </a:extLst>
          </p:cNvPr>
          <p:cNvSpPr txBox="1"/>
          <p:nvPr/>
        </p:nvSpPr>
        <p:spPr>
          <a:xfrm>
            <a:off x="14543222" y="21308154"/>
            <a:ext cx="15236035" cy="5546376"/>
          </a:xfrm>
          <a:prstGeom prst="rect">
            <a:avLst/>
          </a:prstGeom>
          <a:noFill/>
        </p:spPr>
        <p:txBody>
          <a:bodyPr wrap="square" lIns="0" tIns="0" rIns="0" bIns="0" rtlCol="0">
            <a:spAutoFit/>
          </a:bodyPr>
          <a:lstStyle/>
          <a:p>
            <a:pPr algn="just"/>
            <a:r>
              <a:rPr lang="en-GB" sz="3004" dirty="0">
                <a:solidFill>
                  <a:schemeClr val="tx1">
                    <a:lumMod val="75000"/>
                  </a:schemeClr>
                </a:solidFill>
              </a:rPr>
              <a:t>The study is based on 800 independent simulations of a hidden-profile personnel-selection task. Three GenAI-based agents acted as an airline hiring panel and selected one of four candidates for a long-distance pilot position. According to the hidden profile paradigm, all agents received shared task materials, while also holding private information about the candidates. Candidate C was the superior choice in the complete information set and could only be identified if agents disclosed and integrated their private facts. The study compared a baseline without a structured memory mechanism with three structured memory configurations that differed in discussion history transparency: low (only the immediately preceding contribution), moderate (full public discussion history), and high (full public history plus prior reasoning traces). The study measured communication quality, cooperation quality, weighted token usage as an inverse proxy for efficiency, and correct selection of Candidate C as a proxy for effectiveness.</a:t>
            </a:r>
          </a:p>
        </p:txBody>
      </p:sp>
      <p:sp>
        <p:nvSpPr>
          <p:cNvPr id="22" name="TextBox 21">
            <a:extLst>
              <a:ext uri="{FF2B5EF4-FFF2-40B4-BE49-F238E27FC236}">
                <a16:creationId xmlns:a16="http://schemas.microsoft.com/office/drawing/2014/main" id="{B72A0BF8-1C66-7A1F-C13E-434A30CEB632}"/>
              </a:ext>
            </a:extLst>
          </p:cNvPr>
          <p:cNvSpPr txBox="1"/>
          <p:nvPr/>
        </p:nvSpPr>
        <p:spPr>
          <a:xfrm>
            <a:off x="980617" y="26900232"/>
            <a:ext cx="17466775" cy="1050318"/>
          </a:xfrm>
          <a:prstGeom prst="rect">
            <a:avLst/>
          </a:prstGeom>
          <a:noFill/>
        </p:spPr>
        <p:txBody>
          <a:bodyPr wrap="square" lIns="0" tIns="72083" rIns="0" bIns="144166" rtlCol="0">
            <a:spAutoFit/>
          </a:bodyPr>
          <a:lstStyle/>
          <a:p>
            <a:r>
              <a:rPr lang="en-GB" sz="5406" b="1" dirty="0">
                <a:solidFill>
                  <a:schemeClr val="tx2"/>
                </a:solidFill>
              </a:rPr>
              <a:t>IV. Results</a:t>
            </a:r>
          </a:p>
        </p:txBody>
      </p:sp>
      <p:sp>
        <p:nvSpPr>
          <p:cNvPr id="30" name="TextBox 29">
            <a:extLst>
              <a:ext uri="{FF2B5EF4-FFF2-40B4-BE49-F238E27FC236}">
                <a16:creationId xmlns:a16="http://schemas.microsoft.com/office/drawing/2014/main" id="{A4DAE3DE-44F3-E8CE-612F-BC9D0AFA3EA6}"/>
              </a:ext>
            </a:extLst>
          </p:cNvPr>
          <p:cNvSpPr txBox="1"/>
          <p:nvPr/>
        </p:nvSpPr>
        <p:spPr>
          <a:xfrm>
            <a:off x="14543220" y="20246862"/>
            <a:ext cx="17466775" cy="1050318"/>
          </a:xfrm>
          <a:prstGeom prst="rect">
            <a:avLst/>
          </a:prstGeom>
          <a:noFill/>
        </p:spPr>
        <p:txBody>
          <a:bodyPr wrap="square" lIns="0" tIns="72083" rIns="0" bIns="144166" rtlCol="0">
            <a:spAutoFit/>
          </a:bodyPr>
          <a:lstStyle/>
          <a:p>
            <a:r>
              <a:rPr lang="en-GB" sz="5406" b="1" dirty="0">
                <a:solidFill>
                  <a:schemeClr val="tx2"/>
                </a:solidFill>
              </a:rPr>
              <a:t>III. Methodology</a:t>
            </a:r>
          </a:p>
        </p:txBody>
      </p:sp>
      <p:sp>
        <p:nvSpPr>
          <p:cNvPr id="34" name="TextBox 33">
            <a:extLst>
              <a:ext uri="{FF2B5EF4-FFF2-40B4-BE49-F238E27FC236}">
                <a16:creationId xmlns:a16="http://schemas.microsoft.com/office/drawing/2014/main" id="{BCB0C2AC-AE2B-E4AC-4D1F-9AC9680D5E1B}"/>
              </a:ext>
            </a:extLst>
          </p:cNvPr>
          <p:cNvSpPr txBox="1"/>
          <p:nvPr/>
        </p:nvSpPr>
        <p:spPr>
          <a:xfrm>
            <a:off x="978833" y="27984086"/>
            <a:ext cx="28798639" cy="4621980"/>
          </a:xfrm>
          <a:prstGeom prst="rect">
            <a:avLst/>
          </a:prstGeom>
          <a:noFill/>
        </p:spPr>
        <p:txBody>
          <a:bodyPr wrap="square" lIns="0" tIns="0" rIns="0" bIns="0" rtlCol="0">
            <a:spAutoFit/>
          </a:bodyPr>
          <a:lstStyle/>
          <a:p>
            <a:pPr algn="just"/>
            <a:r>
              <a:rPr lang="en-GB" sz="3004" dirty="0">
                <a:solidFill>
                  <a:schemeClr val="tx1">
                    <a:lumMod val="75000"/>
                  </a:schemeClr>
                </a:solidFill>
              </a:rPr>
              <a:t>OLS regression models with HC3 standard errors were estimated for communication quality, cooperation quality, and efficiency, while effectiveness was analysed using a logistic regression. The analyses yielded three main findings. First, the structured memory configurations achieved higher percentages of correct decisions than the baseline but required substantially more weighted tokens. Low discussion history transparency produced the highest communication and cooperation scores, and the highest percentage of correct decisions among all context configurations. Second, greater access to discussion history was not necessarily beneficial. Compared with moderate discussion history transparency, high transparency increased weighted token usage and reduced effectiveness. Third, communication and cooperation fulfil distinct functions in GenAI-based MAS. Greater communication quality was associated with a higher probability of a correct decision but also with greater token usage. Greater cooperation quality was associated with lower token usage and showed a marginal positive association with effectiveness. Overall, GenAI-based MAS benefit more from a compact, structured representation of the team’s evolving knowledge than from extensive access to prior discussion history. Designers should therefore prioritise structured memory over raw discussion history, as context composition is more important than context volume alone.</a:t>
            </a:r>
          </a:p>
          <a:p>
            <a:pPr algn="just"/>
            <a:endParaRPr lang="en-GB" sz="3004" dirty="0">
              <a:solidFill>
                <a:schemeClr val="tx1">
                  <a:lumMod val="75000"/>
                </a:schemeClr>
              </a:solidFill>
            </a:endParaRPr>
          </a:p>
        </p:txBody>
      </p:sp>
      <p:sp>
        <p:nvSpPr>
          <p:cNvPr id="51" name="TextBox 50">
            <a:extLst>
              <a:ext uri="{FF2B5EF4-FFF2-40B4-BE49-F238E27FC236}">
                <a16:creationId xmlns:a16="http://schemas.microsoft.com/office/drawing/2014/main" id="{9E7EEF27-ABD7-3337-2B0F-BD1D51DE7FBF}"/>
              </a:ext>
            </a:extLst>
          </p:cNvPr>
          <p:cNvSpPr txBox="1"/>
          <p:nvPr/>
        </p:nvSpPr>
        <p:spPr>
          <a:xfrm>
            <a:off x="14543220" y="19860448"/>
            <a:ext cx="14416631" cy="369759"/>
          </a:xfrm>
          <a:prstGeom prst="rect">
            <a:avLst/>
          </a:prstGeom>
          <a:noFill/>
        </p:spPr>
        <p:txBody>
          <a:bodyPr wrap="square" lIns="0" tIns="0" rIns="0" bIns="0" rtlCol="0">
            <a:spAutoFit/>
          </a:bodyPr>
          <a:lstStyle/>
          <a:p>
            <a:r>
              <a:rPr lang="en-GB" sz="2403" i="1" dirty="0">
                <a:solidFill>
                  <a:schemeClr val="tx1">
                    <a:lumMod val="75000"/>
                  </a:schemeClr>
                </a:solidFill>
              </a:rPr>
              <a:t>Figure 2: Conceptual research model and hypothesised relationships</a:t>
            </a:r>
          </a:p>
        </p:txBody>
      </p:sp>
      <p:sp>
        <p:nvSpPr>
          <p:cNvPr id="52" name="TextBox 51">
            <a:extLst>
              <a:ext uri="{FF2B5EF4-FFF2-40B4-BE49-F238E27FC236}">
                <a16:creationId xmlns:a16="http://schemas.microsoft.com/office/drawing/2014/main" id="{92EE2DCD-6885-258E-5363-2CDC62DEA07F}"/>
              </a:ext>
            </a:extLst>
          </p:cNvPr>
          <p:cNvSpPr txBox="1"/>
          <p:nvPr/>
        </p:nvSpPr>
        <p:spPr>
          <a:xfrm>
            <a:off x="979084" y="38774039"/>
            <a:ext cx="6917677" cy="739517"/>
          </a:xfrm>
          <a:prstGeom prst="rect">
            <a:avLst/>
          </a:prstGeom>
          <a:noFill/>
        </p:spPr>
        <p:txBody>
          <a:bodyPr wrap="square" lIns="0" tIns="0" rIns="0" bIns="0" rtlCol="0">
            <a:spAutoFit/>
          </a:bodyPr>
          <a:lstStyle/>
          <a:p>
            <a:r>
              <a:rPr lang="en-GB" sz="2403" i="1" dirty="0">
                <a:solidFill>
                  <a:schemeClr val="tx1">
                    <a:lumMod val="75000"/>
                  </a:schemeClr>
                </a:solidFill>
              </a:rPr>
              <a:t>Figure 3: Correct-decision rates across experimental conditions with 95% confidence intervals</a:t>
            </a:r>
          </a:p>
        </p:txBody>
      </p:sp>
      <p:sp>
        <p:nvSpPr>
          <p:cNvPr id="53" name="TextBox 52">
            <a:extLst>
              <a:ext uri="{FF2B5EF4-FFF2-40B4-BE49-F238E27FC236}">
                <a16:creationId xmlns:a16="http://schemas.microsoft.com/office/drawing/2014/main" id="{AF27CCA3-9B03-BE92-ABEB-F0F574BA736E}"/>
              </a:ext>
            </a:extLst>
          </p:cNvPr>
          <p:cNvSpPr txBox="1"/>
          <p:nvPr/>
        </p:nvSpPr>
        <p:spPr>
          <a:xfrm>
            <a:off x="16093125" y="38774039"/>
            <a:ext cx="6917677" cy="1109276"/>
          </a:xfrm>
          <a:prstGeom prst="rect">
            <a:avLst/>
          </a:prstGeom>
          <a:noFill/>
        </p:spPr>
        <p:txBody>
          <a:bodyPr wrap="square" lIns="0" tIns="0" rIns="0" bIns="0" rtlCol="0">
            <a:spAutoFit/>
          </a:bodyPr>
          <a:lstStyle/>
          <a:p>
            <a:r>
              <a:rPr lang="en-GB" sz="2403" i="1" dirty="0">
                <a:solidFill>
                  <a:schemeClr val="tx1">
                    <a:lumMod val="75000"/>
                  </a:schemeClr>
                </a:solidFill>
              </a:rPr>
              <a:t>Figure 5: Mean cooperation quality scores (ranging from 0 to 1) across experimental conditions with 95% confidence intervals</a:t>
            </a:r>
          </a:p>
        </p:txBody>
      </p:sp>
      <p:sp>
        <p:nvSpPr>
          <p:cNvPr id="54" name="TextBox 53">
            <a:extLst>
              <a:ext uri="{FF2B5EF4-FFF2-40B4-BE49-F238E27FC236}">
                <a16:creationId xmlns:a16="http://schemas.microsoft.com/office/drawing/2014/main" id="{2E1E1C97-9FC4-3431-31F4-80D18D0E3EE5}"/>
              </a:ext>
            </a:extLst>
          </p:cNvPr>
          <p:cNvSpPr txBox="1"/>
          <p:nvPr/>
        </p:nvSpPr>
        <p:spPr>
          <a:xfrm>
            <a:off x="8535979" y="38774039"/>
            <a:ext cx="6917677" cy="1109276"/>
          </a:xfrm>
          <a:prstGeom prst="rect">
            <a:avLst/>
          </a:prstGeom>
          <a:noFill/>
        </p:spPr>
        <p:txBody>
          <a:bodyPr wrap="square" lIns="0" tIns="0" rIns="0" bIns="0" rtlCol="0">
            <a:spAutoFit/>
          </a:bodyPr>
          <a:lstStyle/>
          <a:p>
            <a:r>
              <a:rPr lang="en-GB" sz="2403" i="1" dirty="0">
                <a:solidFill>
                  <a:schemeClr val="tx1">
                    <a:lumMod val="75000"/>
                  </a:schemeClr>
                </a:solidFill>
              </a:rPr>
              <a:t>Figure 4: Mean communication quality scores (ranging from 0 to 1) across experimental conditions with 95% confidence intervals</a:t>
            </a:r>
          </a:p>
        </p:txBody>
      </p:sp>
      <p:sp>
        <p:nvSpPr>
          <p:cNvPr id="78" name="TextBox 77">
            <a:extLst>
              <a:ext uri="{FF2B5EF4-FFF2-40B4-BE49-F238E27FC236}">
                <a16:creationId xmlns:a16="http://schemas.microsoft.com/office/drawing/2014/main" id="{B517C234-520F-C026-42F5-68A8DBF58DC0}"/>
              </a:ext>
            </a:extLst>
          </p:cNvPr>
          <p:cNvSpPr txBox="1"/>
          <p:nvPr/>
        </p:nvSpPr>
        <p:spPr>
          <a:xfrm>
            <a:off x="980617" y="26470489"/>
            <a:ext cx="13164086" cy="384041"/>
          </a:xfrm>
          <a:prstGeom prst="rect">
            <a:avLst/>
          </a:prstGeom>
          <a:noFill/>
        </p:spPr>
        <p:txBody>
          <a:bodyPr wrap="square" lIns="0" tIns="0" rIns="0" bIns="0" rtlCol="0">
            <a:spAutoFit/>
          </a:bodyPr>
          <a:lstStyle/>
          <a:p>
            <a:r>
              <a:rPr lang="en-GB" sz="2403" i="1" dirty="0">
                <a:solidFill>
                  <a:schemeClr val="tx1">
                    <a:lumMod val="75000"/>
                  </a:schemeClr>
                </a:solidFill>
              </a:rPr>
              <a:t>Figure 1: Mapping the human team cognition perspective onto GenAI-based MAS</a:t>
            </a:r>
          </a:p>
        </p:txBody>
      </p:sp>
      <p:sp>
        <p:nvSpPr>
          <p:cNvPr id="79" name="TextBox 78">
            <a:extLst>
              <a:ext uri="{FF2B5EF4-FFF2-40B4-BE49-F238E27FC236}">
                <a16:creationId xmlns:a16="http://schemas.microsoft.com/office/drawing/2014/main" id="{D9DE1A91-1EB2-17D4-009A-F564AA6BF4DE}"/>
              </a:ext>
            </a:extLst>
          </p:cNvPr>
          <p:cNvSpPr txBox="1"/>
          <p:nvPr/>
        </p:nvSpPr>
        <p:spPr>
          <a:xfrm>
            <a:off x="14543221" y="11696549"/>
            <a:ext cx="15236035" cy="3697584"/>
          </a:xfrm>
          <a:prstGeom prst="rect">
            <a:avLst/>
          </a:prstGeom>
          <a:noFill/>
        </p:spPr>
        <p:txBody>
          <a:bodyPr wrap="square" lIns="0" tIns="0" rIns="0" bIns="0" rtlCol="0">
            <a:spAutoFit/>
          </a:bodyPr>
          <a:lstStyle/>
          <a:p>
            <a:pPr algn="just"/>
            <a:r>
              <a:rPr lang="en-GB" sz="3004" dirty="0">
                <a:solidFill>
                  <a:schemeClr val="tx1">
                    <a:lumMod val="75000"/>
                  </a:schemeClr>
                </a:solidFill>
              </a:rPr>
              <a:t>Accordingly, the structured memory mechanism is expected to improve communication quality (H1a) and cooperation quality (H1b). Within the structured memory configurations, moderate discussion history transparency is expected to outperform low discussion history transparency because agents can better trace and ground previous contributions (H2a, H2b). Moderate discussion history transparency is also expected to outperform high discussion history transparency because excessive context may reduce the salience of decision-relevant information (H3a, H3b). Finally, higher communication and cooperation quality are expected to improve both efficiency and effectiveness (H4a–H5b).</a:t>
            </a:r>
          </a:p>
        </p:txBody>
      </p:sp>
      <p:sp>
        <p:nvSpPr>
          <p:cNvPr id="26" name="TextBox 25">
            <a:extLst>
              <a:ext uri="{FF2B5EF4-FFF2-40B4-BE49-F238E27FC236}">
                <a16:creationId xmlns:a16="http://schemas.microsoft.com/office/drawing/2014/main" id="{A40660EB-0662-47D0-19B2-4E79D4133EF2}"/>
              </a:ext>
            </a:extLst>
          </p:cNvPr>
          <p:cNvSpPr txBox="1"/>
          <p:nvPr/>
        </p:nvSpPr>
        <p:spPr>
          <a:xfrm>
            <a:off x="30745927" y="34679115"/>
            <a:ext cx="65" cy="462198"/>
          </a:xfrm>
          <a:prstGeom prst="rect">
            <a:avLst/>
          </a:prstGeom>
          <a:noFill/>
        </p:spPr>
        <p:txBody>
          <a:bodyPr wrap="none" lIns="0" tIns="0" rIns="0" bIns="0" rtlCol="0">
            <a:spAutoFit/>
          </a:bodyPr>
          <a:lstStyle/>
          <a:p>
            <a:endParaRPr lang="en-GB" sz="3004" dirty="0">
              <a:solidFill>
                <a:schemeClr val="tx1">
                  <a:lumMod val="75000"/>
                </a:schemeClr>
              </a:solidFill>
            </a:endParaRPr>
          </a:p>
        </p:txBody>
      </p:sp>
      <p:sp>
        <p:nvSpPr>
          <p:cNvPr id="35" name="TextBox 34">
            <a:extLst>
              <a:ext uri="{FF2B5EF4-FFF2-40B4-BE49-F238E27FC236}">
                <a16:creationId xmlns:a16="http://schemas.microsoft.com/office/drawing/2014/main" id="{AD637793-1EA1-AD66-2A78-09230A102510}"/>
              </a:ext>
            </a:extLst>
          </p:cNvPr>
          <p:cNvSpPr txBox="1"/>
          <p:nvPr/>
        </p:nvSpPr>
        <p:spPr>
          <a:xfrm>
            <a:off x="23650272" y="38774039"/>
            <a:ext cx="6127066" cy="1109276"/>
          </a:xfrm>
          <a:prstGeom prst="rect">
            <a:avLst/>
          </a:prstGeom>
          <a:noFill/>
        </p:spPr>
        <p:txBody>
          <a:bodyPr wrap="square" lIns="0" tIns="0" rIns="0" bIns="0" rtlCol="0">
            <a:spAutoFit/>
          </a:bodyPr>
          <a:lstStyle/>
          <a:p>
            <a:r>
              <a:rPr lang="en-GB" sz="2403" i="1" dirty="0">
                <a:solidFill>
                  <a:schemeClr val="tx1">
                    <a:lumMod val="75000"/>
                  </a:schemeClr>
                </a:solidFill>
              </a:rPr>
              <a:t>Figure 6: Mean weighted token usage across experimental conditions with 95% confidence intervals</a:t>
            </a:r>
          </a:p>
        </p:txBody>
      </p:sp>
      <p:pic>
        <p:nvPicPr>
          <p:cNvPr id="6" name="Picture 5">
            <a:extLst>
              <a:ext uri="{FF2B5EF4-FFF2-40B4-BE49-F238E27FC236}">
                <a16:creationId xmlns:a16="http://schemas.microsoft.com/office/drawing/2014/main" id="{081193B4-E7B3-B46B-A7A4-1A01E2139A33}"/>
              </a:ext>
            </a:extLst>
          </p:cNvPr>
          <p:cNvPicPr>
            <a:picLocks noChangeAspect="1"/>
          </p:cNvPicPr>
          <p:nvPr/>
        </p:nvPicPr>
        <p:blipFill>
          <a:blip r:embed="rId8"/>
          <a:stretch>
            <a:fillRect/>
          </a:stretch>
        </p:blipFill>
        <p:spPr>
          <a:xfrm>
            <a:off x="979083" y="40163230"/>
            <a:ext cx="1883871" cy="1883871"/>
          </a:xfrm>
          <a:prstGeom prst="rect">
            <a:avLst/>
          </a:prstGeom>
        </p:spPr>
      </p:pic>
      <p:pic>
        <p:nvPicPr>
          <p:cNvPr id="16" name="Picture 15">
            <a:extLst>
              <a:ext uri="{FF2B5EF4-FFF2-40B4-BE49-F238E27FC236}">
                <a16:creationId xmlns:a16="http://schemas.microsoft.com/office/drawing/2014/main" id="{B93CC0F5-7A3E-820E-6A66-9A77C83E8CCE}"/>
              </a:ext>
            </a:extLst>
          </p:cNvPr>
          <p:cNvPicPr>
            <a:picLocks noChangeAspect="1"/>
          </p:cNvPicPr>
          <p:nvPr/>
        </p:nvPicPr>
        <p:blipFill>
          <a:blip r:embed="rId9"/>
          <a:stretch>
            <a:fillRect/>
          </a:stretch>
        </p:blipFill>
        <p:spPr>
          <a:xfrm>
            <a:off x="14543220" y="15471394"/>
            <a:ext cx="15234771" cy="4098558"/>
          </a:xfrm>
          <a:prstGeom prst="rect">
            <a:avLst/>
          </a:prstGeom>
        </p:spPr>
      </p:pic>
    </p:spTree>
    <p:extLst>
      <p:ext uri="{BB962C8B-B14F-4D97-AF65-F5344CB8AC3E}">
        <p14:creationId xmlns:p14="http://schemas.microsoft.com/office/powerpoint/2010/main" val="2424444145"/>
      </p:ext>
    </p:extLst>
  </p:cSld>
  <p:clrMapOvr>
    <a:masterClrMapping/>
  </p:clrMapOvr>
</p:sld>
</file>

<file path=ppt/theme/theme1.xml><?xml version="1.0" encoding="utf-8"?>
<a:theme xmlns:a="http://schemas.openxmlformats.org/drawingml/2006/main" name="UHOH">
  <a:themeElements>
    <a:clrScheme name="Farben UHOH">
      <a:dk1>
        <a:srgbClr val="525250"/>
      </a:dk1>
      <a:lt1>
        <a:sysClr val="window" lastClr="FFFFFF"/>
      </a:lt1>
      <a:dk2>
        <a:srgbClr val="004577"/>
      </a:dk2>
      <a:lt2>
        <a:srgbClr val="EAF3F4"/>
      </a:lt2>
      <a:accent1>
        <a:srgbClr val="6EAAC1"/>
      </a:accent1>
      <a:accent2>
        <a:srgbClr val="55742B"/>
      </a:accent2>
      <a:accent3>
        <a:srgbClr val="AFCA0B"/>
      </a:accent3>
      <a:accent4>
        <a:srgbClr val="711E5A"/>
      </a:accent4>
      <a:accent5>
        <a:srgbClr val="C5A63B"/>
      </a:accent5>
      <a:accent6>
        <a:srgbClr val="A5C249"/>
      </a:accent6>
      <a:hlink>
        <a:srgbClr val="7030A0"/>
      </a:hlink>
      <a:folHlink>
        <a:srgbClr val="525250"/>
      </a:folHlink>
    </a:clrScheme>
    <a:fontScheme name="UHOH-Segoe">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38100">
          <a:solidFill>
            <a:schemeClr val="tx1">
              <a:lumMod val="40000"/>
              <a:lumOff val="60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3000" dirty="0" err="1" smtClean="0">
            <a:solidFill>
              <a:schemeClr val="tx1">
                <a:lumMod val="75000"/>
              </a:schemeClr>
            </a:solidFill>
          </a:defRPr>
        </a:defPPr>
      </a:lstStyle>
    </a:txDef>
  </a:objectDefaults>
  <a:extraClrSchemeLst/>
  <a:extLst>
    <a:ext uri="{05A4C25C-085E-4340-85A3-A5531E510DB2}">
      <thm15:themeFamily xmlns:thm15="http://schemas.microsoft.com/office/thememl/2012/main" name="UHOH" id="{942A5631-245D-4D38-9C89-6707D8310737}" vid="{76377F6C-B921-42D4-967B-F5DDB5AADF7C}"/>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UHOH</Template>
  <TotalTime>2500</TotalTime>
  <Words>1426</Words>
  <Application>Microsoft Macintosh PowerPoint</Application>
  <PresentationFormat>Custom</PresentationFormat>
  <Paragraphs>31</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Arial</vt:lpstr>
      <vt:lpstr>Calibri</vt:lpstr>
      <vt:lpstr>Segoe UI</vt:lpstr>
      <vt:lpstr>Segoe UI Semibold</vt:lpstr>
      <vt:lpstr>UHOH</vt:lpstr>
      <vt:lpstr>Shared Mental Models in Generative AI-Based Multi-Agent Systems: A Simulation Study Grounded in Human Team Cognition Theory</vt:lpstr>
    </vt:vector>
  </TitlesOfParts>
  <Company>Universität Hohenheim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ljfdslfjdkfjd</dc:title>
  <dc:creator>Terzoglou, Sabine</dc:creator>
  <cp:lastModifiedBy>Leonard Hegemann</cp:lastModifiedBy>
  <cp:revision>150</cp:revision>
  <cp:lastPrinted>2026-07-22T13:28:56Z</cp:lastPrinted>
  <dcterms:created xsi:type="dcterms:W3CDTF">2022-11-29T09:37:10Z</dcterms:created>
  <dcterms:modified xsi:type="dcterms:W3CDTF">2026-07-27T07:54:13Z</dcterms:modified>
</cp:coreProperties>
</file>