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0" r:id="rId2"/>
  </p:sldIdLst>
  <p:sldSz cx="30240288" cy="42479913"/>
  <p:notesSz cx="6858000" cy="9144000"/>
  <p:defaultTextStyle>
    <a:defPPr>
      <a:defRPr lang="de-DE"/>
    </a:defPPr>
    <a:lvl1pPr marL="0" algn="l" defTabSz="3489669" rtl="0" eaLnBrk="1" latinLnBrk="0" hangingPunct="1">
      <a:defRPr sz="6871" kern="1200">
        <a:solidFill>
          <a:schemeClr val="tx1"/>
        </a:solidFill>
        <a:latin typeface="+mn-lt"/>
        <a:ea typeface="+mn-ea"/>
        <a:cs typeface="+mn-cs"/>
      </a:defRPr>
    </a:lvl1pPr>
    <a:lvl2pPr marL="1744834" algn="l" defTabSz="3489669" rtl="0" eaLnBrk="1" latinLnBrk="0" hangingPunct="1">
      <a:defRPr sz="6871" kern="1200">
        <a:solidFill>
          <a:schemeClr val="tx1"/>
        </a:solidFill>
        <a:latin typeface="+mn-lt"/>
        <a:ea typeface="+mn-ea"/>
        <a:cs typeface="+mn-cs"/>
      </a:defRPr>
    </a:lvl2pPr>
    <a:lvl3pPr marL="3489669" algn="l" defTabSz="3489669" rtl="0" eaLnBrk="1" latinLnBrk="0" hangingPunct="1">
      <a:defRPr sz="6871" kern="1200">
        <a:solidFill>
          <a:schemeClr val="tx1"/>
        </a:solidFill>
        <a:latin typeface="+mn-lt"/>
        <a:ea typeface="+mn-ea"/>
        <a:cs typeface="+mn-cs"/>
      </a:defRPr>
    </a:lvl3pPr>
    <a:lvl4pPr marL="5234503" algn="l" defTabSz="3489669" rtl="0" eaLnBrk="1" latinLnBrk="0" hangingPunct="1">
      <a:defRPr sz="6871" kern="1200">
        <a:solidFill>
          <a:schemeClr val="tx1"/>
        </a:solidFill>
        <a:latin typeface="+mn-lt"/>
        <a:ea typeface="+mn-ea"/>
        <a:cs typeface="+mn-cs"/>
      </a:defRPr>
    </a:lvl4pPr>
    <a:lvl5pPr marL="6979338" algn="l" defTabSz="3489669" rtl="0" eaLnBrk="1" latinLnBrk="0" hangingPunct="1">
      <a:defRPr sz="6871" kern="1200">
        <a:solidFill>
          <a:schemeClr val="tx1"/>
        </a:solidFill>
        <a:latin typeface="+mn-lt"/>
        <a:ea typeface="+mn-ea"/>
        <a:cs typeface="+mn-cs"/>
      </a:defRPr>
    </a:lvl5pPr>
    <a:lvl6pPr marL="8724176" algn="l" defTabSz="3489669" rtl="0" eaLnBrk="1" latinLnBrk="0" hangingPunct="1">
      <a:defRPr sz="6871" kern="1200">
        <a:solidFill>
          <a:schemeClr val="tx1"/>
        </a:solidFill>
        <a:latin typeface="+mn-lt"/>
        <a:ea typeface="+mn-ea"/>
        <a:cs typeface="+mn-cs"/>
      </a:defRPr>
    </a:lvl6pPr>
    <a:lvl7pPr marL="10469006" algn="l" defTabSz="3489669" rtl="0" eaLnBrk="1" latinLnBrk="0" hangingPunct="1">
      <a:defRPr sz="6871" kern="1200">
        <a:solidFill>
          <a:schemeClr val="tx1"/>
        </a:solidFill>
        <a:latin typeface="+mn-lt"/>
        <a:ea typeface="+mn-ea"/>
        <a:cs typeface="+mn-cs"/>
      </a:defRPr>
    </a:lvl7pPr>
    <a:lvl8pPr marL="12213845" algn="l" defTabSz="3489669" rtl="0" eaLnBrk="1" latinLnBrk="0" hangingPunct="1">
      <a:defRPr sz="6871" kern="1200">
        <a:solidFill>
          <a:schemeClr val="tx1"/>
        </a:solidFill>
        <a:latin typeface="+mn-lt"/>
        <a:ea typeface="+mn-ea"/>
        <a:cs typeface="+mn-cs"/>
      </a:defRPr>
    </a:lvl8pPr>
    <a:lvl9pPr marL="13958679" algn="l" defTabSz="3489669" rtl="0" eaLnBrk="1" latinLnBrk="0" hangingPunct="1">
      <a:defRPr sz="687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380" userDrawn="1">
          <p15:clr>
            <a:srgbClr val="A4A3A4"/>
          </p15:clr>
        </p15:guide>
        <p15:guide id="2" pos="9525"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545" autoAdjust="0"/>
  </p:normalViewPr>
  <p:slideViewPr>
    <p:cSldViewPr snapToGrid="0" showGuides="1">
      <p:cViewPr>
        <p:scale>
          <a:sx n="32" d="100"/>
          <a:sy n="32" d="100"/>
        </p:scale>
        <p:origin x="3800" y="-2040"/>
      </p:cViewPr>
      <p:guideLst>
        <p:guide orient="horz" pos="13380"/>
        <p:guide pos="9525"/>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64" d="100"/>
          <a:sy n="64" d="100"/>
        </p:scale>
        <p:origin x="3115"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46B381-68CC-451E-A196-85699053D4FD}" type="datetimeFigureOut">
              <a:rPr lang="de-DE" smtClean="0"/>
              <a:t>03.07.26</a:t>
            </a:fld>
            <a:endParaRPr lang="de-DE"/>
          </a:p>
        </p:txBody>
      </p:sp>
      <p:sp>
        <p:nvSpPr>
          <p:cNvPr id="4" name="Folienbildplatzhalter 3"/>
          <p:cNvSpPr>
            <a:spLocks noGrp="1" noRot="1" noChangeAspect="1"/>
          </p:cNvSpPr>
          <p:nvPr>
            <p:ph type="sldImg" idx="2"/>
          </p:nvPr>
        </p:nvSpPr>
        <p:spPr>
          <a:xfrm>
            <a:off x="2330450" y="1143000"/>
            <a:ext cx="21971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3CCB9B-D6C1-43AE-8DB6-4E43F0B29931}" type="slidenum">
              <a:rPr lang="de-DE" smtClean="0"/>
              <a:t>‹#›</a:t>
            </a:fld>
            <a:endParaRPr lang="de-DE"/>
          </a:p>
        </p:txBody>
      </p:sp>
    </p:spTree>
    <p:extLst>
      <p:ext uri="{BB962C8B-B14F-4D97-AF65-F5344CB8AC3E}">
        <p14:creationId xmlns:p14="http://schemas.microsoft.com/office/powerpoint/2010/main" val="12406241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F93CCB9B-D6C1-43AE-8DB6-4E43F0B29931}" type="slidenum">
              <a:rPr lang="de-DE" smtClean="0"/>
              <a:t>1</a:t>
            </a:fld>
            <a:endParaRPr lang="de-DE"/>
          </a:p>
        </p:txBody>
      </p:sp>
    </p:spTree>
    <p:extLst>
      <p:ext uri="{BB962C8B-B14F-4D97-AF65-F5344CB8AC3E}">
        <p14:creationId xmlns:p14="http://schemas.microsoft.com/office/powerpoint/2010/main" val="3411951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mit Fläche">
    <p:spTree>
      <p:nvGrpSpPr>
        <p:cNvPr id="1" name=""/>
        <p:cNvGrpSpPr/>
        <p:nvPr/>
      </p:nvGrpSpPr>
      <p:grpSpPr>
        <a:xfrm>
          <a:off x="0" y="0"/>
          <a:ext cx="0" cy="0"/>
          <a:chOff x="0" y="0"/>
          <a:chExt cx="0" cy="0"/>
        </a:xfrm>
      </p:grpSpPr>
      <p:sp>
        <p:nvSpPr>
          <p:cNvPr id="27" name="Textfeld 26"/>
          <p:cNvSpPr txBox="1"/>
          <p:nvPr userDrawn="1"/>
        </p:nvSpPr>
        <p:spPr>
          <a:xfrm>
            <a:off x="22276160" y="3018472"/>
            <a:ext cx="5309419" cy="461665"/>
          </a:xfrm>
          <a:prstGeom prst="rect">
            <a:avLst/>
          </a:prstGeom>
          <a:noFill/>
        </p:spPr>
        <p:txBody>
          <a:bodyPr wrap="square" lIns="0" tIns="0" rIns="0" bIns="0" rtlCol="0">
            <a:spAutoFit/>
          </a:bodyPr>
          <a:lstStyle/>
          <a:p>
            <a:pPr marL="0" lvl="0" indent="0">
              <a:buFontTx/>
              <a:buNone/>
            </a:pPr>
            <a:r>
              <a:rPr lang="de-DE" sz="3000" b="1" spc="300" dirty="0">
                <a:solidFill>
                  <a:schemeClr val="accent3">
                    <a:lumMod val="60000"/>
                    <a:lumOff val="40000"/>
                  </a:schemeClr>
                </a:solidFill>
                <a:latin typeface="+mn-lt"/>
              </a:rPr>
              <a:t>AUTHORS</a:t>
            </a:r>
          </a:p>
        </p:txBody>
      </p:sp>
      <p:cxnSp>
        <p:nvCxnSpPr>
          <p:cNvPr id="10" name="Gerader Verbinder 9"/>
          <p:cNvCxnSpPr/>
          <p:nvPr userDrawn="1"/>
        </p:nvCxnSpPr>
        <p:spPr>
          <a:xfrm>
            <a:off x="15061150" y="38738175"/>
            <a:ext cx="0" cy="374173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15444788" y="39457313"/>
            <a:ext cx="6105525" cy="461665"/>
          </a:xfrm>
          <a:prstGeom prst="rect">
            <a:avLst/>
          </a:prstGeom>
          <a:noFill/>
        </p:spPr>
        <p:txBody>
          <a:bodyPr wrap="square" lIns="0" tIns="0" rIns="0" bIns="0" rtlCol="0">
            <a:spAutoFit/>
          </a:bodyPr>
          <a:lstStyle/>
          <a:p>
            <a:pPr marL="0" indent="0">
              <a:buFontTx/>
              <a:buNone/>
            </a:pPr>
            <a:r>
              <a:rPr lang="de-DE" sz="3000" b="1" cap="all" spc="300" baseline="0" dirty="0">
                <a:solidFill>
                  <a:schemeClr val="tx2"/>
                </a:solidFill>
                <a:latin typeface="+mn-lt"/>
              </a:rPr>
              <a:t>Partner</a:t>
            </a:r>
          </a:p>
        </p:txBody>
      </p:sp>
      <p:sp>
        <p:nvSpPr>
          <p:cNvPr id="17" name="Bildplatzhalter 16"/>
          <p:cNvSpPr>
            <a:spLocks noGrp="1"/>
          </p:cNvSpPr>
          <p:nvPr>
            <p:ph type="pic" sz="quarter" idx="18" hasCustomPrompt="1"/>
          </p:nvPr>
        </p:nvSpPr>
        <p:spPr>
          <a:xfrm>
            <a:off x="15444788" y="40061091"/>
            <a:ext cx="2160000" cy="1440000"/>
          </a:xfrm>
          <a:noFill/>
        </p:spPr>
        <p:txBody>
          <a:bodyPr/>
          <a:lstStyle>
            <a:lvl1pPr marL="0" marR="0" indent="0" algn="l" defTabSz="3489669" rtl="0" eaLnBrk="1" fontAlgn="auto" latinLnBrk="0" hangingPunct="1">
              <a:lnSpc>
                <a:spcPct val="100000"/>
              </a:lnSpc>
              <a:spcBef>
                <a:spcPts val="0"/>
              </a:spcBef>
              <a:spcAft>
                <a:spcPts val="0"/>
              </a:spcAft>
              <a:buClrTx/>
              <a:buSzTx/>
              <a:buFontTx/>
              <a:buNone/>
              <a:tabLst/>
              <a:defRPr sz="2000"/>
            </a:lvl1pPr>
            <a:lvl2pPr marL="0" indent="0">
              <a:buFontTx/>
              <a:buNone/>
              <a:defRPr/>
            </a:lvl2pPr>
            <a:lvl4pPr marL="0" indent="0">
              <a:buFontTx/>
              <a:buNone/>
              <a:defRPr sz="2000">
                <a:solidFill>
                  <a:schemeClr val="tx1">
                    <a:lumMod val="75000"/>
                  </a:schemeClr>
                </a:solidFill>
                <a:latin typeface="+mn-lt"/>
              </a:defRPr>
            </a:lvl4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42" name="Bildplatzhalter 16"/>
          <p:cNvSpPr>
            <a:spLocks noGrp="1"/>
          </p:cNvSpPr>
          <p:nvPr>
            <p:ph type="pic" sz="quarter" idx="19" hasCustomPrompt="1"/>
          </p:nvPr>
        </p:nvSpPr>
        <p:spPr>
          <a:xfrm>
            <a:off x="19033263" y="40061091"/>
            <a:ext cx="2160000" cy="1440000"/>
          </a:xfrm>
          <a:noFill/>
        </p:spPr>
        <p:txBody>
          <a:bodyPr/>
          <a:lstStyle>
            <a:lvl1pPr marL="0" marR="0" indent="0" algn="l" defTabSz="3489669" rtl="0" eaLnBrk="1" fontAlgn="auto" latinLnBrk="0" hangingPunct="1">
              <a:lnSpc>
                <a:spcPct val="100000"/>
              </a:lnSpc>
              <a:spcBef>
                <a:spcPts val="0"/>
              </a:spcBef>
              <a:spcAft>
                <a:spcPts val="0"/>
              </a:spcAft>
              <a:buClrTx/>
              <a:buSzTx/>
              <a:buFontTx/>
              <a:buNone/>
              <a:tabLst/>
              <a:defRPr sz="2000"/>
            </a:lvl1pPr>
            <a:lvl2pPr marL="0" indent="0">
              <a:buFontTx/>
              <a:buNone/>
              <a:defRPr/>
            </a:lvl2pPr>
            <a:lvl4pPr marL="0" indent="0">
              <a:buFontTx/>
              <a:buNone/>
              <a:defRPr sz="2000">
                <a:solidFill>
                  <a:schemeClr val="tx1">
                    <a:lumMod val="75000"/>
                  </a:schemeClr>
                </a:solidFill>
                <a:latin typeface="+mn-lt"/>
              </a:defRPr>
            </a:lvl4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43" name="Bildplatzhalter 16"/>
          <p:cNvSpPr>
            <a:spLocks noGrp="1"/>
          </p:cNvSpPr>
          <p:nvPr>
            <p:ph type="pic" sz="quarter" idx="20" hasCustomPrompt="1"/>
          </p:nvPr>
        </p:nvSpPr>
        <p:spPr>
          <a:xfrm>
            <a:off x="22621738" y="40061091"/>
            <a:ext cx="2160000" cy="1440000"/>
          </a:xfrm>
          <a:noFill/>
        </p:spPr>
        <p:txBody>
          <a:bodyPr/>
          <a:lstStyle>
            <a:lvl1pPr marL="0" marR="0" indent="0" algn="l" defTabSz="3489669" rtl="0" eaLnBrk="1" fontAlgn="auto" latinLnBrk="0" hangingPunct="1">
              <a:lnSpc>
                <a:spcPct val="100000"/>
              </a:lnSpc>
              <a:spcBef>
                <a:spcPts val="0"/>
              </a:spcBef>
              <a:spcAft>
                <a:spcPts val="0"/>
              </a:spcAft>
              <a:buClrTx/>
              <a:buSzTx/>
              <a:buFontTx/>
              <a:buNone/>
              <a:tabLst/>
              <a:defRPr sz="2000"/>
            </a:lvl1pPr>
            <a:lvl2pPr marL="0" indent="0">
              <a:buFontTx/>
              <a:buNone/>
              <a:defRPr/>
            </a:lvl2pPr>
            <a:lvl4pPr marL="0" indent="0">
              <a:buFontTx/>
              <a:buNone/>
              <a:defRPr sz="2000">
                <a:solidFill>
                  <a:schemeClr val="tx1">
                    <a:lumMod val="75000"/>
                  </a:schemeClr>
                </a:solidFill>
                <a:latin typeface="+mn-lt"/>
              </a:defRPr>
            </a:lvl4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35" name="Bildplatzhalter 34"/>
          <p:cNvSpPr>
            <a:spLocks noGrp="1"/>
          </p:cNvSpPr>
          <p:nvPr>
            <p:ph type="pic" sz="quarter" idx="22" hasCustomPrompt="1"/>
          </p:nvPr>
        </p:nvSpPr>
        <p:spPr>
          <a:xfrm>
            <a:off x="1773003" y="39289704"/>
            <a:ext cx="2563022" cy="2593294"/>
          </a:xfrm>
          <a:prstGeom prst="ellipse">
            <a:avLst/>
          </a:prstGeom>
          <a:solidFill>
            <a:schemeClr val="bg1">
              <a:lumMod val="95000"/>
            </a:schemeClr>
          </a:solidFill>
          <a:ln w="38100">
            <a:solidFill>
              <a:schemeClr val="tx2"/>
            </a:solidFill>
          </a:ln>
        </p:spPr>
        <p:txBody>
          <a:bodyPr/>
          <a:lstStyle>
            <a:lvl1pPr marL="0" marR="0" indent="0" algn="l" defTabSz="3489669" rtl="0" eaLnBrk="1" fontAlgn="auto" latinLnBrk="0" hangingPunct="1">
              <a:lnSpc>
                <a:spcPct val="100000"/>
              </a:lnSpc>
              <a:spcBef>
                <a:spcPts val="0"/>
              </a:spcBef>
              <a:spcAft>
                <a:spcPts val="0"/>
              </a:spcAft>
              <a:buClrTx/>
              <a:buSzTx/>
              <a:buFontTx/>
              <a:buNone/>
              <a:tabLst/>
              <a:defRPr/>
            </a:lvl1pPr>
            <a:lvl3pPr marL="0" indent="0">
              <a:buFont typeface="+mj-lt"/>
              <a:buNone/>
              <a:defRPr sz="1800" baseline="0">
                <a:solidFill>
                  <a:schemeClr val="tx1">
                    <a:lumMod val="75000"/>
                  </a:schemeClr>
                </a:solidFill>
                <a:latin typeface="+mn-lt"/>
              </a:defRPr>
            </a:lvl3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Foto einfügen</a:t>
            </a:r>
          </a:p>
          <a:p>
            <a:pPr lvl="2"/>
            <a:endParaRPr lang="de-DE" dirty="0"/>
          </a:p>
        </p:txBody>
      </p:sp>
      <p:sp>
        <p:nvSpPr>
          <p:cNvPr id="16" name="Textplatzhalter 15"/>
          <p:cNvSpPr>
            <a:spLocks noGrp="1"/>
          </p:cNvSpPr>
          <p:nvPr>
            <p:ph type="body" sz="quarter" idx="28" hasCustomPrompt="1"/>
          </p:nvPr>
        </p:nvSpPr>
        <p:spPr>
          <a:xfrm>
            <a:off x="15464759" y="21873579"/>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34" name="Textplatzhalter 15"/>
          <p:cNvSpPr>
            <a:spLocks noGrp="1"/>
          </p:cNvSpPr>
          <p:nvPr>
            <p:ph type="body" sz="quarter" idx="29" hasCustomPrompt="1"/>
          </p:nvPr>
        </p:nvSpPr>
        <p:spPr>
          <a:xfrm>
            <a:off x="22247998" y="3739548"/>
            <a:ext cx="6131740" cy="666849"/>
          </a:xfrm>
        </p:spPr>
        <p:txBody>
          <a:bodyPr/>
          <a:lstStyle>
            <a:lvl1pPr marL="457200" marR="0" indent="-457200" algn="l" defTabSz="3489669" rtl="0" eaLnBrk="1" fontAlgn="auto" latinLnBrk="0" hangingPunct="1">
              <a:lnSpc>
                <a:spcPts val="2600"/>
              </a:lnSpc>
              <a:spcBef>
                <a:spcPts val="0"/>
              </a:spcBef>
              <a:spcAft>
                <a:spcPts val="1200"/>
              </a:spcAft>
              <a:buClrTx/>
              <a:buSzTx/>
              <a:buFontTx/>
              <a:buNone/>
              <a:tabLst/>
              <a:defRPr sz="2000" b="0" cap="none" baseline="0">
                <a:solidFill>
                  <a:schemeClr val="bg1"/>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marL="0" marR="0" lvl="0" indent="0" algn="l" defTabSz="3489669" rtl="0" eaLnBrk="1" fontAlgn="auto" latinLnBrk="0" hangingPunct="1">
              <a:lnSpc>
                <a:spcPts val="2600"/>
              </a:lnSpc>
              <a:spcBef>
                <a:spcPts val="0"/>
              </a:spcBef>
              <a:spcAft>
                <a:spcPts val="120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0" b="0" i="0" u="none" strike="noStrike" kern="1200" cap="none" spc="0" normalizeH="0" baseline="0" noProof="0" dirty="0">
                <a:ln>
                  <a:noFill/>
                </a:ln>
                <a:solidFill>
                  <a:prstClr val="white"/>
                </a:solidFill>
                <a:effectLst/>
                <a:uLnTx/>
                <a:uFillTx/>
                <a:latin typeface="Segoe UI Semibold"/>
                <a:ea typeface="+mn-ea"/>
                <a:cs typeface="+mn-cs"/>
              </a:rPr>
            </a:b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0" b="0" i="0" u="none" strike="noStrike" kern="1200" cap="none" spc="0" normalizeH="0" baseline="0" noProof="0" dirty="0">
              <a:ln>
                <a:noFill/>
              </a:ln>
              <a:solidFill>
                <a:prstClr val="white"/>
              </a:solidFill>
              <a:effectLst/>
              <a:uLnTx/>
              <a:uFillTx/>
              <a:latin typeface="Segoe UI Semibold"/>
              <a:ea typeface="+mn-ea"/>
              <a:cs typeface="+mn-cs"/>
            </a:endParaRPr>
          </a:p>
        </p:txBody>
      </p:sp>
      <p:sp>
        <p:nvSpPr>
          <p:cNvPr id="22" name="Textplatzhalter 21"/>
          <p:cNvSpPr>
            <a:spLocks noGrp="1"/>
          </p:cNvSpPr>
          <p:nvPr>
            <p:ph type="body" sz="quarter" idx="31" hasCustomPrompt="1"/>
          </p:nvPr>
        </p:nvSpPr>
        <p:spPr>
          <a:xfrm>
            <a:off x="5003999" y="40175391"/>
            <a:ext cx="9720063" cy="1707608"/>
          </a:xfrm>
        </p:spPr>
        <p:txBody>
          <a:bodyPr>
            <a:no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solidFill>
                  <a:schemeClr val="tx1">
                    <a:lumMod val="75000"/>
                  </a:schemeClr>
                </a:solidFill>
                <a:latin typeface="+mn-lt"/>
              </a:defRPr>
            </a:lvl2pPr>
            <a:lvl3pPr marL="0" indent="0">
              <a:buFontTx/>
              <a:buNone/>
              <a:defRPr sz="2000">
                <a:solidFill>
                  <a:schemeClr val="tx1">
                    <a:lumMod val="75000"/>
                  </a:schemeClr>
                </a:solidFill>
                <a:latin typeface="+mn-lt"/>
              </a:defRPr>
            </a:lvl3pPr>
            <a:lvl4pPr marL="0" indent="0">
              <a:buFontTx/>
              <a:buNone/>
              <a:defRPr sz="2000">
                <a:solidFill>
                  <a:schemeClr val="tx1">
                    <a:lumMod val="75000"/>
                  </a:schemeClr>
                </a:solidFill>
                <a:latin typeface="+mn-lt"/>
              </a:defRPr>
            </a:lvl4pPr>
            <a:lvl5pPr marL="0" indent="0">
              <a:buFontTx/>
              <a:buNone/>
              <a:defRPr sz="2000">
                <a:solidFill>
                  <a:schemeClr val="tx1">
                    <a:lumMod val="75000"/>
                  </a:schemeClr>
                </a:solidFill>
                <a:latin typeface="+mn-lt"/>
              </a:defRPr>
            </a:lvl5pPr>
          </a:lstStyle>
          <a:p>
            <a:pPr lvl="0"/>
            <a:r>
              <a:rPr lang="de-DE" dirty="0"/>
              <a:t>Vorname Nachname und Kontaktdaten eintragen</a:t>
            </a:r>
          </a:p>
        </p:txBody>
      </p:sp>
      <p:sp>
        <p:nvSpPr>
          <p:cNvPr id="38" name="Textfeld 37"/>
          <p:cNvSpPr txBox="1"/>
          <p:nvPr userDrawn="1"/>
        </p:nvSpPr>
        <p:spPr>
          <a:xfrm>
            <a:off x="5003999" y="39457313"/>
            <a:ext cx="2139949" cy="461665"/>
          </a:xfrm>
          <a:prstGeom prst="rect">
            <a:avLst/>
          </a:prstGeom>
          <a:noFill/>
        </p:spPr>
        <p:txBody>
          <a:bodyPr wrap="square" lIns="0" tIns="0" rIns="0" bIns="0" rtlCol="0">
            <a:spAutoFit/>
          </a:bodyPr>
          <a:lstStyle/>
          <a:p>
            <a:pPr marL="0" indent="0">
              <a:buFontTx/>
              <a:buNone/>
            </a:pPr>
            <a:r>
              <a:rPr lang="de-DE" sz="3000" b="1" cap="all" spc="300" baseline="0" dirty="0" err="1">
                <a:solidFill>
                  <a:schemeClr val="tx2"/>
                </a:solidFill>
                <a:latin typeface="+mn-lt"/>
              </a:rPr>
              <a:t>contact</a:t>
            </a:r>
            <a:endParaRPr lang="de-DE" sz="3000" b="1" cap="all" spc="300" baseline="0" dirty="0">
              <a:solidFill>
                <a:schemeClr val="tx2"/>
              </a:solidFill>
              <a:latin typeface="+mn-lt"/>
            </a:endParaRPr>
          </a:p>
        </p:txBody>
      </p:sp>
      <p:sp>
        <p:nvSpPr>
          <p:cNvPr id="28" name="Textplatzhalter 27"/>
          <p:cNvSpPr>
            <a:spLocks noGrp="1"/>
          </p:cNvSpPr>
          <p:nvPr>
            <p:ph type="body" sz="quarter" idx="32"/>
          </p:nvPr>
        </p:nvSpPr>
        <p:spPr>
          <a:xfrm>
            <a:off x="1870074" y="10726738"/>
            <a:ext cx="26509663" cy="3030826"/>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2" name="Textplatzhalter 31"/>
          <p:cNvSpPr>
            <a:spLocks noGrp="1"/>
          </p:cNvSpPr>
          <p:nvPr>
            <p:ph type="body" sz="quarter" idx="33"/>
          </p:nvPr>
        </p:nvSpPr>
        <p:spPr>
          <a:xfrm>
            <a:off x="1870075" y="15247347"/>
            <a:ext cx="12853988" cy="22893913"/>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0" name="Inhaltsplatzhalter 39"/>
          <p:cNvSpPr>
            <a:spLocks noGrp="1"/>
          </p:cNvSpPr>
          <p:nvPr>
            <p:ph sz="quarter" idx="34"/>
          </p:nvPr>
        </p:nvSpPr>
        <p:spPr>
          <a:xfrm>
            <a:off x="15464759" y="15247347"/>
            <a:ext cx="12934950" cy="635359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cxnSp>
        <p:nvCxnSpPr>
          <p:cNvPr id="45" name="Gerader Verbinder 44"/>
          <p:cNvCxnSpPr/>
          <p:nvPr userDrawn="1"/>
        </p:nvCxnSpPr>
        <p:spPr>
          <a:xfrm>
            <a:off x="1077913" y="38738175"/>
            <a:ext cx="28119387"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66" name="Textplatzhalter 15"/>
          <p:cNvSpPr>
            <a:spLocks noGrp="1"/>
          </p:cNvSpPr>
          <p:nvPr>
            <p:ph type="body" sz="quarter" idx="38" hasCustomPrompt="1"/>
          </p:nvPr>
        </p:nvSpPr>
        <p:spPr>
          <a:xfrm>
            <a:off x="15464759" y="29716957"/>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67" name="Inhaltsplatzhalter 39"/>
          <p:cNvSpPr>
            <a:spLocks noGrp="1"/>
          </p:cNvSpPr>
          <p:nvPr>
            <p:ph sz="quarter" idx="39"/>
          </p:nvPr>
        </p:nvSpPr>
        <p:spPr>
          <a:xfrm>
            <a:off x="15464759" y="23090725"/>
            <a:ext cx="12934950" cy="635359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8" name="Textplatzhalter 15"/>
          <p:cNvSpPr>
            <a:spLocks noGrp="1"/>
          </p:cNvSpPr>
          <p:nvPr>
            <p:ph type="body" sz="quarter" idx="40" hasCustomPrompt="1"/>
          </p:nvPr>
        </p:nvSpPr>
        <p:spPr>
          <a:xfrm>
            <a:off x="15464759" y="37932820"/>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69" name="Inhaltsplatzhalter 39"/>
          <p:cNvSpPr>
            <a:spLocks noGrp="1"/>
          </p:cNvSpPr>
          <p:nvPr>
            <p:ph sz="quarter" idx="41"/>
          </p:nvPr>
        </p:nvSpPr>
        <p:spPr>
          <a:xfrm>
            <a:off x="15464759" y="31306588"/>
            <a:ext cx="12934950" cy="635359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1" name="Rechteck 30"/>
          <p:cNvSpPr/>
          <p:nvPr userDrawn="1"/>
        </p:nvSpPr>
        <p:spPr>
          <a:xfrm>
            <a:off x="1870075" y="2495581"/>
            <a:ext cx="19680238" cy="2899378"/>
          </a:xfrm>
          <a:prstGeom prst="rect">
            <a:avLst/>
          </a:prstGeom>
          <a:solidFill>
            <a:schemeClr val="accent3">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Titel 29"/>
          <p:cNvSpPr>
            <a:spLocks noGrp="1"/>
          </p:cNvSpPr>
          <p:nvPr>
            <p:ph type="title"/>
          </p:nvPr>
        </p:nvSpPr>
        <p:spPr>
          <a:xfrm>
            <a:off x="1870076" y="2495583"/>
            <a:ext cx="19680238" cy="2899377"/>
          </a:xfrm>
        </p:spPr>
        <p:txBody>
          <a:bodyPr/>
          <a:lstStyle/>
          <a:p>
            <a:r>
              <a:rPr lang="de-DE" dirty="0"/>
              <a:t>Titelmasterformat durch Klicken bearbeiten</a:t>
            </a:r>
          </a:p>
        </p:txBody>
      </p:sp>
    </p:spTree>
    <p:extLst>
      <p:ext uri="{BB962C8B-B14F-4D97-AF65-F5344CB8AC3E}">
        <p14:creationId xmlns:p14="http://schemas.microsoft.com/office/powerpoint/2010/main" val="492373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mit Fläche, Variante">
    <p:spTree>
      <p:nvGrpSpPr>
        <p:cNvPr id="1" name=""/>
        <p:cNvGrpSpPr/>
        <p:nvPr/>
      </p:nvGrpSpPr>
      <p:grpSpPr>
        <a:xfrm>
          <a:off x="0" y="0"/>
          <a:ext cx="0" cy="0"/>
          <a:chOff x="0" y="0"/>
          <a:chExt cx="0" cy="0"/>
        </a:xfrm>
      </p:grpSpPr>
      <p:sp>
        <p:nvSpPr>
          <p:cNvPr id="19" name="Rechteck 18"/>
          <p:cNvSpPr/>
          <p:nvPr userDrawn="1"/>
        </p:nvSpPr>
        <p:spPr>
          <a:xfrm>
            <a:off x="1077913" y="2977366"/>
            <a:ext cx="20352343" cy="2880000"/>
          </a:xfrm>
          <a:prstGeom prst="rect">
            <a:avLst/>
          </a:prstGeom>
          <a:solidFill>
            <a:schemeClr val="accent3">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Textfeld 26"/>
          <p:cNvSpPr txBox="1"/>
          <p:nvPr userDrawn="1"/>
        </p:nvSpPr>
        <p:spPr>
          <a:xfrm>
            <a:off x="22276160" y="3208009"/>
            <a:ext cx="5309419" cy="461665"/>
          </a:xfrm>
          <a:prstGeom prst="rect">
            <a:avLst/>
          </a:prstGeom>
          <a:noFill/>
        </p:spPr>
        <p:txBody>
          <a:bodyPr wrap="square" lIns="0" tIns="0" rIns="0" bIns="0" rtlCol="0">
            <a:spAutoFit/>
          </a:bodyPr>
          <a:lstStyle/>
          <a:p>
            <a:r>
              <a:rPr lang="de-DE" sz="3000" b="1" spc="300" dirty="0">
                <a:solidFill>
                  <a:schemeClr val="accent3"/>
                </a:solidFill>
                <a:latin typeface="+mn-lt"/>
              </a:rPr>
              <a:t>AUTHOR</a:t>
            </a:r>
          </a:p>
        </p:txBody>
      </p:sp>
      <p:sp>
        <p:nvSpPr>
          <p:cNvPr id="30" name="Titel 29"/>
          <p:cNvSpPr>
            <a:spLocks noGrp="1"/>
          </p:cNvSpPr>
          <p:nvPr>
            <p:ph type="title"/>
          </p:nvPr>
        </p:nvSpPr>
        <p:spPr>
          <a:xfrm>
            <a:off x="1077913" y="2956790"/>
            <a:ext cx="20352344" cy="2880000"/>
          </a:xfrm>
        </p:spPr>
        <p:txBody>
          <a:bodyPr/>
          <a:lstStyle/>
          <a:p>
            <a:r>
              <a:rPr lang="de-DE" dirty="0"/>
              <a:t>Titelmasterformat durch Klicken bearbeiten</a:t>
            </a:r>
          </a:p>
        </p:txBody>
      </p:sp>
      <p:sp>
        <p:nvSpPr>
          <p:cNvPr id="28" name="Textplatzhalter 35"/>
          <p:cNvSpPr>
            <a:spLocks noGrp="1"/>
          </p:cNvSpPr>
          <p:nvPr>
            <p:ph type="body" sz="quarter" idx="10" hasCustomPrompt="1"/>
          </p:nvPr>
        </p:nvSpPr>
        <p:spPr>
          <a:xfrm>
            <a:off x="1870075" y="10726739"/>
            <a:ext cx="12853988" cy="27298704"/>
          </a:xfrm>
        </p:spPr>
        <p:txBody>
          <a:bodyPr/>
          <a:lstStyle>
            <a:lvl4pPr>
              <a:lnSpc>
                <a:spcPts val="3600"/>
              </a:lnSpc>
              <a:defRPr/>
            </a:lvl4pPr>
          </a:lstStyle>
          <a:p>
            <a:pPr lvl="1"/>
            <a:r>
              <a:rPr lang="de-DE" dirty="0"/>
              <a:t>Zweite Ebene</a:t>
            </a:r>
          </a:p>
          <a:p>
            <a:pPr lvl="2"/>
            <a:r>
              <a:rPr lang="de-DE" dirty="0"/>
              <a:t>Dritte Ebene</a:t>
            </a:r>
          </a:p>
          <a:p>
            <a:pPr lvl="3"/>
            <a:r>
              <a:rPr lang="de-DE" dirty="0"/>
              <a:t>Vierte Ebene</a:t>
            </a:r>
          </a:p>
          <a:p>
            <a:pPr lvl="4"/>
            <a:r>
              <a:rPr lang="de-DE" dirty="0"/>
              <a:t>Fünfte Ebene</a:t>
            </a:r>
          </a:p>
        </p:txBody>
      </p:sp>
      <p:sp>
        <p:nvSpPr>
          <p:cNvPr id="40" name="Textfeld 39"/>
          <p:cNvSpPr txBox="1"/>
          <p:nvPr userDrawn="1"/>
        </p:nvSpPr>
        <p:spPr>
          <a:xfrm>
            <a:off x="1870075" y="39928373"/>
            <a:ext cx="2139949" cy="461665"/>
          </a:xfrm>
          <a:prstGeom prst="rect">
            <a:avLst/>
          </a:prstGeom>
          <a:noFill/>
        </p:spPr>
        <p:txBody>
          <a:bodyPr wrap="square" lIns="0" tIns="0" rIns="0" bIns="0" rtlCol="0">
            <a:spAutoFit/>
          </a:bodyPr>
          <a:lstStyle/>
          <a:p>
            <a:pPr marL="0" indent="0">
              <a:buFontTx/>
              <a:buNone/>
            </a:pPr>
            <a:r>
              <a:rPr lang="de-DE" sz="3000" b="1" cap="all" spc="300" baseline="0" dirty="0" err="1">
                <a:solidFill>
                  <a:schemeClr val="tx2"/>
                </a:solidFill>
                <a:latin typeface="+mn-lt"/>
              </a:rPr>
              <a:t>contact</a:t>
            </a:r>
            <a:endParaRPr lang="de-DE" sz="3000" b="1" cap="all" spc="300" baseline="0" dirty="0">
              <a:solidFill>
                <a:schemeClr val="tx2"/>
              </a:solidFill>
              <a:latin typeface="+mn-lt"/>
            </a:endParaRPr>
          </a:p>
        </p:txBody>
      </p:sp>
      <p:cxnSp>
        <p:nvCxnSpPr>
          <p:cNvPr id="41" name="Gerader Verbinder 40"/>
          <p:cNvCxnSpPr/>
          <p:nvPr userDrawn="1"/>
        </p:nvCxnSpPr>
        <p:spPr>
          <a:xfrm>
            <a:off x="1077913" y="39788355"/>
            <a:ext cx="28119387"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2" name="Textplatzhalter 15"/>
          <p:cNvSpPr>
            <a:spLocks noGrp="1"/>
          </p:cNvSpPr>
          <p:nvPr>
            <p:ph type="body" sz="quarter" idx="28" hasCustomPrompt="1"/>
          </p:nvPr>
        </p:nvSpPr>
        <p:spPr>
          <a:xfrm>
            <a:off x="15464759" y="19145286"/>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43" name="Inhaltsplatzhalter 39"/>
          <p:cNvSpPr>
            <a:spLocks noGrp="1"/>
          </p:cNvSpPr>
          <p:nvPr>
            <p:ph sz="quarter" idx="34"/>
          </p:nvPr>
        </p:nvSpPr>
        <p:spPr>
          <a:xfrm>
            <a:off x="15444788" y="10726739"/>
            <a:ext cx="12934950" cy="809051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5" name="Textplatzhalter 15"/>
          <p:cNvSpPr>
            <a:spLocks noGrp="1"/>
          </p:cNvSpPr>
          <p:nvPr>
            <p:ph type="body" sz="quarter" idx="35" hasCustomPrompt="1"/>
          </p:nvPr>
        </p:nvSpPr>
        <p:spPr>
          <a:xfrm>
            <a:off x="15484730" y="28488700"/>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59" name="Inhaltsplatzhalter 39"/>
          <p:cNvSpPr>
            <a:spLocks noGrp="1"/>
          </p:cNvSpPr>
          <p:nvPr>
            <p:ph sz="quarter" idx="36"/>
          </p:nvPr>
        </p:nvSpPr>
        <p:spPr>
          <a:xfrm>
            <a:off x="15464759" y="20070153"/>
            <a:ext cx="12934950" cy="809051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0" name="Textplatzhalter 15"/>
          <p:cNvSpPr>
            <a:spLocks noGrp="1"/>
          </p:cNvSpPr>
          <p:nvPr>
            <p:ph type="body" sz="quarter" idx="37" hasCustomPrompt="1"/>
          </p:nvPr>
        </p:nvSpPr>
        <p:spPr>
          <a:xfrm>
            <a:off x="15504701" y="37832453"/>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61" name="Inhaltsplatzhalter 39"/>
          <p:cNvSpPr>
            <a:spLocks noGrp="1"/>
          </p:cNvSpPr>
          <p:nvPr>
            <p:ph sz="quarter" idx="38"/>
          </p:nvPr>
        </p:nvSpPr>
        <p:spPr>
          <a:xfrm>
            <a:off x="15484730" y="29413906"/>
            <a:ext cx="12934950" cy="809051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2" name="Textplatzhalter 21"/>
          <p:cNvSpPr>
            <a:spLocks noGrp="1"/>
          </p:cNvSpPr>
          <p:nvPr>
            <p:ph type="body" sz="quarter" idx="31" hasCustomPrompt="1"/>
          </p:nvPr>
        </p:nvSpPr>
        <p:spPr>
          <a:xfrm>
            <a:off x="1870075" y="40646451"/>
            <a:ext cx="9720063" cy="1707608"/>
          </a:xfrm>
        </p:spPr>
        <p:txBody>
          <a:bodyPr>
            <a:no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solidFill>
                  <a:schemeClr val="tx1">
                    <a:lumMod val="75000"/>
                  </a:schemeClr>
                </a:solidFill>
                <a:latin typeface="+mn-lt"/>
              </a:defRPr>
            </a:lvl2pPr>
            <a:lvl3pPr marL="0" indent="0">
              <a:buFontTx/>
              <a:buNone/>
              <a:defRPr sz="2000">
                <a:solidFill>
                  <a:schemeClr val="tx1">
                    <a:lumMod val="75000"/>
                  </a:schemeClr>
                </a:solidFill>
                <a:latin typeface="+mn-lt"/>
              </a:defRPr>
            </a:lvl3pPr>
            <a:lvl4pPr marL="0" indent="0">
              <a:buFontTx/>
              <a:buNone/>
              <a:defRPr sz="2000">
                <a:solidFill>
                  <a:schemeClr val="tx1">
                    <a:lumMod val="75000"/>
                  </a:schemeClr>
                </a:solidFill>
                <a:latin typeface="+mn-lt"/>
              </a:defRPr>
            </a:lvl4pPr>
            <a:lvl5pPr marL="0" indent="0">
              <a:buFontTx/>
              <a:buNone/>
              <a:defRPr sz="2000">
                <a:solidFill>
                  <a:schemeClr val="tx1">
                    <a:lumMod val="75000"/>
                  </a:schemeClr>
                </a:solidFill>
                <a:latin typeface="+mn-lt"/>
              </a:defRPr>
            </a:lvl5pPr>
          </a:lstStyle>
          <a:p>
            <a:pPr lvl="0"/>
            <a:r>
              <a:rPr lang="de-DE" dirty="0"/>
              <a:t>Vorname Nachname und Kontaktdaten eintragen</a:t>
            </a:r>
          </a:p>
        </p:txBody>
      </p:sp>
      <p:sp>
        <p:nvSpPr>
          <p:cNvPr id="63" name="Textplatzhalter 15"/>
          <p:cNvSpPr>
            <a:spLocks noGrp="1"/>
          </p:cNvSpPr>
          <p:nvPr>
            <p:ph type="body" sz="quarter" idx="29" hasCustomPrompt="1"/>
          </p:nvPr>
        </p:nvSpPr>
        <p:spPr>
          <a:xfrm>
            <a:off x="22276160" y="3962699"/>
            <a:ext cx="6131740" cy="666849"/>
          </a:xfrm>
        </p:spPr>
        <p:txBody>
          <a:bodyPr/>
          <a:lstStyle>
            <a:lvl1pPr marL="457200" marR="0" indent="-457200" algn="l" defTabSz="3489669" rtl="0" eaLnBrk="1" fontAlgn="auto" latinLnBrk="0" hangingPunct="1">
              <a:lnSpc>
                <a:spcPts val="2600"/>
              </a:lnSpc>
              <a:spcBef>
                <a:spcPts val="0"/>
              </a:spcBef>
              <a:spcAft>
                <a:spcPts val="1200"/>
              </a:spcAft>
              <a:buClrTx/>
              <a:buSzTx/>
              <a:buFontTx/>
              <a:buNone/>
              <a:tabLst/>
              <a:defRPr sz="2000" b="0" baseline="0">
                <a:solidFill>
                  <a:schemeClr val="bg1"/>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marL="0" marR="0" lvl="0" indent="0" algn="l" defTabSz="3489669" rtl="0" eaLnBrk="1" fontAlgn="auto" latinLnBrk="0" hangingPunct="1">
              <a:lnSpc>
                <a:spcPts val="2600"/>
              </a:lnSpc>
              <a:spcBef>
                <a:spcPts val="0"/>
              </a:spcBef>
              <a:spcAft>
                <a:spcPts val="120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0" b="0" i="0" u="none" strike="noStrike" kern="1200" cap="none" spc="0" normalizeH="0" baseline="0" noProof="0" dirty="0">
                <a:ln>
                  <a:noFill/>
                </a:ln>
                <a:solidFill>
                  <a:prstClr val="white"/>
                </a:solidFill>
                <a:effectLst/>
                <a:uLnTx/>
                <a:uFillTx/>
                <a:latin typeface="Segoe UI Semibold"/>
                <a:ea typeface="+mn-ea"/>
                <a:cs typeface="+mn-cs"/>
              </a:rPr>
            </a:b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0" b="0" i="0" u="none" strike="noStrike" kern="1200" cap="none" spc="0" normalizeH="0" baseline="0" noProof="0" dirty="0">
              <a:ln>
                <a:noFill/>
              </a:ln>
              <a:solidFill>
                <a:prstClr val="white"/>
              </a:solidFill>
              <a:effectLst/>
              <a:uLnTx/>
              <a:uFillTx/>
              <a:latin typeface="Segoe UI Semibold"/>
              <a:ea typeface="+mn-ea"/>
              <a:cs typeface="+mn-cs"/>
            </a:endParaRPr>
          </a:p>
        </p:txBody>
      </p:sp>
      <p:sp>
        <p:nvSpPr>
          <p:cNvPr id="8" name="Textfeld 39">
            <a:extLst>
              <a:ext uri="{FF2B5EF4-FFF2-40B4-BE49-F238E27FC236}">
                <a16:creationId xmlns:a16="http://schemas.microsoft.com/office/drawing/2014/main" id="{1C11D200-95D8-542D-5C7F-E7E2C3D26788}"/>
              </a:ext>
            </a:extLst>
          </p:cNvPr>
          <p:cNvSpPr txBox="1"/>
          <p:nvPr userDrawn="1"/>
        </p:nvSpPr>
        <p:spPr>
          <a:xfrm>
            <a:off x="9581436" y="39886919"/>
            <a:ext cx="4017403" cy="461665"/>
          </a:xfrm>
          <a:prstGeom prst="rect">
            <a:avLst/>
          </a:prstGeom>
          <a:noFill/>
        </p:spPr>
        <p:txBody>
          <a:bodyPr wrap="square" lIns="0" tIns="0" rIns="0" bIns="0" rtlCol="0">
            <a:spAutoFit/>
          </a:bodyPr>
          <a:lstStyle/>
          <a:p>
            <a:pPr marL="0" indent="0">
              <a:buFontTx/>
              <a:buNone/>
            </a:pPr>
            <a:r>
              <a:rPr lang="de-DE" sz="3000" b="1" cap="all" spc="300" baseline="0" dirty="0">
                <a:solidFill>
                  <a:schemeClr val="tx2"/>
                </a:solidFill>
                <a:latin typeface="+mn-lt"/>
              </a:rPr>
              <a:t>Key References</a:t>
            </a:r>
          </a:p>
        </p:txBody>
      </p:sp>
      <p:sp>
        <p:nvSpPr>
          <p:cNvPr id="9" name="Textplatzhalter 21">
            <a:extLst>
              <a:ext uri="{FF2B5EF4-FFF2-40B4-BE49-F238E27FC236}">
                <a16:creationId xmlns:a16="http://schemas.microsoft.com/office/drawing/2014/main" id="{9C8AF40A-71FC-BF68-D5FB-DEA1451FDA76}"/>
              </a:ext>
            </a:extLst>
          </p:cNvPr>
          <p:cNvSpPr>
            <a:spLocks noGrp="1"/>
          </p:cNvSpPr>
          <p:nvPr>
            <p:ph type="body" sz="quarter" idx="39" hasCustomPrompt="1"/>
          </p:nvPr>
        </p:nvSpPr>
        <p:spPr>
          <a:xfrm>
            <a:off x="12556097" y="40646451"/>
            <a:ext cx="15883554" cy="1707608"/>
          </a:xfrm>
        </p:spPr>
        <p:txBody>
          <a:bodyPr>
            <a:no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solidFill>
                  <a:schemeClr val="tx1">
                    <a:lumMod val="75000"/>
                  </a:schemeClr>
                </a:solidFill>
                <a:latin typeface="+mn-lt"/>
              </a:defRPr>
            </a:lvl2pPr>
            <a:lvl3pPr marL="0" indent="0">
              <a:buFontTx/>
              <a:buNone/>
              <a:defRPr sz="2000">
                <a:solidFill>
                  <a:schemeClr val="tx1">
                    <a:lumMod val="75000"/>
                  </a:schemeClr>
                </a:solidFill>
                <a:latin typeface="+mn-lt"/>
              </a:defRPr>
            </a:lvl3pPr>
            <a:lvl4pPr marL="0" indent="0">
              <a:buFontTx/>
              <a:buNone/>
              <a:defRPr sz="2000">
                <a:solidFill>
                  <a:schemeClr val="tx1">
                    <a:lumMod val="75000"/>
                  </a:schemeClr>
                </a:solidFill>
                <a:latin typeface="+mn-lt"/>
              </a:defRPr>
            </a:lvl4pPr>
            <a:lvl5pPr marL="0" indent="0">
              <a:buFontTx/>
              <a:buNone/>
              <a:defRPr sz="2000">
                <a:solidFill>
                  <a:schemeClr val="tx1">
                    <a:lumMod val="75000"/>
                  </a:schemeClr>
                </a:solidFill>
                <a:latin typeface="+mn-lt"/>
              </a:defRPr>
            </a:lvl5pPr>
          </a:lstStyle>
          <a:p>
            <a:pPr lvl="0"/>
            <a:r>
              <a:rPr lang="de-DE" dirty="0"/>
              <a:t>Vorname Nachname und Kontaktdaten eintragen</a:t>
            </a:r>
          </a:p>
        </p:txBody>
      </p:sp>
    </p:spTree>
    <p:extLst>
      <p:ext uri="{BB962C8B-B14F-4D97-AF65-F5344CB8AC3E}">
        <p14:creationId xmlns:p14="http://schemas.microsoft.com/office/powerpoint/2010/main" val="1118634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ohne Fläche">
    <p:spTree>
      <p:nvGrpSpPr>
        <p:cNvPr id="1" name=""/>
        <p:cNvGrpSpPr/>
        <p:nvPr/>
      </p:nvGrpSpPr>
      <p:grpSpPr>
        <a:xfrm>
          <a:off x="0" y="0"/>
          <a:ext cx="0" cy="0"/>
          <a:chOff x="0" y="0"/>
          <a:chExt cx="0" cy="0"/>
        </a:xfrm>
      </p:grpSpPr>
      <p:cxnSp>
        <p:nvCxnSpPr>
          <p:cNvPr id="16" name="Gerader Verbinder 15"/>
          <p:cNvCxnSpPr/>
          <p:nvPr userDrawn="1"/>
        </p:nvCxnSpPr>
        <p:spPr>
          <a:xfrm>
            <a:off x="22248813" y="4229100"/>
            <a:ext cx="0" cy="382905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p:cNvCxnSpPr/>
          <p:nvPr userDrawn="1"/>
        </p:nvCxnSpPr>
        <p:spPr>
          <a:xfrm>
            <a:off x="15120122" y="38738175"/>
            <a:ext cx="0" cy="374173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Gerader Verbinder 27"/>
          <p:cNvCxnSpPr/>
          <p:nvPr userDrawn="1"/>
        </p:nvCxnSpPr>
        <p:spPr>
          <a:xfrm>
            <a:off x="15120122" y="38738175"/>
            <a:ext cx="0" cy="374173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Textplatzhalter 27"/>
          <p:cNvSpPr>
            <a:spLocks noGrp="1"/>
          </p:cNvSpPr>
          <p:nvPr>
            <p:ph type="body" sz="quarter" idx="32"/>
          </p:nvPr>
        </p:nvSpPr>
        <p:spPr>
          <a:xfrm>
            <a:off x="1870074" y="9495365"/>
            <a:ext cx="26509663" cy="3098421"/>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2" name="Textplatzhalter 31"/>
          <p:cNvSpPr>
            <a:spLocks noGrp="1"/>
          </p:cNvSpPr>
          <p:nvPr>
            <p:ph type="body" sz="quarter" idx="33"/>
          </p:nvPr>
        </p:nvSpPr>
        <p:spPr>
          <a:xfrm>
            <a:off x="1870075" y="14083569"/>
            <a:ext cx="12853988" cy="22893913"/>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5" name="Textfeld 44"/>
          <p:cNvSpPr txBox="1"/>
          <p:nvPr userDrawn="1"/>
        </p:nvSpPr>
        <p:spPr>
          <a:xfrm>
            <a:off x="23024312" y="4498924"/>
            <a:ext cx="5309419" cy="461665"/>
          </a:xfrm>
          <a:prstGeom prst="rect">
            <a:avLst/>
          </a:prstGeom>
          <a:noFill/>
        </p:spPr>
        <p:txBody>
          <a:bodyPr wrap="square" lIns="0" tIns="0" rIns="0" bIns="0" rtlCol="0">
            <a:spAutoFit/>
          </a:bodyPr>
          <a:lstStyle/>
          <a:p>
            <a:pPr marL="0" lvl="0" indent="0">
              <a:buFontTx/>
              <a:buNone/>
            </a:pPr>
            <a:r>
              <a:rPr lang="de-DE" sz="3000" b="1" spc="300" dirty="0">
                <a:solidFill>
                  <a:schemeClr val="accent3">
                    <a:lumMod val="60000"/>
                    <a:lumOff val="40000"/>
                  </a:schemeClr>
                </a:solidFill>
                <a:latin typeface="+mn-lt"/>
              </a:rPr>
              <a:t>AUTHORS</a:t>
            </a:r>
          </a:p>
        </p:txBody>
      </p:sp>
      <p:sp>
        <p:nvSpPr>
          <p:cNvPr id="46" name="Textplatzhalter 15"/>
          <p:cNvSpPr>
            <a:spLocks noGrp="1"/>
          </p:cNvSpPr>
          <p:nvPr>
            <p:ph type="body" sz="quarter" idx="29" hasCustomPrompt="1"/>
          </p:nvPr>
        </p:nvSpPr>
        <p:spPr>
          <a:xfrm>
            <a:off x="22996150" y="5220000"/>
            <a:ext cx="6131740" cy="666849"/>
          </a:xfrm>
        </p:spPr>
        <p:txBody>
          <a:bodyPr/>
          <a:lstStyle>
            <a:lvl1pPr marL="457200" marR="0" indent="-457200" algn="l" defTabSz="3489669" rtl="0" eaLnBrk="1" fontAlgn="auto" latinLnBrk="0" hangingPunct="1">
              <a:lnSpc>
                <a:spcPts val="2600"/>
              </a:lnSpc>
              <a:spcBef>
                <a:spcPts val="0"/>
              </a:spcBef>
              <a:spcAft>
                <a:spcPts val="1200"/>
              </a:spcAft>
              <a:buClrTx/>
              <a:buSzTx/>
              <a:buFontTx/>
              <a:buNone/>
              <a:tabLst/>
              <a:defRPr sz="2000" b="0" baseline="0">
                <a:solidFill>
                  <a:schemeClr val="bg1"/>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marL="0" marR="0" lvl="0" indent="0" algn="l" defTabSz="3489669" rtl="0" eaLnBrk="1" fontAlgn="auto" latinLnBrk="0" hangingPunct="1">
              <a:lnSpc>
                <a:spcPts val="2600"/>
              </a:lnSpc>
              <a:spcBef>
                <a:spcPts val="0"/>
              </a:spcBef>
              <a:spcAft>
                <a:spcPts val="120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0" b="0" i="0" u="none" strike="noStrike" kern="1200" cap="none" spc="0" normalizeH="0" baseline="0" noProof="0" dirty="0">
                <a:ln>
                  <a:noFill/>
                </a:ln>
                <a:solidFill>
                  <a:prstClr val="white"/>
                </a:solidFill>
                <a:effectLst/>
                <a:uLnTx/>
                <a:uFillTx/>
                <a:latin typeface="Segoe UI Semibold"/>
                <a:ea typeface="+mn-ea"/>
                <a:cs typeface="+mn-cs"/>
              </a:rPr>
            </a:b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0" b="0" i="0" u="none" strike="noStrike" kern="1200" cap="none" spc="0" normalizeH="0" baseline="0" noProof="0" dirty="0">
              <a:ln>
                <a:noFill/>
              </a:ln>
              <a:solidFill>
                <a:prstClr val="white"/>
              </a:solidFill>
              <a:effectLst/>
              <a:uLnTx/>
              <a:uFillTx/>
              <a:latin typeface="Segoe UI Semibold"/>
              <a:ea typeface="+mn-ea"/>
              <a:cs typeface="+mn-cs"/>
            </a:endParaRPr>
          </a:p>
        </p:txBody>
      </p:sp>
      <p:sp>
        <p:nvSpPr>
          <p:cNvPr id="49" name="Bildplatzhalter 2"/>
          <p:cNvSpPr>
            <a:spLocks noGrp="1"/>
          </p:cNvSpPr>
          <p:nvPr>
            <p:ph type="pic" sz="quarter" idx="26" hasCustomPrompt="1"/>
          </p:nvPr>
        </p:nvSpPr>
        <p:spPr>
          <a:xfrm>
            <a:off x="26028128" y="1257300"/>
            <a:ext cx="3165701" cy="1068388"/>
          </a:xfrm>
          <a:solidFill>
            <a:schemeClr val="bg1"/>
          </a:solidFill>
        </p:spPr>
        <p:txBody>
          <a:bodyPr anchor="ctr" anchorCtr="0"/>
          <a:lstStyle>
            <a:lvl1pPr marL="0" marR="0" indent="0" algn="ctr" defTabSz="2267986" rtl="0" eaLnBrk="1" fontAlgn="auto" latinLnBrk="0" hangingPunct="1">
              <a:lnSpc>
                <a:spcPct val="100000"/>
              </a:lnSpc>
              <a:spcBef>
                <a:spcPts val="0"/>
              </a:spcBef>
              <a:spcAft>
                <a:spcPts val="2000"/>
              </a:spcAft>
              <a:buClrTx/>
              <a:buSzTx/>
              <a:buFontTx/>
              <a:buNone/>
              <a:tabLst/>
              <a:defRPr sz="2000" b="0">
                <a:solidFill>
                  <a:schemeClr val="tx1">
                    <a:lumMod val="75000"/>
                  </a:schemeClr>
                </a:solidFill>
                <a:latin typeface="+mn-lt"/>
              </a:defRPr>
            </a:lvl1pPr>
          </a:lstStyle>
          <a:p>
            <a:pPr marL="0" marR="0" lvl="0" indent="0" algn="l" defTabSz="2267986" rtl="0" eaLnBrk="1" fontAlgn="auto" latinLnBrk="0" hangingPunct="1">
              <a:lnSpc>
                <a:spcPct val="100000"/>
              </a:lnSpc>
              <a:spcBef>
                <a:spcPts val="0"/>
              </a:spcBef>
              <a:spcAft>
                <a:spcPts val="2000"/>
              </a:spcAft>
              <a:buClrTx/>
              <a:buSzTx/>
              <a:buFont typeface="+mj-lt"/>
              <a:buNone/>
              <a:tabLst/>
              <a:defRPr/>
            </a:pPr>
            <a:r>
              <a:rPr lang="de-DE" sz="2000" dirty="0">
                <a:solidFill>
                  <a:schemeClr val="tx1">
                    <a:lumMod val="75000"/>
                  </a:schemeClr>
                </a:solidFill>
              </a:rPr>
              <a:t>Evtl. Fremdlogo: immer kleiner als UHOH Logo</a:t>
            </a:r>
          </a:p>
          <a:p>
            <a:endParaRPr lang="de-DE" dirty="0"/>
          </a:p>
        </p:txBody>
      </p:sp>
      <p:sp>
        <p:nvSpPr>
          <p:cNvPr id="51" name="Textplatzhalter 15"/>
          <p:cNvSpPr>
            <a:spLocks noGrp="1"/>
          </p:cNvSpPr>
          <p:nvPr>
            <p:ph type="body" sz="quarter" idx="28" hasCustomPrompt="1"/>
          </p:nvPr>
        </p:nvSpPr>
        <p:spPr>
          <a:xfrm>
            <a:off x="15464759" y="20322258"/>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52" name="Inhaltsplatzhalter 39"/>
          <p:cNvSpPr>
            <a:spLocks noGrp="1"/>
          </p:cNvSpPr>
          <p:nvPr>
            <p:ph sz="quarter" idx="34"/>
          </p:nvPr>
        </p:nvSpPr>
        <p:spPr>
          <a:xfrm>
            <a:off x="15444788" y="14061953"/>
            <a:ext cx="12934950" cy="5774128"/>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7" name="Textplatzhalter 15"/>
          <p:cNvSpPr>
            <a:spLocks noGrp="1"/>
          </p:cNvSpPr>
          <p:nvPr>
            <p:ph type="body" sz="quarter" idx="38" hasCustomPrompt="1"/>
          </p:nvPr>
        </p:nvSpPr>
        <p:spPr>
          <a:xfrm>
            <a:off x="15484730" y="28376739"/>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58" name="Inhaltsplatzhalter 39"/>
          <p:cNvSpPr>
            <a:spLocks noGrp="1"/>
          </p:cNvSpPr>
          <p:nvPr>
            <p:ph sz="quarter" idx="39"/>
          </p:nvPr>
        </p:nvSpPr>
        <p:spPr>
          <a:xfrm>
            <a:off x="15464759" y="22116434"/>
            <a:ext cx="12934950" cy="5774128"/>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9" name="Textplatzhalter 15"/>
          <p:cNvSpPr>
            <a:spLocks noGrp="1"/>
          </p:cNvSpPr>
          <p:nvPr>
            <p:ph type="body" sz="quarter" idx="40" hasCustomPrompt="1"/>
          </p:nvPr>
        </p:nvSpPr>
        <p:spPr>
          <a:xfrm>
            <a:off x="15524672" y="36498473"/>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60" name="Inhaltsplatzhalter 39"/>
          <p:cNvSpPr>
            <a:spLocks noGrp="1"/>
          </p:cNvSpPr>
          <p:nvPr>
            <p:ph sz="quarter" idx="41"/>
          </p:nvPr>
        </p:nvSpPr>
        <p:spPr>
          <a:xfrm>
            <a:off x="15504701" y="30238168"/>
            <a:ext cx="12934950" cy="5774128"/>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4" name="Bildplatzhalter 34"/>
          <p:cNvSpPr>
            <a:spLocks noGrp="1"/>
          </p:cNvSpPr>
          <p:nvPr>
            <p:ph type="pic" sz="quarter" idx="22" hasCustomPrompt="1"/>
          </p:nvPr>
        </p:nvSpPr>
        <p:spPr>
          <a:xfrm>
            <a:off x="15433512" y="39289704"/>
            <a:ext cx="2563022" cy="2593294"/>
          </a:xfrm>
          <a:prstGeom prst="ellipse">
            <a:avLst/>
          </a:prstGeom>
          <a:solidFill>
            <a:schemeClr val="bg1">
              <a:lumMod val="95000"/>
            </a:schemeClr>
          </a:solidFill>
          <a:ln w="38100">
            <a:solidFill>
              <a:schemeClr val="tx2"/>
            </a:solidFill>
          </a:ln>
        </p:spPr>
        <p:txBody>
          <a:bodyPr/>
          <a:lstStyle>
            <a:lvl1pPr marL="0" marR="0" indent="0" algn="l" defTabSz="3489669" rtl="0" eaLnBrk="1" fontAlgn="auto" latinLnBrk="0" hangingPunct="1">
              <a:lnSpc>
                <a:spcPct val="100000"/>
              </a:lnSpc>
              <a:spcBef>
                <a:spcPts val="0"/>
              </a:spcBef>
              <a:spcAft>
                <a:spcPts val="0"/>
              </a:spcAft>
              <a:buClrTx/>
              <a:buSzTx/>
              <a:buFontTx/>
              <a:buNone/>
              <a:tabLst/>
              <a:defRPr/>
            </a:lvl1pPr>
            <a:lvl3pPr marL="0" indent="0">
              <a:buFont typeface="+mj-lt"/>
              <a:buNone/>
              <a:defRPr sz="1800" baseline="0">
                <a:solidFill>
                  <a:schemeClr val="tx1">
                    <a:lumMod val="75000"/>
                  </a:schemeClr>
                </a:solidFill>
                <a:latin typeface="+mn-lt"/>
              </a:defRPr>
            </a:lvl3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Foto einfügen</a:t>
            </a:r>
          </a:p>
          <a:p>
            <a:pPr lvl="2"/>
            <a:endParaRPr lang="de-DE" dirty="0"/>
          </a:p>
        </p:txBody>
      </p:sp>
      <p:sp>
        <p:nvSpPr>
          <p:cNvPr id="56" name="Textfeld 55"/>
          <p:cNvSpPr txBox="1"/>
          <p:nvPr userDrawn="1"/>
        </p:nvSpPr>
        <p:spPr>
          <a:xfrm>
            <a:off x="18664508" y="39457313"/>
            <a:ext cx="2139949" cy="461665"/>
          </a:xfrm>
          <a:prstGeom prst="rect">
            <a:avLst/>
          </a:prstGeom>
          <a:noFill/>
        </p:spPr>
        <p:txBody>
          <a:bodyPr wrap="square" lIns="0" tIns="0" rIns="0" bIns="0" rtlCol="0">
            <a:spAutoFit/>
          </a:bodyPr>
          <a:lstStyle/>
          <a:p>
            <a:pPr marL="0" indent="0">
              <a:buFontTx/>
              <a:buNone/>
            </a:pPr>
            <a:r>
              <a:rPr lang="de-DE" sz="3000" b="1" cap="all" spc="300" baseline="0" dirty="0" err="1">
                <a:solidFill>
                  <a:schemeClr val="tx2"/>
                </a:solidFill>
                <a:latin typeface="+mn-lt"/>
              </a:rPr>
              <a:t>contact</a:t>
            </a:r>
            <a:endParaRPr lang="de-DE" sz="3000" b="1" cap="all" spc="300" baseline="0" dirty="0">
              <a:solidFill>
                <a:schemeClr val="tx2"/>
              </a:solidFill>
              <a:latin typeface="+mn-lt"/>
            </a:endParaRPr>
          </a:p>
        </p:txBody>
      </p:sp>
      <p:sp>
        <p:nvSpPr>
          <p:cNvPr id="61" name="Textplatzhalter 21"/>
          <p:cNvSpPr>
            <a:spLocks noGrp="1"/>
          </p:cNvSpPr>
          <p:nvPr>
            <p:ph type="body" sz="quarter" idx="35" hasCustomPrompt="1"/>
          </p:nvPr>
        </p:nvSpPr>
        <p:spPr>
          <a:xfrm>
            <a:off x="18664508" y="40175390"/>
            <a:ext cx="9720063" cy="1707608"/>
          </a:xfrm>
        </p:spPr>
        <p:txBody>
          <a:bodyPr>
            <a:no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solidFill>
                  <a:schemeClr val="tx1">
                    <a:lumMod val="75000"/>
                  </a:schemeClr>
                </a:solidFill>
                <a:latin typeface="+mn-lt"/>
              </a:defRPr>
            </a:lvl2pPr>
            <a:lvl3pPr marL="0" indent="0">
              <a:buFontTx/>
              <a:buNone/>
              <a:defRPr sz="2000">
                <a:solidFill>
                  <a:schemeClr val="tx1">
                    <a:lumMod val="75000"/>
                  </a:schemeClr>
                </a:solidFill>
                <a:latin typeface="+mn-lt"/>
              </a:defRPr>
            </a:lvl3pPr>
            <a:lvl4pPr marL="0" indent="0">
              <a:buFontTx/>
              <a:buNone/>
              <a:defRPr sz="2000">
                <a:solidFill>
                  <a:schemeClr val="tx1">
                    <a:lumMod val="75000"/>
                  </a:schemeClr>
                </a:solidFill>
                <a:latin typeface="+mn-lt"/>
              </a:defRPr>
            </a:lvl4pPr>
            <a:lvl5pPr marL="0" indent="0">
              <a:buFontTx/>
              <a:buNone/>
              <a:defRPr sz="2000">
                <a:solidFill>
                  <a:schemeClr val="tx1">
                    <a:lumMod val="75000"/>
                  </a:schemeClr>
                </a:solidFill>
                <a:latin typeface="+mn-lt"/>
              </a:defRPr>
            </a:lvl5pPr>
          </a:lstStyle>
          <a:p>
            <a:pPr lvl="0"/>
            <a:r>
              <a:rPr lang="de-DE" dirty="0"/>
              <a:t>Vorname Nachname und Kontaktdaten eintragen</a:t>
            </a:r>
          </a:p>
        </p:txBody>
      </p:sp>
      <p:sp>
        <p:nvSpPr>
          <p:cNvPr id="62" name="Titelplatzhalter 1"/>
          <p:cNvSpPr>
            <a:spLocks noGrp="1"/>
          </p:cNvSpPr>
          <p:nvPr>
            <p:ph type="title"/>
          </p:nvPr>
        </p:nvSpPr>
        <p:spPr>
          <a:xfrm>
            <a:off x="1870074" y="3641000"/>
            <a:ext cx="18853151" cy="4933521"/>
          </a:xfrm>
          <a:prstGeom prst="rect">
            <a:avLst/>
          </a:prstGeom>
        </p:spPr>
        <p:txBody>
          <a:bodyPr vert="horz" lIns="0" tIns="720000" rIns="0" bIns="0" rtlCol="0" anchor="t" anchorCtr="0">
            <a:noAutofit/>
          </a:bodyPr>
          <a:lstStyle>
            <a:lvl1pPr>
              <a:defRPr cap="none" baseline="0">
                <a:solidFill>
                  <a:schemeClr val="accent3">
                    <a:lumMod val="60000"/>
                    <a:lumOff val="40000"/>
                  </a:schemeClr>
                </a:solidFill>
              </a:defRPr>
            </a:lvl1pPr>
          </a:lstStyle>
          <a:p>
            <a:r>
              <a:rPr lang="de-DE" dirty="0"/>
              <a:t>Titel durch Klicken hinzufügen Kisuaheli </a:t>
            </a:r>
            <a:r>
              <a:rPr lang="de-DE" dirty="0" err="1"/>
              <a:t>Nemux</a:t>
            </a:r>
            <a:r>
              <a:rPr lang="de-DE" dirty="0"/>
              <a:t> </a:t>
            </a:r>
            <a:r>
              <a:rPr lang="de-DE" dirty="0" err="1"/>
              <a:t>redn</a:t>
            </a:r>
            <a:r>
              <a:rPr lang="de-DE" dirty="0"/>
              <a:t> </a:t>
            </a:r>
            <a:r>
              <a:rPr lang="de-DE" dirty="0" err="1"/>
              <a:t>lorem</a:t>
            </a:r>
            <a:r>
              <a:rPr lang="de-DE" dirty="0"/>
              <a:t> </a:t>
            </a:r>
            <a:r>
              <a:rPr lang="de-DE" dirty="0" err="1"/>
              <a:t>isimer</a:t>
            </a:r>
            <a:r>
              <a:rPr lang="de-DE" dirty="0"/>
              <a:t> </a:t>
            </a:r>
            <a:r>
              <a:rPr lang="de-DE" dirty="0" err="1"/>
              <a:t>deot</a:t>
            </a:r>
            <a:r>
              <a:rPr lang="de-DE" dirty="0"/>
              <a:t> </a:t>
            </a:r>
            <a:r>
              <a:rPr lang="de-DE" dirty="0" err="1"/>
              <a:t>erlsejr</a:t>
            </a:r>
            <a:r>
              <a:rPr lang="de-DE" dirty="0"/>
              <a:t> </a:t>
            </a:r>
          </a:p>
        </p:txBody>
      </p:sp>
      <p:cxnSp>
        <p:nvCxnSpPr>
          <p:cNvPr id="22" name="Gerader Verbinder 21"/>
          <p:cNvCxnSpPr/>
          <p:nvPr userDrawn="1"/>
        </p:nvCxnSpPr>
        <p:spPr>
          <a:xfrm>
            <a:off x="15484730" y="38738175"/>
            <a:ext cx="12914979"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7535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 ohne Fläche, Variante">
    <p:spTree>
      <p:nvGrpSpPr>
        <p:cNvPr id="1" name=""/>
        <p:cNvGrpSpPr/>
        <p:nvPr/>
      </p:nvGrpSpPr>
      <p:grpSpPr>
        <a:xfrm>
          <a:off x="0" y="0"/>
          <a:ext cx="0" cy="0"/>
          <a:chOff x="0" y="0"/>
          <a:chExt cx="0" cy="0"/>
        </a:xfrm>
      </p:grpSpPr>
      <p:sp>
        <p:nvSpPr>
          <p:cNvPr id="25" name="Titelplatzhalter 1"/>
          <p:cNvSpPr>
            <a:spLocks noGrp="1"/>
          </p:cNvSpPr>
          <p:nvPr userDrawn="1">
            <p:ph type="title"/>
          </p:nvPr>
        </p:nvSpPr>
        <p:spPr>
          <a:xfrm>
            <a:off x="1870074" y="3641000"/>
            <a:ext cx="18853151" cy="4933521"/>
          </a:xfrm>
          <a:prstGeom prst="rect">
            <a:avLst/>
          </a:prstGeom>
        </p:spPr>
        <p:txBody>
          <a:bodyPr vert="horz" lIns="0" tIns="720000" rIns="0" bIns="0" rtlCol="0" anchor="t" anchorCtr="0">
            <a:noAutofit/>
          </a:bodyPr>
          <a:lstStyle>
            <a:lvl1pPr>
              <a:defRPr cap="none" baseline="0">
                <a:solidFill>
                  <a:schemeClr val="accent3">
                    <a:lumMod val="60000"/>
                    <a:lumOff val="40000"/>
                  </a:schemeClr>
                </a:solidFill>
              </a:defRPr>
            </a:lvl1pPr>
          </a:lstStyle>
          <a:p>
            <a:r>
              <a:rPr lang="de-DE" dirty="0"/>
              <a:t>Titel durch Klicken hinzufügen Kisuaheli </a:t>
            </a:r>
            <a:r>
              <a:rPr lang="de-DE" dirty="0" err="1"/>
              <a:t>Nemux</a:t>
            </a:r>
            <a:r>
              <a:rPr lang="de-DE" dirty="0"/>
              <a:t> </a:t>
            </a:r>
            <a:r>
              <a:rPr lang="de-DE" dirty="0" err="1"/>
              <a:t>redn</a:t>
            </a:r>
            <a:r>
              <a:rPr lang="de-DE" dirty="0"/>
              <a:t> </a:t>
            </a:r>
            <a:r>
              <a:rPr lang="de-DE" dirty="0" err="1"/>
              <a:t>lorem</a:t>
            </a:r>
            <a:r>
              <a:rPr lang="de-DE" dirty="0"/>
              <a:t> </a:t>
            </a:r>
            <a:r>
              <a:rPr lang="de-DE" dirty="0" err="1"/>
              <a:t>isimer</a:t>
            </a:r>
            <a:r>
              <a:rPr lang="de-DE" dirty="0"/>
              <a:t> </a:t>
            </a:r>
            <a:r>
              <a:rPr lang="de-DE" dirty="0" err="1"/>
              <a:t>deot</a:t>
            </a:r>
            <a:r>
              <a:rPr lang="de-DE" dirty="0"/>
              <a:t> </a:t>
            </a:r>
            <a:r>
              <a:rPr lang="de-DE" dirty="0" err="1"/>
              <a:t>erlsejr</a:t>
            </a:r>
            <a:r>
              <a:rPr lang="de-DE" dirty="0"/>
              <a:t> </a:t>
            </a:r>
          </a:p>
        </p:txBody>
      </p:sp>
      <p:cxnSp>
        <p:nvCxnSpPr>
          <p:cNvPr id="16" name="Gerader Verbinder 15"/>
          <p:cNvCxnSpPr/>
          <p:nvPr userDrawn="1"/>
        </p:nvCxnSpPr>
        <p:spPr>
          <a:xfrm>
            <a:off x="22248813" y="4229100"/>
            <a:ext cx="0" cy="382905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2" name="Textplatzhalter 31"/>
          <p:cNvSpPr>
            <a:spLocks noGrp="1"/>
          </p:cNvSpPr>
          <p:nvPr>
            <p:ph type="body" sz="quarter" idx="33"/>
          </p:nvPr>
        </p:nvSpPr>
        <p:spPr>
          <a:xfrm>
            <a:off x="1870075" y="9502775"/>
            <a:ext cx="12853988" cy="31970663"/>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5" name="Textfeld 44"/>
          <p:cNvSpPr txBox="1"/>
          <p:nvPr userDrawn="1"/>
        </p:nvSpPr>
        <p:spPr>
          <a:xfrm>
            <a:off x="23024312" y="4498924"/>
            <a:ext cx="5309419" cy="461665"/>
          </a:xfrm>
          <a:prstGeom prst="rect">
            <a:avLst/>
          </a:prstGeom>
          <a:noFill/>
        </p:spPr>
        <p:txBody>
          <a:bodyPr wrap="square" lIns="0" tIns="0" rIns="0" bIns="0" rtlCol="0">
            <a:spAutoFit/>
          </a:bodyPr>
          <a:lstStyle/>
          <a:p>
            <a:pPr marL="0" lvl="0" indent="0">
              <a:buFontTx/>
              <a:buNone/>
            </a:pPr>
            <a:r>
              <a:rPr lang="de-DE" sz="3000" b="1" spc="300" dirty="0">
                <a:solidFill>
                  <a:schemeClr val="accent3">
                    <a:lumMod val="60000"/>
                    <a:lumOff val="40000"/>
                  </a:schemeClr>
                </a:solidFill>
                <a:latin typeface="+mn-lt"/>
              </a:rPr>
              <a:t>AUTHORS</a:t>
            </a:r>
          </a:p>
        </p:txBody>
      </p:sp>
      <p:sp>
        <p:nvSpPr>
          <p:cNvPr id="27" name="Bildplatzhalter 2"/>
          <p:cNvSpPr>
            <a:spLocks noGrp="1"/>
          </p:cNvSpPr>
          <p:nvPr>
            <p:ph type="pic" sz="quarter" idx="26" hasCustomPrompt="1"/>
          </p:nvPr>
        </p:nvSpPr>
        <p:spPr>
          <a:xfrm>
            <a:off x="22248814" y="1006475"/>
            <a:ext cx="6945016" cy="1582738"/>
          </a:xfrm>
          <a:solidFill>
            <a:schemeClr val="bg1"/>
          </a:solidFill>
        </p:spPr>
        <p:txBody>
          <a:bodyPr anchor="ctr" anchorCtr="0"/>
          <a:lstStyle>
            <a:lvl1pPr marL="0" marR="0" indent="0" algn="ctr" defTabSz="2267986" rtl="0" eaLnBrk="1" fontAlgn="auto" latinLnBrk="0" hangingPunct="1">
              <a:lnSpc>
                <a:spcPct val="100000"/>
              </a:lnSpc>
              <a:spcBef>
                <a:spcPts val="0"/>
              </a:spcBef>
              <a:spcAft>
                <a:spcPts val="2000"/>
              </a:spcAft>
              <a:buClrTx/>
              <a:buSzTx/>
              <a:buFontTx/>
              <a:buNone/>
              <a:tabLst/>
              <a:defRPr sz="2000" b="0">
                <a:solidFill>
                  <a:schemeClr val="tx1">
                    <a:lumMod val="75000"/>
                  </a:schemeClr>
                </a:solidFill>
                <a:latin typeface="+mn-lt"/>
              </a:defRPr>
            </a:lvl1pPr>
          </a:lstStyle>
          <a:p>
            <a:pPr marL="0" marR="0" lvl="0" indent="0" algn="l" defTabSz="2267986" rtl="0" eaLnBrk="1" fontAlgn="auto" latinLnBrk="0" hangingPunct="1">
              <a:lnSpc>
                <a:spcPct val="100000"/>
              </a:lnSpc>
              <a:spcBef>
                <a:spcPts val="0"/>
              </a:spcBef>
              <a:spcAft>
                <a:spcPts val="2000"/>
              </a:spcAft>
              <a:buClrTx/>
              <a:buSzTx/>
              <a:buFont typeface="+mj-lt"/>
              <a:buNone/>
              <a:tabLst/>
              <a:defRPr/>
            </a:pPr>
            <a:r>
              <a:rPr lang="de-DE" sz="2000" dirty="0">
                <a:solidFill>
                  <a:schemeClr val="tx1">
                    <a:lumMod val="75000"/>
                  </a:schemeClr>
                </a:solidFill>
              </a:rPr>
              <a:t>Evtl. Fremdlogo: immer kleiner als UHOH Logo</a:t>
            </a:r>
          </a:p>
          <a:p>
            <a:endParaRPr lang="de-DE" dirty="0"/>
          </a:p>
        </p:txBody>
      </p:sp>
      <p:sp>
        <p:nvSpPr>
          <p:cNvPr id="31" name="Textplatzhalter 15"/>
          <p:cNvSpPr>
            <a:spLocks noGrp="1"/>
          </p:cNvSpPr>
          <p:nvPr>
            <p:ph type="body" sz="quarter" idx="28" hasCustomPrompt="1"/>
          </p:nvPr>
        </p:nvSpPr>
        <p:spPr>
          <a:xfrm>
            <a:off x="15464759" y="17957109"/>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33" name="Inhaltsplatzhalter 39"/>
          <p:cNvSpPr>
            <a:spLocks noGrp="1"/>
          </p:cNvSpPr>
          <p:nvPr>
            <p:ph sz="quarter" idx="34"/>
          </p:nvPr>
        </p:nvSpPr>
        <p:spPr>
          <a:xfrm>
            <a:off x="15444788" y="9538562"/>
            <a:ext cx="12934950" cy="809051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6" name="Textplatzhalter 15"/>
          <p:cNvSpPr>
            <a:spLocks noGrp="1"/>
          </p:cNvSpPr>
          <p:nvPr>
            <p:ph type="body" sz="quarter" idx="36" hasCustomPrompt="1"/>
          </p:nvPr>
        </p:nvSpPr>
        <p:spPr>
          <a:xfrm>
            <a:off x="15484730" y="27742978"/>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47" name="Inhaltsplatzhalter 39"/>
          <p:cNvSpPr>
            <a:spLocks noGrp="1"/>
          </p:cNvSpPr>
          <p:nvPr>
            <p:ph sz="quarter" idx="37"/>
          </p:nvPr>
        </p:nvSpPr>
        <p:spPr>
          <a:xfrm>
            <a:off x="15464759" y="19324431"/>
            <a:ext cx="12934950" cy="809051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8" name="Textplatzhalter 15"/>
          <p:cNvSpPr>
            <a:spLocks noGrp="1"/>
          </p:cNvSpPr>
          <p:nvPr>
            <p:ph type="body" sz="quarter" idx="38" hasCustomPrompt="1"/>
          </p:nvPr>
        </p:nvSpPr>
        <p:spPr>
          <a:xfrm>
            <a:off x="15504701" y="37529186"/>
            <a:ext cx="12934950" cy="333425"/>
          </a:xfrm>
        </p:spPr>
        <p:txBody>
          <a:bodyPr>
            <a:sp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lvl="0"/>
            <a:r>
              <a:rPr lang="de-DE" dirty="0"/>
              <a:t>Bildunterschrift</a:t>
            </a:r>
          </a:p>
        </p:txBody>
      </p:sp>
      <p:sp>
        <p:nvSpPr>
          <p:cNvPr id="49" name="Inhaltsplatzhalter 39"/>
          <p:cNvSpPr>
            <a:spLocks noGrp="1"/>
          </p:cNvSpPr>
          <p:nvPr>
            <p:ph sz="quarter" idx="39"/>
          </p:nvPr>
        </p:nvSpPr>
        <p:spPr>
          <a:xfrm>
            <a:off x="15484730" y="29110639"/>
            <a:ext cx="12934950" cy="8090515"/>
          </a:xfrm>
        </p:spPr>
        <p:txBody>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0" name="Textplatzhalter 15"/>
          <p:cNvSpPr>
            <a:spLocks noGrp="1"/>
          </p:cNvSpPr>
          <p:nvPr>
            <p:ph type="body" sz="quarter" idx="29" hasCustomPrompt="1"/>
          </p:nvPr>
        </p:nvSpPr>
        <p:spPr>
          <a:xfrm>
            <a:off x="22996150" y="5220000"/>
            <a:ext cx="6131740" cy="666849"/>
          </a:xfrm>
        </p:spPr>
        <p:txBody>
          <a:bodyPr/>
          <a:lstStyle>
            <a:lvl1pPr marL="457200" marR="0" indent="-457200" algn="l" defTabSz="3489669" rtl="0" eaLnBrk="1" fontAlgn="auto" latinLnBrk="0" hangingPunct="1">
              <a:lnSpc>
                <a:spcPts val="2600"/>
              </a:lnSpc>
              <a:spcBef>
                <a:spcPts val="0"/>
              </a:spcBef>
              <a:spcAft>
                <a:spcPts val="1200"/>
              </a:spcAft>
              <a:buClrTx/>
              <a:buSzTx/>
              <a:buFontTx/>
              <a:buNone/>
              <a:tabLst/>
              <a:defRPr sz="2000" b="0" baseline="0">
                <a:solidFill>
                  <a:schemeClr val="bg1"/>
                </a:solidFill>
                <a:latin typeface="+mn-lt"/>
              </a:defRPr>
            </a:lvl1pPr>
            <a:lvl2pPr marL="0" indent="0">
              <a:buFontTx/>
              <a:buNone/>
              <a:defRPr sz="2000"/>
            </a:lvl2pPr>
            <a:lvl3pPr>
              <a:buFontTx/>
              <a:buNone/>
              <a:defRPr sz="2000"/>
            </a:lvl3pPr>
            <a:lvl4pPr>
              <a:buFontTx/>
              <a:buNone/>
              <a:defRPr sz="2000"/>
            </a:lvl4pPr>
            <a:lvl5pPr>
              <a:buFontTx/>
              <a:buNone/>
              <a:defRPr sz="2000"/>
            </a:lvl5pPr>
          </a:lstStyle>
          <a:p>
            <a:pPr marL="0" marR="0" lvl="0" indent="0" algn="l" defTabSz="3489669" rtl="0" eaLnBrk="1" fontAlgn="auto" latinLnBrk="0" hangingPunct="1">
              <a:lnSpc>
                <a:spcPts val="2600"/>
              </a:lnSpc>
              <a:spcBef>
                <a:spcPts val="0"/>
              </a:spcBef>
              <a:spcAft>
                <a:spcPts val="120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Name Author</a:t>
            </a:r>
            <a:br>
              <a:rPr kumimoji="0" lang="en-US" sz="2000" b="0" i="0" u="none" strike="noStrike" kern="1200" cap="none" spc="0" normalizeH="0" baseline="0" noProof="0" dirty="0">
                <a:ln>
                  <a:noFill/>
                </a:ln>
                <a:solidFill>
                  <a:prstClr val="white"/>
                </a:solidFill>
                <a:effectLst/>
                <a:uLnTx/>
                <a:uFillTx/>
                <a:latin typeface="Segoe UI Semibold"/>
                <a:ea typeface="+mn-ea"/>
                <a:cs typeface="+mn-cs"/>
              </a:rPr>
            </a:br>
            <a:r>
              <a:rPr kumimoji="0" lang="en-US" sz="2000" b="0" i="0" u="none" strike="noStrike" kern="1200" cap="none" spc="0" normalizeH="0" baseline="0" noProof="0" dirty="0">
                <a:ln>
                  <a:noFill/>
                </a:ln>
                <a:solidFill>
                  <a:prstClr val="white"/>
                </a:solidFill>
                <a:effectLst/>
                <a:uLnTx/>
                <a:uFillTx/>
                <a:latin typeface="Segoe UI Semibold"/>
                <a:ea typeface="+mn-ea"/>
                <a:cs typeface="+mn-cs"/>
              </a:rPr>
              <a:t>and Department</a:t>
            </a:r>
            <a:endParaRPr kumimoji="0" lang="de-DE" sz="2000" b="0" i="0" u="none" strike="noStrike" kern="1200" cap="none" spc="0" normalizeH="0" baseline="0" noProof="0" dirty="0">
              <a:ln>
                <a:noFill/>
              </a:ln>
              <a:solidFill>
                <a:prstClr val="white"/>
              </a:solidFill>
              <a:effectLst/>
              <a:uLnTx/>
              <a:uFillTx/>
              <a:latin typeface="Segoe UI Semibold"/>
              <a:ea typeface="+mn-ea"/>
              <a:cs typeface="+mn-cs"/>
            </a:endParaRPr>
          </a:p>
        </p:txBody>
      </p:sp>
      <p:cxnSp>
        <p:nvCxnSpPr>
          <p:cNvPr id="41" name="Gerader Verbinder 40"/>
          <p:cNvCxnSpPr/>
          <p:nvPr userDrawn="1"/>
        </p:nvCxnSpPr>
        <p:spPr>
          <a:xfrm>
            <a:off x="15061150" y="38738175"/>
            <a:ext cx="0" cy="3741738"/>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Textfeld 42"/>
          <p:cNvSpPr txBox="1"/>
          <p:nvPr userDrawn="1"/>
        </p:nvSpPr>
        <p:spPr>
          <a:xfrm>
            <a:off x="15444788" y="39457313"/>
            <a:ext cx="6105525" cy="461665"/>
          </a:xfrm>
          <a:prstGeom prst="rect">
            <a:avLst/>
          </a:prstGeom>
          <a:noFill/>
        </p:spPr>
        <p:txBody>
          <a:bodyPr wrap="square" lIns="0" tIns="0" rIns="0" bIns="0" rtlCol="0">
            <a:spAutoFit/>
          </a:bodyPr>
          <a:lstStyle/>
          <a:p>
            <a:pPr marL="0" indent="0">
              <a:buFontTx/>
              <a:buNone/>
            </a:pPr>
            <a:r>
              <a:rPr lang="de-DE" sz="3000" b="1" cap="all" spc="300" baseline="0" dirty="0">
                <a:solidFill>
                  <a:schemeClr val="tx2"/>
                </a:solidFill>
                <a:latin typeface="+mn-lt"/>
              </a:rPr>
              <a:t>Partner</a:t>
            </a:r>
          </a:p>
        </p:txBody>
      </p:sp>
      <p:sp>
        <p:nvSpPr>
          <p:cNvPr id="46" name="Bildplatzhalter 16"/>
          <p:cNvSpPr>
            <a:spLocks noGrp="1"/>
          </p:cNvSpPr>
          <p:nvPr>
            <p:ph type="pic" sz="quarter" idx="18" hasCustomPrompt="1"/>
          </p:nvPr>
        </p:nvSpPr>
        <p:spPr>
          <a:xfrm>
            <a:off x="15444788" y="40061091"/>
            <a:ext cx="2160000" cy="1440000"/>
          </a:xfrm>
          <a:noFill/>
        </p:spPr>
        <p:txBody>
          <a:bodyPr/>
          <a:lstStyle>
            <a:lvl1pPr marL="0" marR="0" indent="0" algn="l" defTabSz="3489669" rtl="0" eaLnBrk="1" fontAlgn="auto" latinLnBrk="0" hangingPunct="1">
              <a:lnSpc>
                <a:spcPct val="100000"/>
              </a:lnSpc>
              <a:spcBef>
                <a:spcPts val="0"/>
              </a:spcBef>
              <a:spcAft>
                <a:spcPts val="0"/>
              </a:spcAft>
              <a:buClrTx/>
              <a:buSzTx/>
              <a:buFontTx/>
              <a:buNone/>
              <a:tabLst/>
              <a:defRPr sz="2000"/>
            </a:lvl1pPr>
            <a:lvl2pPr marL="0" indent="0">
              <a:buFontTx/>
              <a:buNone/>
              <a:defRPr/>
            </a:lvl2pPr>
            <a:lvl4pPr marL="0" indent="0">
              <a:buFontTx/>
              <a:buNone/>
              <a:defRPr sz="2000">
                <a:solidFill>
                  <a:schemeClr val="tx1">
                    <a:lumMod val="75000"/>
                  </a:schemeClr>
                </a:solidFill>
                <a:latin typeface="+mn-lt"/>
              </a:defRPr>
            </a:lvl4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1" name="Bildplatzhalter 16"/>
          <p:cNvSpPr>
            <a:spLocks noGrp="1"/>
          </p:cNvSpPr>
          <p:nvPr>
            <p:ph type="pic" sz="quarter" idx="19" hasCustomPrompt="1"/>
          </p:nvPr>
        </p:nvSpPr>
        <p:spPr>
          <a:xfrm>
            <a:off x="19033263" y="40061091"/>
            <a:ext cx="2160000" cy="1440000"/>
          </a:xfrm>
          <a:noFill/>
        </p:spPr>
        <p:txBody>
          <a:bodyPr/>
          <a:lstStyle>
            <a:lvl1pPr marL="0" marR="0" indent="0" algn="l" defTabSz="3489669" rtl="0" eaLnBrk="1" fontAlgn="auto" latinLnBrk="0" hangingPunct="1">
              <a:lnSpc>
                <a:spcPct val="100000"/>
              </a:lnSpc>
              <a:spcBef>
                <a:spcPts val="0"/>
              </a:spcBef>
              <a:spcAft>
                <a:spcPts val="0"/>
              </a:spcAft>
              <a:buClrTx/>
              <a:buSzTx/>
              <a:buFontTx/>
              <a:buNone/>
              <a:tabLst/>
              <a:defRPr sz="2000"/>
            </a:lvl1pPr>
            <a:lvl2pPr marL="0" indent="0">
              <a:buFontTx/>
              <a:buNone/>
              <a:defRPr/>
            </a:lvl2pPr>
            <a:lvl4pPr marL="0" indent="0">
              <a:buFontTx/>
              <a:buNone/>
              <a:defRPr sz="2000">
                <a:solidFill>
                  <a:schemeClr val="tx1">
                    <a:lumMod val="75000"/>
                  </a:schemeClr>
                </a:solidFill>
                <a:latin typeface="+mn-lt"/>
              </a:defRPr>
            </a:lvl4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2" name="Bildplatzhalter 16"/>
          <p:cNvSpPr>
            <a:spLocks noGrp="1"/>
          </p:cNvSpPr>
          <p:nvPr>
            <p:ph type="pic" sz="quarter" idx="20" hasCustomPrompt="1"/>
          </p:nvPr>
        </p:nvSpPr>
        <p:spPr>
          <a:xfrm>
            <a:off x="22621738" y="40061091"/>
            <a:ext cx="2160000" cy="1440000"/>
          </a:xfrm>
          <a:noFill/>
        </p:spPr>
        <p:txBody>
          <a:bodyPr/>
          <a:lstStyle>
            <a:lvl1pPr marL="0" marR="0" indent="0" algn="l" defTabSz="3489669" rtl="0" eaLnBrk="1" fontAlgn="auto" latinLnBrk="0" hangingPunct="1">
              <a:lnSpc>
                <a:spcPct val="100000"/>
              </a:lnSpc>
              <a:spcBef>
                <a:spcPts val="0"/>
              </a:spcBef>
              <a:spcAft>
                <a:spcPts val="0"/>
              </a:spcAft>
              <a:buClrTx/>
              <a:buSzTx/>
              <a:buFontTx/>
              <a:buNone/>
              <a:tabLst/>
              <a:defRPr sz="2000"/>
            </a:lvl1pPr>
            <a:lvl2pPr marL="0" indent="0">
              <a:buFontTx/>
              <a:buNone/>
              <a:defRPr/>
            </a:lvl2pPr>
            <a:lvl4pPr marL="0" indent="0">
              <a:buFontTx/>
              <a:buNone/>
              <a:defRPr sz="2000">
                <a:solidFill>
                  <a:schemeClr val="tx1">
                    <a:lumMod val="75000"/>
                  </a:schemeClr>
                </a:solidFill>
                <a:latin typeface="+mn-lt"/>
              </a:defRPr>
            </a:lvl4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3" name="Bildplatzhalter 16"/>
          <p:cNvSpPr>
            <a:spLocks noGrp="1"/>
          </p:cNvSpPr>
          <p:nvPr>
            <p:ph type="pic" sz="quarter" idx="21" hasCustomPrompt="1"/>
          </p:nvPr>
        </p:nvSpPr>
        <p:spPr>
          <a:xfrm>
            <a:off x="26210212" y="40061091"/>
            <a:ext cx="2160000" cy="1440000"/>
          </a:xfrm>
          <a:noFill/>
        </p:spPr>
        <p:txBody>
          <a:bodyPr/>
          <a:lstStyle>
            <a:lvl1pPr marL="0" marR="0" indent="0" algn="l" defTabSz="3489669" rtl="0" eaLnBrk="1" fontAlgn="auto" latinLnBrk="0" hangingPunct="1">
              <a:lnSpc>
                <a:spcPct val="100000"/>
              </a:lnSpc>
              <a:spcBef>
                <a:spcPts val="0"/>
              </a:spcBef>
              <a:spcAft>
                <a:spcPts val="0"/>
              </a:spcAft>
              <a:buClrTx/>
              <a:buSzTx/>
              <a:buFontTx/>
              <a:buNone/>
              <a:tabLst/>
              <a:defRPr sz="2000"/>
            </a:lvl1pPr>
            <a:lvl2pPr marL="0" indent="0">
              <a:buFontTx/>
              <a:buNone/>
              <a:defRPr/>
            </a:lvl2pPr>
            <a:lvl4pPr marL="0" indent="0">
              <a:buFontTx/>
              <a:buNone/>
              <a:defRPr sz="2000">
                <a:solidFill>
                  <a:schemeClr val="tx1">
                    <a:lumMod val="75000"/>
                  </a:schemeClr>
                </a:solidFill>
                <a:latin typeface="+mn-lt"/>
              </a:defRPr>
            </a:lvl4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Partnerlogo einfügen</a:t>
            </a:r>
          </a:p>
          <a:p>
            <a:pPr lvl="3"/>
            <a:endParaRPr lang="de-DE" dirty="0"/>
          </a:p>
        </p:txBody>
      </p:sp>
      <p:sp>
        <p:nvSpPr>
          <p:cNvPr id="54" name="Bildplatzhalter 34"/>
          <p:cNvSpPr>
            <a:spLocks noGrp="1"/>
          </p:cNvSpPr>
          <p:nvPr>
            <p:ph type="pic" sz="quarter" idx="22" hasCustomPrompt="1"/>
          </p:nvPr>
        </p:nvSpPr>
        <p:spPr>
          <a:xfrm>
            <a:off x="1773003" y="39289704"/>
            <a:ext cx="2563022" cy="2593294"/>
          </a:xfrm>
          <a:prstGeom prst="ellipse">
            <a:avLst/>
          </a:prstGeom>
          <a:solidFill>
            <a:schemeClr val="bg1">
              <a:lumMod val="95000"/>
            </a:schemeClr>
          </a:solidFill>
          <a:ln w="38100">
            <a:solidFill>
              <a:schemeClr val="tx2"/>
            </a:solidFill>
          </a:ln>
        </p:spPr>
        <p:txBody>
          <a:bodyPr/>
          <a:lstStyle>
            <a:lvl1pPr marL="0" marR="0" indent="0" algn="l" defTabSz="3489669" rtl="0" eaLnBrk="1" fontAlgn="auto" latinLnBrk="0" hangingPunct="1">
              <a:lnSpc>
                <a:spcPct val="100000"/>
              </a:lnSpc>
              <a:spcBef>
                <a:spcPts val="0"/>
              </a:spcBef>
              <a:spcAft>
                <a:spcPts val="0"/>
              </a:spcAft>
              <a:buClrTx/>
              <a:buSzTx/>
              <a:buFontTx/>
              <a:buNone/>
              <a:tabLst/>
              <a:defRPr/>
            </a:lvl1pPr>
            <a:lvl3pPr marL="0" indent="0">
              <a:buFont typeface="+mj-lt"/>
              <a:buNone/>
              <a:defRPr sz="1800" baseline="0">
                <a:solidFill>
                  <a:schemeClr val="tx1">
                    <a:lumMod val="75000"/>
                  </a:schemeClr>
                </a:solidFill>
                <a:latin typeface="+mn-lt"/>
              </a:defRPr>
            </a:lvl3pPr>
          </a:lstStyle>
          <a:p>
            <a:pPr marL="0" marR="0" lvl="0" indent="0" algn="l" defTabSz="3489669" rtl="0" eaLnBrk="1" fontAlgn="auto" latinLnBrk="0" hangingPunct="1">
              <a:lnSpc>
                <a:spcPct val="100000"/>
              </a:lnSpc>
              <a:spcBef>
                <a:spcPts val="0"/>
              </a:spcBef>
              <a:spcAft>
                <a:spcPts val="0"/>
              </a:spcAft>
              <a:buClrTx/>
              <a:buSzTx/>
              <a:buFontTx/>
              <a:buNone/>
              <a:tabLst/>
              <a:defRPr/>
            </a:pPr>
            <a:r>
              <a:rPr kumimoji="0" lang="de-DE" sz="2000" b="0" i="0" u="none" strike="noStrike" kern="1200" cap="none" spc="0" normalizeH="0" baseline="0" noProof="0" dirty="0">
                <a:ln>
                  <a:noFill/>
                </a:ln>
                <a:solidFill>
                  <a:srgbClr val="525250">
                    <a:lumMod val="75000"/>
                  </a:srgbClr>
                </a:solidFill>
                <a:effectLst/>
                <a:uLnTx/>
                <a:uFillTx/>
                <a:latin typeface="+mn-lt"/>
                <a:ea typeface="+mn-ea"/>
                <a:cs typeface="+mn-cs"/>
              </a:rPr>
              <a:t>Foto einfügen</a:t>
            </a:r>
          </a:p>
          <a:p>
            <a:pPr lvl="2"/>
            <a:endParaRPr lang="de-DE" dirty="0"/>
          </a:p>
        </p:txBody>
      </p:sp>
      <p:sp>
        <p:nvSpPr>
          <p:cNvPr id="55" name="Textplatzhalter 21"/>
          <p:cNvSpPr>
            <a:spLocks noGrp="1"/>
          </p:cNvSpPr>
          <p:nvPr>
            <p:ph type="body" sz="quarter" idx="31" hasCustomPrompt="1"/>
          </p:nvPr>
        </p:nvSpPr>
        <p:spPr>
          <a:xfrm>
            <a:off x="5003999" y="40175391"/>
            <a:ext cx="9720063" cy="1707608"/>
          </a:xfrm>
        </p:spPr>
        <p:txBody>
          <a:bodyPr>
            <a:noAutofit/>
          </a:bodyPr>
          <a:lstStyle>
            <a:lvl1pPr marL="0" indent="0">
              <a:lnSpc>
                <a:spcPts val="2600"/>
              </a:lnSpc>
              <a:spcAft>
                <a:spcPts val="1200"/>
              </a:spcAft>
              <a:buFontTx/>
              <a:buNone/>
              <a:defRPr sz="2000" b="0" cap="none" baseline="0">
                <a:solidFill>
                  <a:schemeClr val="tx1">
                    <a:lumMod val="75000"/>
                  </a:schemeClr>
                </a:solidFill>
                <a:latin typeface="+mn-lt"/>
              </a:defRPr>
            </a:lvl1pPr>
            <a:lvl2pPr marL="0" indent="0">
              <a:buFontTx/>
              <a:buNone/>
              <a:defRPr sz="2000">
                <a:solidFill>
                  <a:schemeClr val="tx1">
                    <a:lumMod val="75000"/>
                  </a:schemeClr>
                </a:solidFill>
                <a:latin typeface="+mn-lt"/>
              </a:defRPr>
            </a:lvl2pPr>
            <a:lvl3pPr marL="0" indent="0">
              <a:buFontTx/>
              <a:buNone/>
              <a:defRPr sz="2000">
                <a:solidFill>
                  <a:schemeClr val="tx1">
                    <a:lumMod val="75000"/>
                  </a:schemeClr>
                </a:solidFill>
                <a:latin typeface="+mn-lt"/>
              </a:defRPr>
            </a:lvl3pPr>
            <a:lvl4pPr marL="0" indent="0">
              <a:buFontTx/>
              <a:buNone/>
              <a:defRPr sz="2000">
                <a:solidFill>
                  <a:schemeClr val="tx1">
                    <a:lumMod val="75000"/>
                  </a:schemeClr>
                </a:solidFill>
                <a:latin typeface="+mn-lt"/>
              </a:defRPr>
            </a:lvl4pPr>
            <a:lvl5pPr marL="0" indent="0">
              <a:buFontTx/>
              <a:buNone/>
              <a:defRPr sz="2000">
                <a:solidFill>
                  <a:schemeClr val="tx1">
                    <a:lumMod val="75000"/>
                  </a:schemeClr>
                </a:solidFill>
                <a:latin typeface="+mn-lt"/>
              </a:defRPr>
            </a:lvl5pPr>
          </a:lstStyle>
          <a:p>
            <a:pPr lvl="0"/>
            <a:r>
              <a:rPr lang="de-DE" dirty="0"/>
              <a:t>Vorname Nachname und Kontaktdaten eintragen</a:t>
            </a:r>
          </a:p>
        </p:txBody>
      </p:sp>
      <p:sp>
        <p:nvSpPr>
          <p:cNvPr id="56" name="Textfeld 55"/>
          <p:cNvSpPr txBox="1"/>
          <p:nvPr userDrawn="1"/>
        </p:nvSpPr>
        <p:spPr>
          <a:xfrm>
            <a:off x="5003999" y="39457313"/>
            <a:ext cx="2139949" cy="461665"/>
          </a:xfrm>
          <a:prstGeom prst="rect">
            <a:avLst/>
          </a:prstGeom>
          <a:noFill/>
        </p:spPr>
        <p:txBody>
          <a:bodyPr wrap="square" lIns="0" tIns="0" rIns="0" bIns="0" rtlCol="0">
            <a:spAutoFit/>
          </a:bodyPr>
          <a:lstStyle/>
          <a:p>
            <a:pPr marL="0" indent="0">
              <a:buFontTx/>
              <a:buNone/>
            </a:pPr>
            <a:r>
              <a:rPr lang="de-DE" sz="3000" b="1" cap="all" spc="300" baseline="0" dirty="0" err="1">
                <a:solidFill>
                  <a:schemeClr val="tx2"/>
                </a:solidFill>
                <a:latin typeface="+mn-lt"/>
              </a:rPr>
              <a:t>contact</a:t>
            </a:r>
            <a:endParaRPr lang="de-DE" sz="3000" b="1" cap="all" spc="300" baseline="0" dirty="0">
              <a:solidFill>
                <a:schemeClr val="tx2"/>
              </a:solidFill>
              <a:latin typeface="+mn-lt"/>
            </a:endParaRPr>
          </a:p>
        </p:txBody>
      </p:sp>
      <p:cxnSp>
        <p:nvCxnSpPr>
          <p:cNvPr id="57" name="Gerader Verbinder 56"/>
          <p:cNvCxnSpPr/>
          <p:nvPr userDrawn="1"/>
        </p:nvCxnSpPr>
        <p:spPr>
          <a:xfrm>
            <a:off x="1077913" y="38738175"/>
            <a:ext cx="28119387"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017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s">
    <p:spTree>
      <p:nvGrpSpPr>
        <p:cNvPr id="1" name=""/>
        <p:cNvGrpSpPr/>
        <p:nvPr/>
      </p:nvGrpSpPr>
      <p:grpSpPr>
        <a:xfrm>
          <a:off x="0" y="0"/>
          <a:ext cx="0" cy="0"/>
          <a:chOff x="0" y="0"/>
          <a:chExt cx="0" cy="0"/>
        </a:xfrm>
      </p:grpSpPr>
      <p:sp>
        <p:nvSpPr>
          <p:cNvPr id="3" name="Rechteck 2"/>
          <p:cNvSpPr/>
          <p:nvPr userDrawn="1"/>
        </p:nvSpPr>
        <p:spPr>
          <a:xfrm>
            <a:off x="1870075" y="16333788"/>
            <a:ext cx="26500138" cy="5611812"/>
          </a:xfrm>
          <a:prstGeom prst="rect">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p:cNvCxnSpPr/>
          <p:nvPr userDrawn="1"/>
        </p:nvCxnSpPr>
        <p:spPr>
          <a:xfrm>
            <a:off x="1870075" y="23331948"/>
            <a:ext cx="12853988" cy="0"/>
          </a:xfrm>
          <a:prstGeom prst="line">
            <a:avLst/>
          </a:prstGeom>
          <a:ln w="38100">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Textfeld 5"/>
          <p:cNvSpPr txBox="1"/>
          <p:nvPr userDrawn="1"/>
        </p:nvSpPr>
        <p:spPr>
          <a:xfrm>
            <a:off x="1870075" y="25455716"/>
            <a:ext cx="12853988" cy="461665"/>
          </a:xfrm>
          <a:prstGeom prst="rect">
            <a:avLst/>
          </a:prstGeom>
          <a:noFill/>
        </p:spPr>
        <p:txBody>
          <a:bodyPr wrap="square" lIns="0" tIns="0" rIns="0" bIns="0" rtlCol="0">
            <a:spAutoFit/>
          </a:bodyPr>
          <a:lstStyle/>
          <a:p>
            <a:r>
              <a:rPr lang="de-DE" sz="3000" dirty="0">
                <a:solidFill>
                  <a:schemeClr val="tx1">
                    <a:lumMod val="75000"/>
                  </a:schemeClr>
                </a:solidFill>
              </a:rPr>
              <a:t>Standardtext</a:t>
            </a:r>
          </a:p>
        </p:txBody>
      </p:sp>
      <p:sp>
        <p:nvSpPr>
          <p:cNvPr id="7" name="Träne 6"/>
          <p:cNvSpPr/>
          <p:nvPr userDrawn="1"/>
        </p:nvSpPr>
        <p:spPr>
          <a:xfrm rot="16200000">
            <a:off x="15444788" y="23331948"/>
            <a:ext cx="6105525" cy="6105525"/>
          </a:xfrm>
          <a:prstGeom prst="teardrop">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a:p>
        </p:txBody>
      </p:sp>
    </p:spTree>
    <p:extLst>
      <p:ext uri="{BB962C8B-B14F-4D97-AF65-F5344CB8AC3E}">
        <p14:creationId xmlns:p14="http://schemas.microsoft.com/office/powerpoint/2010/main" val="1291709344"/>
      </p:ext>
    </p:extLst>
  </p:cSld>
  <p:clrMapOvr>
    <a:masterClrMapping/>
  </p:clrMapOvr>
  <p:extLst>
    <p:ext uri="{DCECCB84-F9BA-43D5-87BE-67443E8EF086}">
      <p15:sldGuideLst xmlns:p15="http://schemas.microsoft.com/office/powerpoint/2012/main">
        <p15:guide id="1" pos="2155" userDrawn="1">
          <p15:clr>
            <a:srgbClr val="FBAE40"/>
          </p15:clr>
        </p15:guide>
        <p15:guide id="2" orient="horz" pos="10289"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hteck 3"/>
          <p:cNvSpPr/>
          <p:nvPr userDrawn="1"/>
        </p:nvSpPr>
        <p:spPr>
          <a:xfrm>
            <a:off x="0" y="2484210"/>
            <a:ext cx="30240288" cy="288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1870076" y="2495583"/>
            <a:ext cx="19680238" cy="2899265"/>
          </a:xfrm>
          <a:prstGeom prst="rect">
            <a:avLst/>
          </a:prstGeom>
        </p:spPr>
        <p:txBody>
          <a:bodyPr vert="horz" lIns="1044000" tIns="648000" rIns="0" bIns="0" rtlCol="0" anchor="t" anchorCtr="0">
            <a:noAutofit/>
          </a:bodyPr>
          <a:lstStyle/>
          <a:p>
            <a:r>
              <a:rPr lang="de-DE" dirty="0"/>
              <a:t>Titelmaster </a:t>
            </a:r>
            <a:r>
              <a:rPr lang="de-DE" dirty="0" err="1"/>
              <a:t>duch</a:t>
            </a:r>
            <a:r>
              <a:rPr lang="de-DE" dirty="0"/>
              <a:t> Klicken bearbeiten</a:t>
            </a:r>
          </a:p>
        </p:txBody>
      </p:sp>
      <p:sp>
        <p:nvSpPr>
          <p:cNvPr id="3" name="Textplatzhalter 2"/>
          <p:cNvSpPr>
            <a:spLocks noGrp="1"/>
          </p:cNvSpPr>
          <p:nvPr>
            <p:ph type="body" idx="1"/>
          </p:nvPr>
        </p:nvSpPr>
        <p:spPr>
          <a:xfrm>
            <a:off x="1870076" y="10726738"/>
            <a:ext cx="12853987" cy="4349909"/>
          </a:xfrm>
          <a:prstGeom prst="rect">
            <a:avLst/>
          </a:prstGeom>
        </p:spPr>
        <p:txBody>
          <a:bodyPr vert="horz" wrap="square" lIns="0" tIns="0" rIns="0" bIns="0" rtlCol="0">
            <a:spAutoFit/>
          </a:bodyPr>
          <a:lstStyle/>
          <a:p>
            <a:pPr lvl="0"/>
            <a:r>
              <a:rPr lang="de-DE" dirty="0"/>
              <a:t>ERSTE EBENE </a:t>
            </a:r>
          </a:p>
          <a:p>
            <a:pPr lvl="1"/>
            <a:r>
              <a:rPr lang="de-DE" dirty="0"/>
              <a:t>Zweite Ebene</a:t>
            </a:r>
          </a:p>
          <a:p>
            <a:pPr lvl="2"/>
            <a:r>
              <a:rPr lang="de-DE" dirty="0"/>
              <a:t>Dritte Ebene</a:t>
            </a:r>
          </a:p>
          <a:p>
            <a:pPr lvl="3"/>
            <a:r>
              <a:rPr lang="de-DE" dirty="0"/>
              <a:t>Vierte Ebene Fließtext</a:t>
            </a:r>
          </a:p>
          <a:p>
            <a:pPr lvl="4"/>
            <a:r>
              <a:rPr lang="de-DE" dirty="0"/>
              <a:t>Fünfte Ebene BU</a:t>
            </a:r>
            <a:br>
              <a:rPr lang="de-DE" dirty="0"/>
            </a:br>
            <a:endParaRPr lang="de-DE" dirty="0"/>
          </a:p>
        </p:txBody>
      </p:sp>
      <p:pic>
        <p:nvPicPr>
          <p:cNvPr id="7" name="Grafik 6"/>
          <p:cNvPicPr>
            <a:picLocks noChangeAspect="1"/>
          </p:cNvPicPr>
          <p:nvPr userDrawn="1"/>
        </p:nvPicPr>
        <p:blipFill>
          <a:blip r:embed="rId7"/>
          <a:stretch>
            <a:fillRect/>
          </a:stretch>
        </p:blipFill>
        <p:spPr>
          <a:xfrm>
            <a:off x="1160218" y="676830"/>
            <a:ext cx="5771175" cy="1492250"/>
          </a:xfrm>
          <a:prstGeom prst="rect">
            <a:avLst/>
          </a:prstGeom>
        </p:spPr>
      </p:pic>
    </p:spTree>
    <p:extLst>
      <p:ext uri="{BB962C8B-B14F-4D97-AF65-F5344CB8AC3E}">
        <p14:creationId xmlns:p14="http://schemas.microsoft.com/office/powerpoint/2010/main" val="1601469661"/>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4" r:id="rId3"/>
    <p:sldLayoutId id="2147483655" r:id="rId4"/>
    <p:sldLayoutId id="2147483649" r:id="rId5"/>
  </p:sldLayoutIdLst>
  <p:txStyles>
    <p:titleStyle>
      <a:lvl1pPr algn="l" defTabSz="2267986" rtl="0" eaLnBrk="1" latinLnBrk="0" hangingPunct="1">
        <a:lnSpc>
          <a:spcPct val="90000"/>
        </a:lnSpc>
        <a:spcBef>
          <a:spcPct val="0"/>
        </a:spcBef>
        <a:buNone/>
        <a:defRPr sz="8000" b="1" kern="1200" spc="0" baseline="0">
          <a:solidFill>
            <a:schemeClr val="tx2"/>
          </a:solidFill>
          <a:latin typeface="+mn-lt"/>
          <a:ea typeface="+mj-ea"/>
          <a:cs typeface="+mj-cs"/>
        </a:defRPr>
      </a:lvl1pPr>
    </p:titleStyle>
    <p:bodyStyle>
      <a:lvl1pPr marL="720000" indent="-720000" algn="l" defTabSz="2267986" rtl="0" eaLnBrk="1" latinLnBrk="0" hangingPunct="1">
        <a:lnSpc>
          <a:spcPct val="100000"/>
        </a:lnSpc>
        <a:spcBef>
          <a:spcPts val="0"/>
        </a:spcBef>
        <a:spcAft>
          <a:spcPts val="2000"/>
        </a:spcAft>
        <a:buFont typeface="+mj-lt"/>
        <a:buAutoNum type="romanUcPeriod"/>
        <a:defRPr sz="6000" b="1" kern="1200" cap="all" spc="100" baseline="0">
          <a:solidFill>
            <a:schemeClr val="tx2"/>
          </a:solidFill>
          <a:latin typeface="+mn-lt"/>
          <a:ea typeface="+mn-ea"/>
          <a:cs typeface="+mn-cs"/>
        </a:defRPr>
      </a:lvl1pPr>
      <a:lvl2pPr marL="742950" indent="-742950" algn="l" defTabSz="2267986" rtl="0" eaLnBrk="1" latinLnBrk="0" hangingPunct="1">
        <a:lnSpc>
          <a:spcPct val="90000"/>
        </a:lnSpc>
        <a:spcBef>
          <a:spcPts val="3600"/>
        </a:spcBef>
        <a:spcAft>
          <a:spcPts val="1000"/>
        </a:spcAft>
        <a:buClr>
          <a:schemeClr val="accent3"/>
        </a:buClr>
        <a:buSzPct val="100000"/>
        <a:buFont typeface="+mj-lt"/>
        <a:buAutoNum type="arabicPeriod"/>
        <a:defRPr lang="de-DE" sz="4000" b="1" kern="1200" dirty="0" smtClean="0">
          <a:solidFill>
            <a:schemeClr val="accent3"/>
          </a:solidFill>
          <a:latin typeface="+mn-lt"/>
          <a:ea typeface="+mn-ea"/>
          <a:cs typeface="+mn-cs"/>
        </a:defRPr>
      </a:lvl2pPr>
      <a:lvl3pPr marL="0" indent="0" algn="l" defTabSz="2267986" rtl="0" eaLnBrk="1" latinLnBrk="0" hangingPunct="1">
        <a:lnSpc>
          <a:spcPct val="150000"/>
        </a:lnSpc>
        <a:spcBef>
          <a:spcPts val="0"/>
        </a:spcBef>
        <a:spcAft>
          <a:spcPts val="0"/>
        </a:spcAft>
        <a:buFontTx/>
        <a:buNone/>
        <a:defRPr sz="3000" b="1" kern="1200" baseline="0">
          <a:solidFill>
            <a:schemeClr val="tx1">
              <a:lumMod val="75000"/>
            </a:schemeClr>
          </a:solidFill>
          <a:latin typeface="+mn-lt"/>
          <a:ea typeface="+mn-ea"/>
          <a:cs typeface="+mn-cs"/>
        </a:defRPr>
      </a:lvl3pPr>
      <a:lvl4pPr marL="0" indent="0" algn="l" defTabSz="2267986" rtl="0" eaLnBrk="1" latinLnBrk="0" hangingPunct="1">
        <a:lnSpc>
          <a:spcPts val="3600"/>
        </a:lnSpc>
        <a:spcBef>
          <a:spcPts val="0"/>
        </a:spcBef>
        <a:spcAft>
          <a:spcPts val="2000"/>
        </a:spcAft>
        <a:buFontTx/>
        <a:buNone/>
        <a:defRPr sz="3000" kern="1200" baseline="0">
          <a:solidFill>
            <a:schemeClr val="tx1">
              <a:lumMod val="75000"/>
            </a:schemeClr>
          </a:solidFill>
          <a:latin typeface="+mn-lt"/>
          <a:ea typeface="+mn-ea"/>
          <a:cs typeface="+mn-cs"/>
        </a:defRPr>
      </a:lvl4pPr>
      <a:lvl5pPr marL="0" indent="0" algn="l" defTabSz="2267986" rtl="0" eaLnBrk="1" latinLnBrk="0" hangingPunct="1">
        <a:lnSpc>
          <a:spcPct val="100000"/>
        </a:lnSpc>
        <a:spcBef>
          <a:spcPts val="0"/>
        </a:spcBef>
        <a:spcAft>
          <a:spcPts val="1000"/>
        </a:spcAft>
        <a:buSzPct val="80000"/>
        <a:buFontTx/>
        <a:buNone/>
        <a:defRPr sz="2000" kern="1200">
          <a:solidFill>
            <a:schemeClr val="tx1"/>
          </a:solidFill>
          <a:latin typeface="+mn-lt"/>
          <a:ea typeface="+mn-ea"/>
          <a:cs typeface="+mn-cs"/>
        </a:defRPr>
      </a:lvl5pPr>
      <a:lvl6pPr marL="6236962"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6pPr>
      <a:lvl7pPr marL="7370956"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7pPr>
      <a:lvl8pPr marL="8504949"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8pPr>
      <a:lvl9pPr marL="9638942" indent="-566997" algn="l" defTabSz="2267986" rtl="0" eaLnBrk="1" latinLnBrk="0" hangingPunct="1">
        <a:lnSpc>
          <a:spcPct val="90000"/>
        </a:lnSpc>
        <a:spcBef>
          <a:spcPts val="1240"/>
        </a:spcBef>
        <a:buFont typeface="Arial" panose="020B0604020202020204" pitchFamily="34" charset="0"/>
        <a:buChar char="•"/>
        <a:defRPr sz="4465" kern="1200">
          <a:solidFill>
            <a:schemeClr val="tx1"/>
          </a:solidFill>
          <a:latin typeface="+mn-lt"/>
          <a:ea typeface="+mn-ea"/>
          <a:cs typeface="+mn-cs"/>
        </a:defRPr>
      </a:lvl9pPr>
    </p:bodyStyle>
    <p:otherStyle>
      <a:defPPr>
        <a:defRPr lang="de-DE"/>
      </a:defPPr>
      <a:lvl1pPr marL="0" algn="l" defTabSz="2267986" rtl="0" eaLnBrk="1" latinLnBrk="0" hangingPunct="1">
        <a:defRPr sz="4465" kern="1200">
          <a:solidFill>
            <a:schemeClr val="tx1"/>
          </a:solidFill>
          <a:latin typeface="+mn-lt"/>
          <a:ea typeface="+mn-ea"/>
          <a:cs typeface="+mn-cs"/>
        </a:defRPr>
      </a:lvl1pPr>
      <a:lvl2pPr marL="1133993" algn="l" defTabSz="2267986" rtl="0" eaLnBrk="1" latinLnBrk="0" hangingPunct="1">
        <a:defRPr sz="4465" kern="1200">
          <a:solidFill>
            <a:schemeClr val="tx1"/>
          </a:solidFill>
          <a:latin typeface="+mn-lt"/>
          <a:ea typeface="+mn-ea"/>
          <a:cs typeface="+mn-cs"/>
        </a:defRPr>
      </a:lvl2pPr>
      <a:lvl3pPr marL="2267986" algn="l" defTabSz="2267986" rtl="0" eaLnBrk="1" latinLnBrk="0" hangingPunct="1">
        <a:defRPr sz="4465" kern="1200">
          <a:solidFill>
            <a:schemeClr val="tx1"/>
          </a:solidFill>
          <a:latin typeface="+mn-lt"/>
          <a:ea typeface="+mn-ea"/>
          <a:cs typeface="+mn-cs"/>
        </a:defRPr>
      </a:lvl3pPr>
      <a:lvl4pPr marL="3401979" algn="l" defTabSz="2267986" rtl="0" eaLnBrk="1" latinLnBrk="0" hangingPunct="1">
        <a:defRPr sz="4465" kern="1200">
          <a:solidFill>
            <a:schemeClr val="tx1"/>
          </a:solidFill>
          <a:latin typeface="+mn-lt"/>
          <a:ea typeface="+mn-ea"/>
          <a:cs typeface="+mn-cs"/>
        </a:defRPr>
      </a:lvl4pPr>
      <a:lvl5pPr marL="4535973" algn="l" defTabSz="2267986" rtl="0" eaLnBrk="1" latinLnBrk="0" hangingPunct="1">
        <a:defRPr sz="4465" kern="1200">
          <a:solidFill>
            <a:schemeClr val="tx1"/>
          </a:solidFill>
          <a:latin typeface="+mn-lt"/>
          <a:ea typeface="+mn-ea"/>
          <a:cs typeface="+mn-cs"/>
        </a:defRPr>
      </a:lvl5pPr>
      <a:lvl6pPr marL="5669966" algn="l" defTabSz="2267986" rtl="0" eaLnBrk="1" latinLnBrk="0" hangingPunct="1">
        <a:defRPr sz="4465" kern="1200">
          <a:solidFill>
            <a:schemeClr val="tx1"/>
          </a:solidFill>
          <a:latin typeface="+mn-lt"/>
          <a:ea typeface="+mn-ea"/>
          <a:cs typeface="+mn-cs"/>
        </a:defRPr>
      </a:lvl6pPr>
      <a:lvl7pPr marL="6803959" algn="l" defTabSz="2267986" rtl="0" eaLnBrk="1" latinLnBrk="0" hangingPunct="1">
        <a:defRPr sz="4465" kern="1200">
          <a:solidFill>
            <a:schemeClr val="tx1"/>
          </a:solidFill>
          <a:latin typeface="+mn-lt"/>
          <a:ea typeface="+mn-ea"/>
          <a:cs typeface="+mn-cs"/>
        </a:defRPr>
      </a:lvl7pPr>
      <a:lvl8pPr marL="7937952" algn="l" defTabSz="2267986" rtl="0" eaLnBrk="1" latinLnBrk="0" hangingPunct="1">
        <a:defRPr sz="4465" kern="1200">
          <a:solidFill>
            <a:schemeClr val="tx1"/>
          </a:solidFill>
          <a:latin typeface="+mn-lt"/>
          <a:ea typeface="+mn-ea"/>
          <a:cs typeface="+mn-cs"/>
        </a:defRPr>
      </a:lvl8pPr>
      <a:lvl9pPr marL="9071945" algn="l" defTabSz="2267986" rtl="0" eaLnBrk="1" latinLnBrk="0" hangingPunct="1">
        <a:defRPr sz="446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178" userDrawn="1">
          <p15:clr>
            <a:srgbClr val="F26B43"/>
          </p15:clr>
        </p15:guide>
        <p15:guide id="2" pos="657" userDrawn="1">
          <p15:clr>
            <a:srgbClr val="F26B43"/>
          </p15:clr>
        </p15:guide>
        <p15:guide id="3" pos="17871" userDrawn="1">
          <p15:clr>
            <a:srgbClr val="F26B43"/>
          </p15:clr>
        </p15:guide>
        <p15:guide id="4" pos="9729" userDrawn="1">
          <p15:clr>
            <a:srgbClr val="F26B43"/>
          </p15:clr>
        </p15:guide>
        <p15:guide id="5" pos="13575" userDrawn="1">
          <p15:clr>
            <a:srgbClr val="F26B43"/>
          </p15:clr>
        </p15:guide>
        <p15:guide id="6" pos="9275" userDrawn="1">
          <p15:clr>
            <a:srgbClr val="F26B43"/>
          </p15:clr>
        </p15:guide>
        <p15:guide id="7" pos="5397" userDrawn="1">
          <p15:clr>
            <a:srgbClr val="F26B43"/>
          </p15:clr>
        </p15:guide>
        <p15:guide id="8" pos="4943" userDrawn="1">
          <p15:clr>
            <a:srgbClr val="F26B43"/>
          </p15:clr>
        </p15:guide>
        <p15:guide id="9" pos="1859" userDrawn="1">
          <p15:clr>
            <a:srgbClr val="F26B43"/>
          </p15:clr>
        </p15:guide>
        <p15:guide id="10" pos="14015" userDrawn="1">
          <p15:clr>
            <a:srgbClr val="F26B43"/>
          </p15:clr>
        </p15:guide>
        <p15:guide id="11" orient="horz" pos="1473" userDrawn="1">
          <p15:clr>
            <a:srgbClr val="F26B43"/>
          </p15:clr>
        </p15:guide>
        <p15:guide id="12" orient="horz" pos="2833" userDrawn="1">
          <p15:clr>
            <a:srgbClr val="F26B43"/>
          </p15:clr>
        </p15:guide>
        <p15:guide id="13" orient="horz" pos="2266" userDrawn="1">
          <p15:clr>
            <a:srgbClr val="F26B43"/>
          </p15:clr>
        </p15:guide>
        <p15:guide id="14" orient="horz" pos="24402" userDrawn="1">
          <p15:clr>
            <a:srgbClr val="F26B43"/>
          </p15:clr>
        </p15:guide>
        <p15:guide id="17" orient="horz" pos="24855" userDrawn="1">
          <p15:clr>
            <a:srgbClr val="F26B43"/>
          </p15:clr>
        </p15:guide>
        <p15:guide id="18" orient="horz" pos="634" userDrawn="1">
          <p15:clr>
            <a:srgbClr val="F26B43"/>
          </p15:clr>
        </p15:guide>
        <p15:guide id="19" orient="horz" pos="5986" userDrawn="1">
          <p15:clr>
            <a:srgbClr val="F26B43"/>
          </p15:clr>
        </p15:guide>
        <p15:guide id="20" orient="horz" pos="26125" userDrawn="1">
          <p15:clr>
            <a:srgbClr val="F26B43"/>
          </p15:clr>
        </p15:guide>
        <p15:guide id="21" pos="18392" userDrawn="1">
          <p15:clr>
            <a:srgbClr val="F26B43"/>
          </p15:clr>
        </p15:guide>
        <p15:guide id="22" pos="9502" userDrawn="1">
          <p15:clr>
            <a:srgbClr val="F26B43"/>
          </p15:clr>
        </p15:guide>
        <p15:guide id="23" orient="horz" pos="6757" userDrawn="1">
          <p15:clr>
            <a:srgbClr val="F26B43"/>
          </p15:clr>
        </p15:guide>
        <p15:guide id="24" orient="horz" pos="1631" userDrawn="1">
          <p15:clr>
            <a:srgbClr val="F26B43"/>
          </p15:clr>
        </p15:guide>
        <p15:guide id="25" orient="horz" pos="79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27E75-EF0C-5628-48D3-97B955A594B2}"/>
              </a:ext>
            </a:extLst>
          </p:cNvPr>
          <p:cNvSpPr>
            <a:spLocks noGrp="1"/>
          </p:cNvSpPr>
          <p:nvPr>
            <p:ph type="title"/>
          </p:nvPr>
        </p:nvSpPr>
        <p:spPr>
          <a:xfrm>
            <a:off x="1080655" y="2478505"/>
            <a:ext cx="20407531" cy="2894164"/>
          </a:xfrm>
        </p:spPr>
        <p:txBody>
          <a:bodyPr/>
          <a:lstStyle/>
          <a:p>
            <a:r>
              <a:rPr lang="en-GB" sz="4800" dirty="0"/>
              <a:t>Shared Mental Models in Generative AI-Based Multi-Agent Systems: A Simulation Study Grounded in Human Team Cognition Theory</a:t>
            </a:r>
            <a:endParaRPr lang="en-DE" sz="4800" dirty="0"/>
          </a:p>
        </p:txBody>
      </p:sp>
      <p:sp>
        <p:nvSpPr>
          <p:cNvPr id="10" name="Text Placeholder 9">
            <a:extLst>
              <a:ext uri="{FF2B5EF4-FFF2-40B4-BE49-F238E27FC236}">
                <a16:creationId xmlns:a16="http://schemas.microsoft.com/office/drawing/2014/main" id="{96B5322A-F80A-9A85-4CBF-BA165C091A13}"/>
              </a:ext>
            </a:extLst>
          </p:cNvPr>
          <p:cNvSpPr>
            <a:spLocks noGrp="1"/>
          </p:cNvSpPr>
          <p:nvPr>
            <p:ph type="body" sz="quarter" idx="31"/>
          </p:nvPr>
        </p:nvSpPr>
        <p:spPr>
          <a:xfrm>
            <a:off x="1870075" y="40646451"/>
            <a:ext cx="9720063" cy="1373419"/>
          </a:xfrm>
        </p:spPr>
        <p:txBody>
          <a:bodyPr/>
          <a:lstStyle/>
          <a:p>
            <a:r>
              <a:rPr lang="en-DE" dirty="0"/>
              <a:t>Leonard H</a:t>
            </a:r>
            <a:r>
              <a:rPr lang="en-GB" dirty="0"/>
              <a:t>e</a:t>
            </a:r>
            <a:r>
              <a:rPr lang="en-DE" dirty="0"/>
              <a:t>gemann</a:t>
            </a:r>
          </a:p>
          <a:p>
            <a:r>
              <a:rPr lang="en-DE" dirty="0"/>
              <a:t>Einwaldweg 10, 70794 Plattenhardt, Germany</a:t>
            </a:r>
          </a:p>
          <a:p>
            <a:r>
              <a:rPr lang="en-GB" dirty="0"/>
              <a:t>l</a:t>
            </a:r>
            <a:r>
              <a:rPr lang="en-DE" dirty="0"/>
              <a:t>eonard.hegemann@gmx.de</a:t>
            </a:r>
          </a:p>
        </p:txBody>
      </p:sp>
      <p:sp>
        <p:nvSpPr>
          <p:cNvPr id="11" name="Text Placeholder 10">
            <a:extLst>
              <a:ext uri="{FF2B5EF4-FFF2-40B4-BE49-F238E27FC236}">
                <a16:creationId xmlns:a16="http://schemas.microsoft.com/office/drawing/2014/main" id="{1F26DFCC-8E7D-1978-2365-F7F9D4B55141}"/>
              </a:ext>
            </a:extLst>
          </p:cNvPr>
          <p:cNvSpPr>
            <a:spLocks noGrp="1"/>
          </p:cNvSpPr>
          <p:nvPr>
            <p:ph type="body" sz="quarter" idx="29"/>
          </p:nvPr>
        </p:nvSpPr>
        <p:spPr>
          <a:xfrm>
            <a:off x="22276160" y="3809826"/>
            <a:ext cx="6131740" cy="1282723"/>
          </a:xfrm>
        </p:spPr>
        <p:txBody>
          <a:bodyPr/>
          <a:lstStyle/>
          <a:p>
            <a:r>
              <a:rPr lang="en-DE" dirty="0"/>
              <a:t>Leonard Hegemann</a:t>
            </a:r>
          </a:p>
          <a:p>
            <a:r>
              <a:rPr lang="en-GB" dirty="0"/>
              <a:t>Institute of Digital Management,</a:t>
            </a:r>
          </a:p>
          <a:p>
            <a:r>
              <a:rPr lang="en-GB" dirty="0"/>
              <a:t>University of Hohenheim, Germany</a:t>
            </a:r>
            <a:endParaRPr lang="en-DE" dirty="0"/>
          </a:p>
        </p:txBody>
      </p:sp>
      <p:sp>
        <p:nvSpPr>
          <p:cNvPr id="12" name="Text Placeholder 11">
            <a:extLst>
              <a:ext uri="{FF2B5EF4-FFF2-40B4-BE49-F238E27FC236}">
                <a16:creationId xmlns:a16="http://schemas.microsoft.com/office/drawing/2014/main" id="{5BAD6F67-C4FB-7F23-6C32-BCE2289A544E}"/>
              </a:ext>
            </a:extLst>
          </p:cNvPr>
          <p:cNvSpPr>
            <a:spLocks noGrp="1"/>
          </p:cNvSpPr>
          <p:nvPr>
            <p:ph type="body" sz="quarter" idx="39"/>
          </p:nvPr>
        </p:nvSpPr>
        <p:spPr>
          <a:xfrm>
            <a:off x="9552499" y="40646451"/>
            <a:ext cx="20192403" cy="1236655"/>
          </a:xfrm>
        </p:spPr>
        <p:txBody>
          <a:bodyPr/>
          <a:lstStyle/>
          <a:p>
            <a:pPr algn="just">
              <a:lnSpc>
                <a:spcPts val="1200"/>
              </a:lnSpc>
              <a:spcAft>
                <a:spcPts val="0"/>
              </a:spcAft>
            </a:pPr>
            <a:r>
              <a:rPr lang="en-GB" sz="1200" dirty="0"/>
              <a:t>Cannon-Bowers, J. A., Salas, E., &amp; Converse, S. (1993). Shared mental models in expert team decision making. In N. J. Castellan Jr. (Ed.), Individual and group decision making: Current issues (pp. 221–246). Lawrence Erlbaum Associates.</a:t>
            </a:r>
          </a:p>
          <a:p>
            <a:pPr algn="just">
              <a:lnSpc>
                <a:spcPts val="1200"/>
              </a:lnSpc>
              <a:spcAft>
                <a:spcPts val="0"/>
              </a:spcAft>
            </a:pPr>
            <a:r>
              <a:rPr lang="en-GB" sz="1200" dirty="0"/>
              <a:t>Mathieu, J. E., Heffner, T. S., Goodwin, G. F., Salas, E., &amp; Cannon-Bowers, J. A. (2000). The influence of shared mental models on team process and performance. Journal of Applied Psychology, 85(2), 273–283.</a:t>
            </a:r>
          </a:p>
          <a:p>
            <a:pPr algn="just">
              <a:lnSpc>
                <a:spcPts val="1200"/>
              </a:lnSpc>
              <a:spcAft>
                <a:spcPts val="0"/>
              </a:spcAft>
            </a:pPr>
            <a:r>
              <a:rPr lang="en-GB" sz="1200" dirty="0"/>
              <a:t>Stasser, G., &amp; Titus, W. (1985). Pooling of unshared information in group decision making: Biased information sampling during discussion. Journal of Personality and Social Psychology, 48(6), 1467–1478.</a:t>
            </a:r>
          </a:p>
          <a:p>
            <a:pPr algn="just">
              <a:lnSpc>
                <a:spcPts val="1200"/>
              </a:lnSpc>
              <a:spcAft>
                <a:spcPts val="0"/>
              </a:spcAft>
            </a:pPr>
            <a:r>
              <a:rPr lang="en-GB" sz="1200" dirty="0"/>
              <a:t>Schulz-Hardt, S., Brodbeck, F. C., </a:t>
            </a:r>
            <a:r>
              <a:rPr lang="en-GB" sz="1200" dirty="0" err="1"/>
              <a:t>Mojzisch</a:t>
            </a:r>
            <a:r>
              <a:rPr lang="en-GB" sz="1200" dirty="0"/>
              <a:t>, A., </a:t>
            </a:r>
            <a:r>
              <a:rPr lang="en-GB" sz="1200" dirty="0" err="1"/>
              <a:t>Kerschreiter</a:t>
            </a:r>
            <a:r>
              <a:rPr lang="en-GB" sz="1200" dirty="0"/>
              <a:t>, R., &amp; Frey, D. (2006). Group decision making in hidden profile situations: Dissent as a facilitator for decision quality. Journal of Personality and Social Psychology, 91(6), 1080–1093.</a:t>
            </a:r>
          </a:p>
          <a:p>
            <a:pPr algn="just">
              <a:lnSpc>
                <a:spcPts val="1200"/>
              </a:lnSpc>
              <a:spcAft>
                <a:spcPts val="0"/>
              </a:spcAft>
            </a:pPr>
            <a:r>
              <a:rPr lang="en-GB" sz="1200" dirty="0"/>
              <a:t>Van Ginkel, W. P., &amp; Van Knippenberg, D. (2008). Group information elaboration and group decision making: The role of shared task representations. Organizational </a:t>
            </a:r>
            <a:r>
              <a:rPr lang="en-GB" sz="1200" dirty="0" err="1"/>
              <a:t>Behavior</a:t>
            </a:r>
            <a:r>
              <a:rPr lang="en-GB" sz="1200" dirty="0"/>
              <a:t> and Human Decision Processes, 105(1), 82–97.</a:t>
            </a:r>
          </a:p>
          <a:p>
            <a:pPr algn="just">
              <a:lnSpc>
                <a:spcPts val="1200"/>
              </a:lnSpc>
              <a:spcAft>
                <a:spcPts val="0"/>
              </a:spcAft>
            </a:pPr>
            <a:r>
              <a:rPr lang="en-GB" sz="1200" dirty="0"/>
              <a:t>Yen, J., Fan, X., Sun, S., Hanratty, T., &amp; </a:t>
            </a:r>
            <a:r>
              <a:rPr lang="en-GB" sz="1200" dirty="0" err="1"/>
              <a:t>Dumer</a:t>
            </a:r>
            <a:r>
              <a:rPr lang="en-GB" sz="1200" dirty="0"/>
              <a:t>, J. (2006). Agents with shared mental models for enhancing team decision makings. Decision Support Systems, 41(3), 634–653.</a:t>
            </a:r>
          </a:p>
          <a:p>
            <a:pPr algn="just">
              <a:lnSpc>
                <a:spcPts val="1200"/>
              </a:lnSpc>
              <a:spcAft>
                <a:spcPts val="0"/>
              </a:spcAft>
            </a:pPr>
            <a:r>
              <a:rPr lang="en-GB" sz="1200" dirty="0"/>
              <a:t>Zhang, Z., Dai, Q., Bo, X., Ma, C., Li, R., Chen, X., Zhu, J., Dong, Z., &amp; Wen, J.-R. (2025). A survey on the memory mechanism of large language model-based agents. ACM Transactions on Information Systems, 43(6), 1–47.</a:t>
            </a:r>
          </a:p>
          <a:p>
            <a:pPr algn="just">
              <a:lnSpc>
                <a:spcPts val="1200"/>
              </a:lnSpc>
              <a:spcAft>
                <a:spcPts val="0"/>
              </a:spcAft>
            </a:pPr>
            <a:r>
              <a:rPr lang="en-GB" sz="1200" dirty="0"/>
              <a:t>Liu, N. F., Lin, K., Hewitt, J., Paranjape, A., Bevilacqua, M., Petroni, F., &amp; Liang, P. (2024). Lost in the Middle: How language models use long contexts. Transactions of the Association for Computational Linguistics, 12, 157–173.</a:t>
            </a:r>
            <a:endParaRPr lang="en-DE" sz="1200" dirty="0"/>
          </a:p>
        </p:txBody>
      </p:sp>
      <p:sp>
        <p:nvSpPr>
          <p:cNvPr id="13" name="TextBox 12">
            <a:extLst>
              <a:ext uri="{FF2B5EF4-FFF2-40B4-BE49-F238E27FC236}">
                <a16:creationId xmlns:a16="http://schemas.microsoft.com/office/drawing/2014/main" id="{A678D1DC-1565-8F8B-F821-BB5BD5056FB9}"/>
              </a:ext>
            </a:extLst>
          </p:cNvPr>
          <p:cNvSpPr txBox="1"/>
          <p:nvPr/>
        </p:nvSpPr>
        <p:spPr>
          <a:xfrm>
            <a:off x="979486" y="6205943"/>
            <a:ext cx="6908165" cy="830997"/>
          </a:xfrm>
          <a:prstGeom prst="rect">
            <a:avLst/>
          </a:prstGeom>
          <a:noFill/>
        </p:spPr>
        <p:txBody>
          <a:bodyPr wrap="square" lIns="0" tIns="0" rIns="0" bIns="0" rtlCol="0">
            <a:spAutoFit/>
          </a:bodyPr>
          <a:lstStyle/>
          <a:p>
            <a:r>
              <a:rPr lang="en-DE" sz="5400" b="1" dirty="0">
                <a:solidFill>
                  <a:schemeClr val="tx2"/>
                </a:solidFill>
              </a:rPr>
              <a:t>I. Introduction</a:t>
            </a:r>
          </a:p>
        </p:txBody>
      </p:sp>
      <p:sp>
        <p:nvSpPr>
          <p:cNvPr id="14" name="TextBox 13">
            <a:extLst>
              <a:ext uri="{FF2B5EF4-FFF2-40B4-BE49-F238E27FC236}">
                <a16:creationId xmlns:a16="http://schemas.microsoft.com/office/drawing/2014/main" id="{FAE41177-6CC1-CC0D-7A70-7937EE5813BB}"/>
              </a:ext>
            </a:extLst>
          </p:cNvPr>
          <p:cNvSpPr txBox="1"/>
          <p:nvPr/>
        </p:nvSpPr>
        <p:spPr>
          <a:xfrm>
            <a:off x="979486" y="7221606"/>
            <a:ext cx="28765418" cy="2769989"/>
          </a:xfrm>
          <a:prstGeom prst="rect">
            <a:avLst/>
          </a:prstGeom>
          <a:noFill/>
        </p:spPr>
        <p:txBody>
          <a:bodyPr wrap="square" lIns="0" tIns="0" rIns="0" bIns="0" rtlCol="0">
            <a:spAutoFit/>
          </a:bodyPr>
          <a:lstStyle/>
          <a:p>
            <a:pPr algn="just"/>
            <a:r>
              <a:rPr lang="en-GB" sz="3000" dirty="0">
                <a:solidFill>
                  <a:schemeClr val="tx1">
                    <a:lumMod val="75000"/>
                  </a:schemeClr>
                </a:solidFill>
              </a:rPr>
              <a:t>Complex knowledge-work decisions often require several actors to combine specialised and partly distributed information. LLM-based multi-agent systems can support such tasks by assigning different roles and information profiles to several agents. However, the presence of multiple agents does not automatically ensure effective collaboration: agents must retain relevant knowledge, exchange private information, and integrate one another’s contributions over several discussion turns. Drawing on shared mental model theory from human-team research, this study examines whether a structured memory mechanism can provide agents with a more coherent representation of the evolving group knowledge state. It further investigates whether the usefulness of this mechanism depends on how much prior discussion context is accessible to the agents.</a:t>
            </a:r>
            <a:endParaRPr lang="en-DE" sz="3000" dirty="0">
              <a:solidFill>
                <a:schemeClr val="tx1">
                  <a:lumMod val="75000"/>
                </a:schemeClr>
              </a:solidFill>
            </a:endParaRPr>
          </a:p>
        </p:txBody>
      </p:sp>
      <p:sp>
        <p:nvSpPr>
          <p:cNvPr id="17" name="TextBox 16">
            <a:extLst>
              <a:ext uri="{FF2B5EF4-FFF2-40B4-BE49-F238E27FC236}">
                <a16:creationId xmlns:a16="http://schemas.microsoft.com/office/drawing/2014/main" id="{2584671A-4936-7DBB-843E-B5E1C8BE1792}"/>
              </a:ext>
            </a:extLst>
          </p:cNvPr>
          <p:cNvSpPr txBox="1"/>
          <p:nvPr/>
        </p:nvSpPr>
        <p:spPr>
          <a:xfrm>
            <a:off x="979486" y="10109052"/>
            <a:ext cx="17446626" cy="830997"/>
          </a:xfrm>
          <a:prstGeom prst="rect">
            <a:avLst/>
          </a:prstGeom>
          <a:noFill/>
        </p:spPr>
        <p:txBody>
          <a:bodyPr wrap="square" lIns="0" tIns="0" rIns="0" bIns="0" rtlCol="0">
            <a:spAutoFit/>
          </a:bodyPr>
          <a:lstStyle/>
          <a:p>
            <a:r>
              <a:rPr lang="en-DE" sz="5400" b="1" dirty="0">
                <a:solidFill>
                  <a:schemeClr val="tx2"/>
                </a:solidFill>
              </a:rPr>
              <a:t>II. Theoretical Background &amp; Hypotheses</a:t>
            </a:r>
          </a:p>
        </p:txBody>
      </p:sp>
      <p:sp>
        <p:nvSpPr>
          <p:cNvPr id="18" name="TextBox 17">
            <a:extLst>
              <a:ext uri="{FF2B5EF4-FFF2-40B4-BE49-F238E27FC236}">
                <a16:creationId xmlns:a16="http://schemas.microsoft.com/office/drawing/2014/main" id="{042991F2-6C38-B913-302F-09D36ECDB881}"/>
              </a:ext>
            </a:extLst>
          </p:cNvPr>
          <p:cNvSpPr txBox="1"/>
          <p:nvPr/>
        </p:nvSpPr>
        <p:spPr>
          <a:xfrm>
            <a:off x="979486" y="11129354"/>
            <a:ext cx="13250069" cy="10156627"/>
          </a:xfrm>
          <a:prstGeom prst="rect">
            <a:avLst/>
          </a:prstGeom>
          <a:noFill/>
        </p:spPr>
        <p:txBody>
          <a:bodyPr wrap="square" lIns="0" tIns="0" rIns="0" bIns="0" rtlCol="0">
            <a:spAutoFit/>
          </a:bodyPr>
          <a:lstStyle/>
          <a:p>
            <a:pPr algn="just"/>
            <a:r>
              <a:rPr lang="en-GB" sz="3000" dirty="0">
                <a:solidFill>
                  <a:schemeClr val="tx1">
                    <a:lumMod val="75000"/>
                  </a:schemeClr>
                </a:solidFill>
              </a:rPr>
              <a:t>The input–process–outcome framework explains team performance by distinguishing between the resources and conditions available to a team, the processes through which members combine these resources, and the outcomes that result from their collective work. A central input in human-team research is the shared mental model: a compatible understanding of the task, the team, and the evolving knowledge state. Such shared representations support communication and cooperation by helping team members identify available information, relate others’ contributions to the collective task, and recognise unresolved issues. Through these processes, teams can transform their available knowledge into effective and efficient performance.</a:t>
            </a:r>
          </a:p>
          <a:p>
            <a:pPr algn="just"/>
            <a:r>
              <a:rPr lang="en-GB" sz="3000" dirty="0">
                <a:solidFill>
                  <a:schemeClr val="tx1">
                    <a:lumMod val="75000"/>
                  </a:schemeClr>
                </a:solidFill>
              </a:rPr>
              <a:t>LLM-based multi-agent systems face a comparable challenge when specialised agents must combine distributed information to reach a joint decision. Although LLM agents do not possess shared mental models in the psychological sense, their functional role can be translated into an external structured memory mechanism. This mechanism records disclosed facts, candidate evaluations, agent positions, the emerging group view, and unresolved questions, and makes this information available in later discussion turns. Together with the accessible discussion history, it forms the system’s context configuration. This configuration represents the input of the proposed model, communication and cooperation represent the central processes, and weighted token usage and correct decisions represent computational efficiency and decision effectiveness.</a:t>
            </a:r>
          </a:p>
        </p:txBody>
      </p:sp>
      <p:sp>
        <p:nvSpPr>
          <p:cNvPr id="21" name="TextBox 20">
            <a:extLst>
              <a:ext uri="{FF2B5EF4-FFF2-40B4-BE49-F238E27FC236}">
                <a16:creationId xmlns:a16="http://schemas.microsoft.com/office/drawing/2014/main" id="{6D61406D-1961-3291-FEC1-61843FEF58A8}"/>
              </a:ext>
            </a:extLst>
          </p:cNvPr>
          <p:cNvSpPr txBox="1"/>
          <p:nvPr/>
        </p:nvSpPr>
        <p:spPr>
          <a:xfrm>
            <a:off x="14526445" y="21917883"/>
            <a:ext cx="15218459" cy="4616648"/>
          </a:xfrm>
          <a:prstGeom prst="rect">
            <a:avLst/>
          </a:prstGeom>
          <a:noFill/>
        </p:spPr>
        <p:txBody>
          <a:bodyPr wrap="square" lIns="0" tIns="0" rIns="0" bIns="0" rtlCol="0">
            <a:spAutoFit/>
          </a:bodyPr>
          <a:lstStyle/>
          <a:p>
            <a:pPr algn="just"/>
            <a:r>
              <a:rPr lang="en-GB" sz="3000" dirty="0">
                <a:solidFill>
                  <a:schemeClr val="tx1">
                    <a:lumMod val="75000"/>
                  </a:schemeClr>
                </a:solidFill>
              </a:rPr>
              <a:t>The study comprised 800 independent simulations of a personnel-selection task. Three LLM-based agents acted as an airline hiring panel and selected a long-distance pilot from four candidates. Although all agents received the same task information, each held different private facts; Candidate C could only be identified as the best choice when these facts were shared and integrated. The study compared a transcript-only baseline with three structured-memory conditions offering low, moderate, or high discussion-context transparency. Communication captured whether private information was taken up by another agent, cooperation captured the integration of others’ contributions, and performance was assessed through weighted token usage and correct selection of Candidate C.</a:t>
            </a:r>
          </a:p>
        </p:txBody>
      </p:sp>
      <p:sp>
        <p:nvSpPr>
          <p:cNvPr id="22" name="TextBox 21">
            <a:extLst>
              <a:ext uri="{FF2B5EF4-FFF2-40B4-BE49-F238E27FC236}">
                <a16:creationId xmlns:a16="http://schemas.microsoft.com/office/drawing/2014/main" id="{B72A0BF8-1C66-7A1F-C13E-434A30CEB632}"/>
              </a:ext>
            </a:extLst>
          </p:cNvPr>
          <p:cNvSpPr txBox="1"/>
          <p:nvPr/>
        </p:nvSpPr>
        <p:spPr>
          <a:xfrm>
            <a:off x="979486" y="26850440"/>
            <a:ext cx="17446626" cy="830997"/>
          </a:xfrm>
          <a:prstGeom prst="rect">
            <a:avLst/>
          </a:prstGeom>
          <a:noFill/>
        </p:spPr>
        <p:txBody>
          <a:bodyPr wrap="square" lIns="0" tIns="0" rIns="0" bIns="0" rtlCol="0">
            <a:spAutoFit/>
          </a:bodyPr>
          <a:lstStyle/>
          <a:p>
            <a:r>
              <a:rPr lang="en-DE" sz="5400" b="1" dirty="0">
                <a:solidFill>
                  <a:schemeClr val="tx2"/>
                </a:solidFill>
              </a:rPr>
              <a:t>IV. Results &amp; Discussion</a:t>
            </a:r>
          </a:p>
        </p:txBody>
      </p:sp>
      <p:pic>
        <p:nvPicPr>
          <p:cNvPr id="29" name="Picture 28">
            <a:extLst>
              <a:ext uri="{FF2B5EF4-FFF2-40B4-BE49-F238E27FC236}">
                <a16:creationId xmlns:a16="http://schemas.microsoft.com/office/drawing/2014/main" id="{6AD95C22-67FB-1304-D442-068A9068C489}"/>
              </a:ext>
            </a:extLst>
          </p:cNvPr>
          <p:cNvPicPr>
            <a:picLocks noChangeAspect="1"/>
          </p:cNvPicPr>
          <p:nvPr/>
        </p:nvPicPr>
        <p:blipFill>
          <a:blip r:embed="rId3"/>
          <a:srcRect b="4613"/>
          <a:stretch>
            <a:fillRect/>
          </a:stretch>
        </p:blipFill>
        <p:spPr>
          <a:xfrm>
            <a:off x="18601188" y="31789667"/>
            <a:ext cx="11143715" cy="7200000"/>
          </a:xfrm>
          <a:prstGeom prst="rect">
            <a:avLst/>
          </a:prstGeom>
        </p:spPr>
      </p:pic>
      <p:sp>
        <p:nvSpPr>
          <p:cNvPr id="30" name="TextBox 29">
            <a:extLst>
              <a:ext uri="{FF2B5EF4-FFF2-40B4-BE49-F238E27FC236}">
                <a16:creationId xmlns:a16="http://schemas.microsoft.com/office/drawing/2014/main" id="{A4DAE3DE-44F3-E8CE-612F-BC9D0AFA3EA6}"/>
              </a:ext>
            </a:extLst>
          </p:cNvPr>
          <p:cNvSpPr txBox="1"/>
          <p:nvPr/>
        </p:nvSpPr>
        <p:spPr>
          <a:xfrm>
            <a:off x="14526443" y="20892214"/>
            <a:ext cx="17446626" cy="830997"/>
          </a:xfrm>
          <a:prstGeom prst="rect">
            <a:avLst/>
          </a:prstGeom>
          <a:noFill/>
        </p:spPr>
        <p:txBody>
          <a:bodyPr wrap="square" lIns="0" tIns="0" rIns="0" bIns="0" rtlCol="0">
            <a:spAutoFit/>
          </a:bodyPr>
          <a:lstStyle/>
          <a:p>
            <a:r>
              <a:rPr lang="en-DE" sz="5400" b="1" dirty="0">
                <a:solidFill>
                  <a:schemeClr val="tx2"/>
                </a:solidFill>
              </a:rPr>
              <a:t>III. Methodology</a:t>
            </a:r>
          </a:p>
        </p:txBody>
      </p:sp>
      <p:sp>
        <p:nvSpPr>
          <p:cNvPr id="34" name="TextBox 33">
            <a:extLst>
              <a:ext uri="{FF2B5EF4-FFF2-40B4-BE49-F238E27FC236}">
                <a16:creationId xmlns:a16="http://schemas.microsoft.com/office/drawing/2014/main" id="{BCB0C2AC-AE2B-E4AC-4D1F-9AC9680D5E1B}"/>
              </a:ext>
            </a:extLst>
          </p:cNvPr>
          <p:cNvSpPr txBox="1"/>
          <p:nvPr/>
        </p:nvSpPr>
        <p:spPr>
          <a:xfrm>
            <a:off x="979487" y="27895818"/>
            <a:ext cx="28765417" cy="3693319"/>
          </a:xfrm>
          <a:prstGeom prst="rect">
            <a:avLst/>
          </a:prstGeom>
          <a:noFill/>
        </p:spPr>
        <p:txBody>
          <a:bodyPr wrap="square" lIns="0" tIns="0" rIns="0" bIns="0" rtlCol="0">
            <a:spAutoFit/>
          </a:bodyPr>
          <a:lstStyle/>
          <a:p>
            <a:pPr algn="just"/>
            <a:r>
              <a:rPr lang="en-GB" sz="3000" dirty="0">
                <a:solidFill>
                  <a:schemeClr val="tx1">
                    <a:lumMod val="75000"/>
                  </a:schemeClr>
                </a:solidFill>
              </a:rPr>
              <a:t>Across 800 simulations, structured memory improved collective LLM-agent decision-making, but its benefits depended on the surrounding context. Communication improved in all structured-memory conditions, whereas cooperation improved only when agents received limited additional discussion history. The strongest overall outcomes therefore emerged when a structured shared representation was paired with a selective rather than extensive raw context. The performance results support this conclusion. Limited context produced the most accurate decisions, while high transparency combined comparatively poor effectiveness with the greatest token usage. More prior discussion history was therefore not automatically beneficial and may have reduced the salience of decision-relevant information. The regression results further show that communication and cooperation fulfil distinct roles. Communication increased the likelihood of a correct decision but required greater computational effort. Cooperation, in contrast, was associated with lower token usage and marginally higher decision effectiveness. Overall, the findings suggest that LLM-based teams benefit less from maximising available history than from maintaining a selective, structured, and usable representation of shared knowledge.</a:t>
            </a:r>
          </a:p>
        </p:txBody>
      </p:sp>
      <p:pic>
        <p:nvPicPr>
          <p:cNvPr id="44" name="Picture 43">
            <a:extLst>
              <a:ext uri="{FF2B5EF4-FFF2-40B4-BE49-F238E27FC236}">
                <a16:creationId xmlns:a16="http://schemas.microsoft.com/office/drawing/2014/main" id="{1BFC0854-F93E-092F-BFE8-EDFEBAF355BC}"/>
              </a:ext>
            </a:extLst>
          </p:cNvPr>
          <p:cNvPicPr>
            <a:picLocks noChangeAspect="1"/>
          </p:cNvPicPr>
          <p:nvPr/>
        </p:nvPicPr>
        <p:blipFill>
          <a:blip r:embed="rId4"/>
          <a:srcRect l="3110" t="6598"/>
          <a:stretch>
            <a:fillRect/>
          </a:stretch>
        </p:blipFill>
        <p:spPr>
          <a:xfrm>
            <a:off x="979486" y="31789667"/>
            <a:ext cx="8573013" cy="7200001"/>
          </a:xfrm>
          <a:prstGeom prst="rect">
            <a:avLst/>
          </a:prstGeom>
        </p:spPr>
      </p:pic>
      <p:pic>
        <p:nvPicPr>
          <p:cNvPr id="46" name="Picture 45">
            <a:extLst>
              <a:ext uri="{FF2B5EF4-FFF2-40B4-BE49-F238E27FC236}">
                <a16:creationId xmlns:a16="http://schemas.microsoft.com/office/drawing/2014/main" id="{66593556-D031-55E1-4FD6-7F3A1CFC0E1B}"/>
              </a:ext>
            </a:extLst>
          </p:cNvPr>
          <p:cNvPicPr>
            <a:picLocks noChangeAspect="1"/>
          </p:cNvPicPr>
          <p:nvPr/>
        </p:nvPicPr>
        <p:blipFill>
          <a:blip r:embed="rId5"/>
          <a:srcRect l="3110" t="6598"/>
          <a:stretch>
            <a:fillRect/>
          </a:stretch>
        </p:blipFill>
        <p:spPr>
          <a:xfrm>
            <a:off x="9702800" y="31789667"/>
            <a:ext cx="8573013" cy="7200000"/>
          </a:xfrm>
          <a:prstGeom prst="rect">
            <a:avLst/>
          </a:prstGeom>
        </p:spPr>
      </p:pic>
      <p:sp>
        <p:nvSpPr>
          <p:cNvPr id="51" name="TextBox 50">
            <a:extLst>
              <a:ext uri="{FF2B5EF4-FFF2-40B4-BE49-F238E27FC236}">
                <a16:creationId xmlns:a16="http://schemas.microsoft.com/office/drawing/2014/main" id="{9E7EEF27-ABD7-3337-2B0F-BD1D51DE7FBF}"/>
              </a:ext>
            </a:extLst>
          </p:cNvPr>
          <p:cNvSpPr txBox="1"/>
          <p:nvPr/>
        </p:nvSpPr>
        <p:spPr>
          <a:xfrm>
            <a:off x="14526444" y="20306680"/>
            <a:ext cx="14400000" cy="369332"/>
          </a:xfrm>
          <a:prstGeom prst="rect">
            <a:avLst/>
          </a:prstGeom>
          <a:noFill/>
        </p:spPr>
        <p:txBody>
          <a:bodyPr wrap="square" lIns="0" tIns="0" rIns="0" bIns="0" rtlCol="0">
            <a:spAutoFit/>
          </a:bodyPr>
          <a:lstStyle/>
          <a:p>
            <a:r>
              <a:rPr lang="en-DE" sz="2400" i="1" dirty="0">
                <a:solidFill>
                  <a:schemeClr val="tx1">
                    <a:lumMod val="75000"/>
                  </a:schemeClr>
                </a:solidFill>
              </a:rPr>
              <a:t>Fig. 2: </a:t>
            </a:r>
            <a:r>
              <a:rPr lang="en-GB" sz="2400" i="1" dirty="0">
                <a:solidFill>
                  <a:schemeClr val="tx1">
                    <a:lumMod val="75000"/>
                  </a:schemeClr>
                </a:solidFill>
              </a:rPr>
              <a:t>Conceptual research model and hypothesized relationships</a:t>
            </a:r>
            <a:endParaRPr lang="en-DE" sz="2400" i="1" dirty="0">
              <a:solidFill>
                <a:schemeClr val="tx1">
                  <a:lumMod val="75000"/>
                </a:schemeClr>
              </a:solidFill>
            </a:endParaRPr>
          </a:p>
        </p:txBody>
      </p:sp>
      <p:sp>
        <p:nvSpPr>
          <p:cNvPr id="52" name="TextBox 51">
            <a:extLst>
              <a:ext uri="{FF2B5EF4-FFF2-40B4-BE49-F238E27FC236}">
                <a16:creationId xmlns:a16="http://schemas.microsoft.com/office/drawing/2014/main" id="{92EE2DCD-6885-258E-5363-2CDC62DEA07F}"/>
              </a:ext>
            </a:extLst>
          </p:cNvPr>
          <p:cNvSpPr txBox="1"/>
          <p:nvPr/>
        </p:nvSpPr>
        <p:spPr>
          <a:xfrm>
            <a:off x="979486" y="39221391"/>
            <a:ext cx="8471844" cy="369332"/>
          </a:xfrm>
          <a:prstGeom prst="rect">
            <a:avLst/>
          </a:prstGeom>
          <a:noFill/>
        </p:spPr>
        <p:txBody>
          <a:bodyPr wrap="square" lIns="0" tIns="0" rIns="0" bIns="0" rtlCol="0">
            <a:spAutoFit/>
          </a:bodyPr>
          <a:lstStyle/>
          <a:p>
            <a:r>
              <a:rPr lang="en-DE" sz="2400" i="1" dirty="0">
                <a:solidFill>
                  <a:schemeClr val="tx1">
                    <a:lumMod val="75000"/>
                  </a:schemeClr>
                </a:solidFill>
              </a:rPr>
              <a:t>Fig. 2: </a:t>
            </a:r>
            <a:r>
              <a:rPr lang="en-GB" sz="2400" i="1" dirty="0">
                <a:solidFill>
                  <a:schemeClr val="tx1">
                    <a:lumMod val="75000"/>
                  </a:schemeClr>
                </a:solidFill>
              </a:rPr>
              <a:t>Correct-decision rates across experimental conditions</a:t>
            </a:r>
            <a:endParaRPr lang="en-DE" sz="2400" i="1" dirty="0">
              <a:solidFill>
                <a:schemeClr val="tx1">
                  <a:lumMod val="75000"/>
                </a:schemeClr>
              </a:solidFill>
            </a:endParaRPr>
          </a:p>
        </p:txBody>
      </p:sp>
      <p:sp>
        <p:nvSpPr>
          <p:cNvPr id="53" name="TextBox 52">
            <a:extLst>
              <a:ext uri="{FF2B5EF4-FFF2-40B4-BE49-F238E27FC236}">
                <a16:creationId xmlns:a16="http://schemas.microsoft.com/office/drawing/2014/main" id="{AF27CCA3-9B03-BE92-ABEB-F0F574BA736E}"/>
              </a:ext>
            </a:extLst>
          </p:cNvPr>
          <p:cNvSpPr txBox="1"/>
          <p:nvPr/>
        </p:nvSpPr>
        <p:spPr>
          <a:xfrm>
            <a:off x="9702800" y="39221391"/>
            <a:ext cx="8471844" cy="369332"/>
          </a:xfrm>
          <a:prstGeom prst="rect">
            <a:avLst/>
          </a:prstGeom>
          <a:noFill/>
        </p:spPr>
        <p:txBody>
          <a:bodyPr wrap="square" lIns="0" tIns="0" rIns="0" bIns="0" rtlCol="0">
            <a:spAutoFit/>
          </a:bodyPr>
          <a:lstStyle/>
          <a:p>
            <a:r>
              <a:rPr lang="en-DE" sz="2400" i="1" dirty="0">
                <a:solidFill>
                  <a:schemeClr val="tx1">
                    <a:lumMod val="75000"/>
                  </a:schemeClr>
                </a:solidFill>
              </a:rPr>
              <a:t>Fig. 3:  </a:t>
            </a:r>
            <a:r>
              <a:rPr lang="en-GB" sz="2400" i="1" dirty="0">
                <a:solidFill>
                  <a:schemeClr val="tx1">
                    <a:lumMod val="75000"/>
                  </a:schemeClr>
                </a:solidFill>
              </a:rPr>
              <a:t>Weighted token usage across experimental conditions</a:t>
            </a:r>
            <a:endParaRPr lang="en-DE" sz="2400" i="1" dirty="0">
              <a:solidFill>
                <a:schemeClr val="tx1">
                  <a:lumMod val="75000"/>
                </a:schemeClr>
              </a:solidFill>
            </a:endParaRPr>
          </a:p>
        </p:txBody>
      </p:sp>
      <p:sp>
        <p:nvSpPr>
          <p:cNvPr id="54" name="TextBox 53">
            <a:extLst>
              <a:ext uri="{FF2B5EF4-FFF2-40B4-BE49-F238E27FC236}">
                <a16:creationId xmlns:a16="http://schemas.microsoft.com/office/drawing/2014/main" id="{2E1E1C97-9FC4-3431-31F4-80D18D0E3EE5}"/>
              </a:ext>
            </a:extLst>
          </p:cNvPr>
          <p:cNvSpPr txBox="1"/>
          <p:nvPr/>
        </p:nvSpPr>
        <p:spPr>
          <a:xfrm>
            <a:off x="18601188" y="39221391"/>
            <a:ext cx="8471844" cy="369332"/>
          </a:xfrm>
          <a:prstGeom prst="rect">
            <a:avLst/>
          </a:prstGeom>
          <a:noFill/>
        </p:spPr>
        <p:txBody>
          <a:bodyPr wrap="square" lIns="0" tIns="0" rIns="0" bIns="0" rtlCol="0">
            <a:spAutoFit/>
          </a:bodyPr>
          <a:lstStyle/>
          <a:p>
            <a:r>
              <a:rPr lang="en-DE" sz="2400" i="1" dirty="0">
                <a:solidFill>
                  <a:schemeClr val="tx1">
                    <a:lumMod val="75000"/>
                  </a:schemeClr>
                </a:solidFill>
              </a:rPr>
              <a:t>Table 1: </a:t>
            </a:r>
            <a:r>
              <a:rPr lang="en-GB" sz="2400" i="1" dirty="0">
                <a:solidFill>
                  <a:schemeClr val="tx1">
                    <a:lumMod val="75000"/>
                  </a:schemeClr>
                </a:solidFill>
              </a:rPr>
              <a:t>Regression results</a:t>
            </a:r>
            <a:endParaRPr lang="en-DE" sz="2400" i="1" dirty="0">
              <a:solidFill>
                <a:schemeClr val="tx1">
                  <a:lumMod val="75000"/>
                </a:schemeClr>
              </a:solidFill>
            </a:endParaRPr>
          </a:p>
        </p:txBody>
      </p:sp>
      <p:sp>
        <p:nvSpPr>
          <p:cNvPr id="78" name="TextBox 77">
            <a:extLst>
              <a:ext uri="{FF2B5EF4-FFF2-40B4-BE49-F238E27FC236}">
                <a16:creationId xmlns:a16="http://schemas.microsoft.com/office/drawing/2014/main" id="{B517C234-520F-C026-42F5-68A8DBF58DC0}"/>
              </a:ext>
            </a:extLst>
          </p:cNvPr>
          <p:cNvSpPr txBox="1"/>
          <p:nvPr/>
        </p:nvSpPr>
        <p:spPr>
          <a:xfrm>
            <a:off x="979486" y="26358880"/>
            <a:ext cx="13148900" cy="383598"/>
          </a:xfrm>
          <a:prstGeom prst="rect">
            <a:avLst/>
          </a:prstGeom>
          <a:noFill/>
        </p:spPr>
        <p:txBody>
          <a:bodyPr wrap="square" lIns="0" tIns="0" rIns="0" bIns="0" rtlCol="0">
            <a:spAutoFit/>
          </a:bodyPr>
          <a:lstStyle/>
          <a:p>
            <a:r>
              <a:rPr lang="en-DE" sz="2400" i="1" dirty="0">
                <a:solidFill>
                  <a:schemeClr val="tx1">
                    <a:lumMod val="75000"/>
                  </a:schemeClr>
                </a:solidFill>
              </a:rPr>
              <a:t>Fig. 1:  </a:t>
            </a:r>
            <a:r>
              <a:rPr lang="en-GB" sz="2400" i="1" dirty="0">
                <a:solidFill>
                  <a:schemeClr val="tx1">
                    <a:lumMod val="75000"/>
                  </a:schemeClr>
                </a:solidFill>
              </a:rPr>
              <a:t>Transfer from human team cognition theory to multi-agent systems</a:t>
            </a:r>
            <a:endParaRPr lang="en-DE" sz="2400" i="1" dirty="0">
              <a:solidFill>
                <a:schemeClr val="tx1">
                  <a:lumMod val="75000"/>
                </a:schemeClr>
              </a:solidFill>
            </a:endParaRPr>
          </a:p>
        </p:txBody>
      </p:sp>
      <p:sp>
        <p:nvSpPr>
          <p:cNvPr id="79" name="TextBox 78">
            <a:extLst>
              <a:ext uri="{FF2B5EF4-FFF2-40B4-BE49-F238E27FC236}">
                <a16:creationId xmlns:a16="http://schemas.microsoft.com/office/drawing/2014/main" id="{D9DE1A91-1EB2-17D4-009A-F564AA6BF4DE}"/>
              </a:ext>
            </a:extLst>
          </p:cNvPr>
          <p:cNvSpPr txBox="1"/>
          <p:nvPr/>
        </p:nvSpPr>
        <p:spPr>
          <a:xfrm>
            <a:off x="14526444" y="11129354"/>
            <a:ext cx="15218459" cy="5078313"/>
          </a:xfrm>
          <a:prstGeom prst="rect">
            <a:avLst/>
          </a:prstGeom>
          <a:noFill/>
        </p:spPr>
        <p:txBody>
          <a:bodyPr wrap="square" lIns="0" tIns="0" rIns="0" bIns="0" rtlCol="0">
            <a:spAutoFit/>
          </a:bodyPr>
          <a:lstStyle/>
          <a:p>
            <a:pPr algn="just"/>
            <a:r>
              <a:rPr lang="en-GB" sz="3000" dirty="0">
                <a:solidFill>
                  <a:schemeClr val="tx1">
                    <a:lumMod val="75000"/>
                  </a:schemeClr>
                </a:solidFill>
              </a:rPr>
              <a:t>Accordingly, LLM-based multi-agent systems employing the structured memory mechanism are expected to exhibit higher communication quality (H1a) and cooperation quality (H1b) than transcript-only baseline systems. Within the structured-memory conditions, moderate discussion-context transparency is expected to improve communication (H2a) and cooperation (H2b) relative to low transparency because agents can trace and ground prior contributions in the discussion history. Moderate transparency is also expected to outperform high transparency in communication (H3a) and cooperation (H3b), as excessive context may reduce the salience of decision-relevant information. Finally, higher communication quality is expected to improve computational efficiency (H4a) and decision effectiveness (H4b), while higher cooperation quality is expected to improve computational efficiency (H5a) and decision effectiveness (H5b).</a:t>
            </a:r>
          </a:p>
        </p:txBody>
      </p:sp>
      <p:pic>
        <p:nvPicPr>
          <p:cNvPr id="82" name="Picture 81">
            <a:extLst>
              <a:ext uri="{FF2B5EF4-FFF2-40B4-BE49-F238E27FC236}">
                <a16:creationId xmlns:a16="http://schemas.microsoft.com/office/drawing/2014/main" id="{84B278B7-588E-8D06-7318-C0EDB9B1C358}"/>
              </a:ext>
            </a:extLst>
          </p:cNvPr>
          <p:cNvPicPr>
            <a:picLocks noChangeAspect="1"/>
          </p:cNvPicPr>
          <p:nvPr/>
        </p:nvPicPr>
        <p:blipFill>
          <a:blip r:embed="rId6"/>
          <a:srcRect l="628" t="3560" r="737" b="3432"/>
          <a:stretch>
            <a:fillRect/>
          </a:stretch>
        </p:blipFill>
        <p:spPr>
          <a:xfrm>
            <a:off x="979486" y="21224484"/>
            <a:ext cx="13141418" cy="5079600"/>
          </a:xfrm>
          <a:prstGeom prst="rect">
            <a:avLst/>
          </a:prstGeom>
        </p:spPr>
      </p:pic>
      <p:pic>
        <p:nvPicPr>
          <p:cNvPr id="84" name="Picture 83">
            <a:extLst>
              <a:ext uri="{FF2B5EF4-FFF2-40B4-BE49-F238E27FC236}">
                <a16:creationId xmlns:a16="http://schemas.microsoft.com/office/drawing/2014/main" id="{2F7626C0-1CF2-A855-60DE-6EC3DEDF5595}"/>
              </a:ext>
            </a:extLst>
          </p:cNvPr>
          <p:cNvPicPr>
            <a:picLocks noChangeAspect="1"/>
          </p:cNvPicPr>
          <p:nvPr/>
        </p:nvPicPr>
        <p:blipFill>
          <a:blip r:embed="rId7"/>
          <a:stretch>
            <a:fillRect/>
          </a:stretch>
        </p:blipFill>
        <p:spPr>
          <a:xfrm>
            <a:off x="14526443" y="16226158"/>
            <a:ext cx="14626065" cy="3934800"/>
          </a:xfrm>
          <a:prstGeom prst="rect">
            <a:avLst/>
          </a:prstGeom>
        </p:spPr>
      </p:pic>
    </p:spTree>
    <p:extLst>
      <p:ext uri="{BB962C8B-B14F-4D97-AF65-F5344CB8AC3E}">
        <p14:creationId xmlns:p14="http://schemas.microsoft.com/office/powerpoint/2010/main" val="2424444145"/>
      </p:ext>
    </p:extLst>
  </p:cSld>
  <p:clrMapOvr>
    <a:masterClrMapping/>
  </p:clrMapOvr>
</p:sld>
</file>

<file path=ppt/theme/theme1.xml><?xml version="1.0" encoding="utf-8"?>
<a:theme xmlns:a="http://schemas.openxmlformats.org/drawingml/2006/main" name="UHOH">
  <a:themeElements>
    <a:clrScheme name="Farben UHOH">
      <a:dk1>
        <a:srgbClr val="525250"/>
      </a:dk1>
      <a:lt1>
        <a:sysClr val="window" lastClr="FFFFFF"/>
      </a:lt1>
      <a:dk2>
        <a:srgbClr val="004577"/>
      </a:dk2>
      <a:lt2>
        <a:srgbClr val="EAF3F4"/>
      </a:lt2>
      <a:accent1>
        <a:srgbClr val="6EAAC1"/>
      </a:accent1>
      <a:accent2>
        <a:srgbClr val="55742B"/>
      </a:accent2>
      <a:accent3>
        <a:srgbClr val="AFCA0B"/>
      </a:accent3>
      <a:accent4>
        <a:srgbClr val="711E5A"/>
      </a:accent4>
      <a:accent5>
        <a:srgbClr val="C5A63B"/>
      </a:accent5>
      <a:accent6>
        <a:srgbClr val="A5C249"/>
      </a:accent6>
      <a:hlink>
        <a:srgbClr val="7030A0"/>
      </a:hlink>
      <a:folHlink>
        <a:srgbClr val="525250"/>
      </a:folHlink>
    </a:clrScheme>
    <a:fontScheme name="UHOH-Segoe">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lumMod val="40000"/>
              <a:lumOff val="6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3000" dirty="0" err="1" smtClean="0">
            <a:solidFill>
              <a:schemeClr val="tx1">
                <a:lumMod val="75000"/>
              </a:schemeClr>
            </a:solidFill>
          </a:defRPr>
        </a:defPPr>
      </a:lstStyle>
    </a:txDef>
  </a:objectDefaults>
  <a:extraClrSchemeLst/>
  <a:extLst>
    <a:ext uri="{05A4C25C-085E-4340-85A3-A5531E510DB2}">
      <thm15:themeFamily xmlns:thm15="http://schemas.microsoft.com/office/thememl/2012/main" name="UHOH" id="{942A5631-245D-4D38-9C89-6707D8310737}" vid="{76377F6C-B921-42D4-967B-F5DDB5AADF7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UHOH</Template>
  <TotalTime>184</TotalTime>
  <Words>1317</Words>
  <Application>Microsoft Macintosh PowerPoint</Application>
  <PresentationFormat>Custom</PresentationFormat>
  <Paragraphs>31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Segoe UI</vt:lpstr>
      <vt:lpstr>Segoe UI Semibold</vt:lpstr>
      <vt:lpstr>UHOH</vt:lpstr>
      <vt:lpstr>Shared Mental Models in Generative AI-Based Multi-Agent Systems: A Simulation Study Grounded in Human Team Cognition Theory</vt:lpstr>
    </vt:vector>
  </TitlesOfParts>
  <Company>Universität Hohenheim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ljfdslfjdkfjd</dc:title>
  <dc:creator>Terzoglou, Sabine</dc:creator>
  <cp:lastModifiedBy>Leonard Hegemann</cp:lastModifiedBy>
  <cp:revision>116</cp:revision>
  <dcterms:created xsi:type="dcterms:W3CDTF">2022-11-29T09:37:10Z</dcterms:created>
  <dcterms:modified xsi:type="dcterms:W3CDTF">2026-07-03T11:31:55Z</dcterms:modified>
</cp:coreProperties>
</file>