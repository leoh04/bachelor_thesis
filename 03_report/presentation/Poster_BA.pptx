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60" r:id="rId2"/>
  </p:sldIdLst>
  <p:sldSz cx="30240288" cy="42479913"/>
  <p:notesSz cx="6858000" cy="9144000"/>
  <p:defaultTextStyle>
    <a:defPPr>
      <a:defRPr lang="de-DE"/>
    </a:defPPr>
    <a:lvl1pPr marL="0" algn="l" defTabSz="3489669" rtl="0" eaLnBrk="1" latinLnBrk="0" hangingPunct="1">
      <a:defRPr sz="6871" kern="1200">
        <a:solidFill>
          <a:schemeClr val="tx1"/>
        </a:solidFill>
        <a:latin typeface="+mn-lt"/>
        <a:ea typeface="+mn-ea"/>
        <a:cs typeface="+mn-cs"/>
      </a:defRPr>
    </a:lvl1pPr>
    <a:lvl2pPr marL="1744834" algn="l" defTabSz="3489669" rtl="0" eaLnBrk="1" latinLnBrk="0" hangingPunct="1">
      <a:defRPr sz="6871" kern="1200">
        <a:solidFill>
          <a:schemeClr val="tx1"/>
        </a:solidFill>
        <a:latin typeface="+mn-lt"/>
        <a:ea typeface="+mn-ea"/>
        <a:cs typeface="+mn-cs"/>
      </a:defRPr>
    </a:lvl2pPr>
    <a:lvl3pPr marL="3489669" algn="l" defTabSz="3489669" rtl="0" eaLnBrk="1" latinLnBrk="0" hangingPunct="1">
      <a:defRPr sz="6871" kern="1200">
        <a:solidFill>
          <a:schemeClr val="tx1"/>
        </a:solidFill>
        <a:latin typeface="+mn-lt"/>
        <a:ea typeface="+mn-ea"/>
        <a:cs typeface="+mn-cs"/>
      </a:defRPr>
    </a:lvl3pPr>
    <a:lvl4pPr marL="5234503" algn="l" defTabSz="3489669" rtl="0" eaLnBrk="1" latinLnBrk="0" hangingPunct="1">
      <a:defRPr sz="6871" kern="1200">
        <a:solidFill>
          <a:schemeClr val="tx1"/>
        </a:solidFill>
        <a:latin typeface="+mn-lt"/>
        <a:ea typeface="+mn-ea"/>
        <a:cs typeface="+mn-cs"/>
      </a:defRPr>
    </a:lvl4pPr>
    <a:lvl5pPr marL="6979338" algn="l" defTabSz="3489669" rtl="0" eaLnBrk="1" latinLnBrk="0" hangingPunct="1">
      <a:defRPr sz="6871" kern="1200">
        <a:solidFill>
          <a:schemeClr val="tx1"/>
        </a:solidFill>
        <a:latin typeface="+mn-lt"/>
        <a:ea typeface="+mn-ea"/>
        <a:cs typeface="+mn-cs"/>
      </a:defRPr>
    </a:lvl5pPr>
    <a:lvl6pPr marL="8724176" algn="l" defTabSz="3489669" rtl="0" eaLnBrk="1" latinLnBrk="0" hangingPunct="1">
      <a:defRPr sz="6871" kern="1200">
        <a:solidFill>
          <a:schemeClr val="tx1"/>
        </a:solidFill>
        <a:latin typeface="+mn-lt"/>
        <a:ea typeface="+mn-ea"/>
        <a:cs typeface="+mn-cs"/>
      </a:defRPr>
    </a:lvl6pPr>
    <a:lvl7pPr marL="10469006" algn="l" defTabSz="3489669" rtl="0" eaLnBrk="1" latinLnBrk="0" hangingPunct="1">
      <a:defRPr sz="6871" kern="1200">
        <a:solidFill>
          <a:schemeClr val="tx1"/>
        </a:solidFill>
        <a:latin typeface="+mn-lt"/>
        <a:ea typeface="+mn-ea"/>
        <a:cs typeface="+mn-cs"/>
      </a:defRPr>
    </a:lvl7pPr>
    <a:lvl8pPr marL="12213845" algn="l" defTabSz="3489669" rtl="0" eaLnBrk="1" latinLnBrk="0" hangingPunct="1">
      <a:defRPr sz="6871" kern="1200">
        <a:solidFill>
          <a:schemeClr val="tx1"/>
        </a:solidFill>
        <a:latin typeface="+mn-lt"/>
        <a:ea typeface="+mn-ea"/>
        <a:cs typeface="+mn-cs"/>
      </a:defRPr>
    </a:lvl8pPr>
    <a:lvl9pPr marL="13958679" algn="l" defTabSz="3489669" rtl="0" eaLnBrk="1" latinLnBrk="0" hangingPunct="1">
      <a:defRPr sz="6871"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380" userDrawn="1">
          <p15:clr>
            <a:srgbClr val="A4A3A4"/>
          </p15:clr>
        </p15:guide>
        <p15:guide id="2" pos="9525"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10" autoAdjust="0"/>
    <p:restoredTop sz="94544" autoAdjust="0"/>
  </p:normalViewPr>
  <p:slideViewPr>
    <p:cSldViewPr snapToGrid="0" showGuides="1">
      <p:cViewPr>
        <p:scale>
          <a:sx n="57" d="100"/>
          <a:sy n="57" d="100"/>
        </p:scale>
        <p:origin x="208" y="-9488"/>
      </p:cViewPr>
      <p:guideLst>
        <p:guide orient="horz" pos="13380"/>
        <p:guide pos="9525"/>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64" d="100"/>
          <a:sy n="64" d="100"/>
        </p:scale>
        <p:origin x="3115"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46B381-68CC-451E-A196-85699053D4FD}" type="datetimeFigureOut">
              <a:rPr lang="de-DE" smtClean="0"/>
              <a:t>15.07.26</a:t>
            </a:fld>
            <a:endParaRPr lang="de-DE"/>
          </a:p>
        </p:txBody>
      </p:sp>
      <p:sp>
        <p:nvSpPr>
          <p:cNvPr id="4" name="Folienbildplatzhalter 3"/>
          <p:cNvSpPr>
            <a:spLocks noGrp="1" noRot="1" noChangeAspect="1"/>
          </p:cNvSpPr>
          <p:nvPr>
            <p:ph type="sldImg" idx="2"/>
          </p:nvPr>
        </p:nvSpPr>
        <p:spPr>
          <a:xfrm>
            <a:off x="2330450" y="1143000"/>
            <a:ext cx="21971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3CCB9B-D6C1-43AE-8DB6-4E43F0B29931}" type="slidenum">
              <a:rPr lang="de-DE" smtClean="0"/>
              <a:t>‹#›</a:t>
            </a:fld>
            <a:endParaRPr lang="de-DE"/>
          </a:p>
        </p:txBody>
      </p:sp>
    </p:spTree>
    <p:extLst>
      <p:ext uri="{BB962C8B-B14F-4D97-AF65-F5344CB8AC3E}">
        <p14:creationId xmlns:p14="http://schemas.microsoft.com/office/powerpoint/2010/main" val="124062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F93CCB9B-D6C1-43AE-8DB6-4E43F0B29931}" type="slidenum">
              <a:rPr lang="de-DE" smtClean="0"/>
              <a:t>1</a:t>
            </a:fld>
            <a:endParaRPr lang="de-DE"/>
          </a:p>
        </p:txBody>
      </p:sp>
    </p:spTree>
    <p:extLst>
      <p:ext uri="{BB962C8B-B14F-4D97-AF65-F5344CB8AC3E}">
        <p14:creationId xmlns:p14="http://schemas.microsoft.com/office/powerpoint/2010/main" val="34119515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mit Fläche">
    <p:spTree>
      <p:nvGrpSpPr>
        <p:cNvPr id="1" name=""/>
        <p:cNvGrpSpPr/>
        <p:nvPr/>
      </p:nvGrpSpPr>
      <p:grpSpPr>
        <a:xfrm>
          <a:off x="0" y="0"/>
          <a:ext cx="0" cy="0"/>
          <a:chOff x="0" y="0"/>
          <a:chExt cx="0" cy="0"/>
        </a:xfrm>
      </p:grpSpPr>
      <p:sp>
        <p:nvSpPr>
          <p:cNvPr id="27" name="Textfeld 26"/>
          <p:cNvSpPr txBox="1"/>
          <p:nvPr userDrawn="1"/>
        </p:nvSpPr>
        <p:spPr>
          <a:xfrm>
            <a:off x="22276160" y="3018472"/>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cxnSp>
        <p:nvCxnSpPr>
          <p:cNvPr id="10" name="Gerader Verbinder 9"/>
          <p:cNvCxnSpPr/>
          <p:nvPr userDrawn="1"/>
        </p:nvCxnSpPr>
        <p:spPr>
          <a:xfrm>
            <a:off x="15061150"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feld 10"/>
          <p:cNvSpPr txBox="1"/>
          <p:nvPr userDrawn="1"/>
        </p:nvSpPr>
        <p:spPr>
          <a:xfrm>
            <a:off x="15444788" y="39457313"/>
            <a:ext cx="6105525"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Partner</a:t>
            </a:r>
          </a:p>
        </p:txBody>
      </p:sp>
      <p:sp>
        <p:nvSpPr>
          <p:cNvPr id="17" name="Bildplatzhalter 16"/>
          <p:cNvSpPr>
            <a:spLocks noGrp="1"/>
          </p:cNvSpPr>
          <p:nvPr>
            <p:ph type="pic" sz="quarter" idx="18" hasCustomPrompt="1"/>
          </p:nvPr>
        </p:nvSpPr>
        <p:spPr>
          <a:xfrm>
            <a:off x="1544478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42" name="Bildplatzhalter 16"/>
          <p:cNvSpPr>
            <a:spLocks noGrp="1"/>
          </p:cNvSpPr>
          <p:nvPr>
            <p:ph type="pic" sz="quarter" idx="19" hasCustomPrompt="1"/>
          </p:nvPr>
        </p:nvSpPr>
        <p:spPr>
          <a:xfrm>
            <a:off x="19033263"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43" name="Bildplatzhalter 16"/>
          <p:cNvSpPr>
            <a:spLocks noGrp="1"/>
          </p:cNvSpPr>
          <p:nvPr>
            <p:ph type="pic" sz="quarter" idx="20" hasCustomPrompt="1"/>
          </p:nvPr>
        </p:nvSpPr>
        <p:spPr>
          <a:xfrm>
            <a:off x="2262173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35" name="Bildplatzhalter 34"/>
          <p:cNvSpPr>
            <a:spLocks noGrp="1"/>
          </p:cNvSpPr>
          <p:nvPr>
            <p:ph type="pic" sz="quarter" idx="22" hasCustomPrompt="1"/>
          </p:nvPr>
        </p:nvSpPr>
        <p:spPr>
          <a:xfrm>
            <a:off x="1773003"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16" name="Textplatzhalter 15"/>
          <p:cNvSpPr>
            <a:spLocks noGrp="1"/>
          </p:cNvSpPr>
          <p:nvPr>
            <p:ph type="body" sz="quarter" idx="28" hasCustomPrompt="1"/>
          </p:nvPr>
        </p:nvSpPr>
        <p:spPr>
          <a:xfrm>
            <a:off x="15464759" y="2187357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34" name="Textplatzhalter 15"/>
          <p:cNvSpPr>
            <a:spLocks noGrp="1"/>
          </p:cNvSpPr>
          <p:nvPr>
            <p:ph type="body" sz="quarter" idx="29" hasCustomPrompt="1"/>
          </p:nvPr>
        </p:nvSpPr>
        <p:spPr>
          <a:xfrm>
            <a:off x="22247998" y="3739548"/>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cap="none"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22" name="Textplatzhalter 21"/>
          <p:cNvSpPr>
            <a:spLocks noGrp="1"/>
          </p:cNvSpPr>
          <p:nvPr>
            <p:ph type="body" sz="quarter" idx="31" hasCustomPrompt="1"/>
          </p:nvPr>
        </p:nvSpPr>
        <p:spPr>
          <a:xfrm>
            <a:off x="5003999" y="4017539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38" name="Textfeld 37"/>
          <p:cNvSpPr txBox="1"/>
          <p:nvPr userDrawn="1"/>
        </p:nvSpPr>
        <p:spPr>
          <a:xfrm>
            <a:off x="5003999"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err="1">
                <a:solidFill>
                  <a:schemeClr val="tx2"/>
                </a:solidFill>
                <a:latin typeface="+mn-lt"/>
              </a:rPr>
              <a:t>contact</a:t>
            </a:r>
            <a:endParaRPr lang="de-DE" sz="3000" b="1" cap="all" spc="300" baseline="0" dirty="0">
              <a:solidFill>
                <a:schemeClr val="tx2"/>
              </a:solidFill>
              <a:latin typeface="+mn-lt"/>
            </a:endParaRPr>
          </a:p>
        </p:txBody>
      </p:sp>
      <p:sp>
        <p:nvSpPr>
          <p:cNvPr id="28" name="Textplatzhalter 27"/>
          <p:cNvSpPr>
            <a:spLocks noGrp="1"/>
          </p:cNvSpPr>
          <p:nvPr>
            <p:ph type="body" sz="quarter" idx="32"/>
          </p:nvPr>
        </p:nvSpPr>
        <p:spPr>
          <a:xfrm>
            <a:off x="1870074" y="10726738"/>
            <a:ext cx="26509663" cy="3030826"/>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2" name="Textplatzhalter 31"/>
          <p:cNvSpPr>
            <a:spLocks noGrp="1"/>
          </p:cNvSpPr>
          <p:nvPr>
            <p:ph type="body" sz="quarter" idx="33"/>
          </p:nvPr>
        </p:nvSpPr>
        <p:spPr>
          <a:xfrm>
            <a:off x="1870075" y="15247347"/>
            <a:ext cx="12853988" cy="2289391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0" name="Inhaltsplatzhalter 39"/>
          <p:cNvSpPr>
            <a:spLocks noGrp="1"/>
          </p:cNvSpPr>
          <p:nvPr>
            <p:ph sz="quarter" idx="34"/>
          </p:nvPr>
        </p:nvSpPr>
        <p:spPr>
          <a:xfrm>
            <a:off x="15464759" y="15247347"/>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45" name="Gerader Verbinder 44"/>
          <p:cNvCxnSpPr/>
          <p:nvPr userDrawn="1"/>
        </p:nvCxnSpPr>
        <p:spPr>
          <a:xfrm>
            <a:off x="1077913" y="38738175"/>
            <a:ext cx="28119387"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66" name="Textplatzhalter 15"/>
          <p:cNvSpPr>
            <a:spLocks noGrp="1"/>
          </p:cNvSpPr>
          <p:nvPr>
            <p:ph type="body" sz="quarter" idx="38" hasCustomPrompt="1"/>
          </p:nvPr>
        </p:nvSpPr>
        <p:spPr>
          <a:xfrm>
            <a:off x="15464759" y="29716957"/>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7" name="Inhaltsplatzhalter 39"/>
          <p:cNvSpPr>
            <a:spLocks noGrp="1"/>
          </p:cNvSpPr>
          <p:nvPr>
            <p:ph sz="quarter" idx="39"/>
          </p:nvPr>
        </p:nvSpPr>
        <p:spPr>
          <a:xfrm>
            <a:off x="15464759" y="23090725"/>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8" name="Textplatzhalter 15"/>
          <p:cNvSpPr>
            <a:spLocks noGrp="1"/>
          </p:cNvSpPr>
          <p:nvPr>
            <p:ph type="body" sz="quarter" idx="40" hasCustomPrompt="1"/>
          </p:nvPr>
        </p:nvSpPr>
        <p:spPr>
          <a:xfrm>
            <a:off x="15464759" y="37932820"/>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9" name="Inhaltsplatzhalter 39"/>
          <p:cNvSpPr>
            <a:spLocks noGrp="1"/>
          </p:cNvSpPr>
          <p:nvPr>
            <p:ph sz="quarter" idx="41"/>
          </p:nvPr>
        </p:nvSpPr>
        <p:spPr>
          <a:xfrm>
            <a:off x="15464759" y="31306588"/>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Rechteck 30"/>
          <p:cNvSpPr/>
          <p:nvPr userDrawn="1"/>
        </p:nvSpPr>
        <p:spPr>
          <a:xfrm>
            <a:off x="1870075" y="2495581"/>
            <a:ext cx="19680238" cy="2899378"/>
          </a:xfrm>
          <a:prstGeom prst="rect">
            <a:avLst/>
          </a:prstGeom>
          <a:solidFill>
            <a:schemeClr val="accent3">
              <a:lumMod val="60000"/>
              <a:lumOff val="4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Titel 29"/>
          <p:cNvSpPr>
            <a:spLocks noGrp="1"/>
          </p:cNvSpPr>
          <p:nvPr>
            <p:ph type="title"/>
          </p:nvPr>
        </p:nvSpPr>
        <p:spPr>
          <a:xfrm>
            <a:off x="1870076" y="2495583"/>
            <a:ext cx="19680238" cy="2899377"/>
          </a:xfrm>
        </p:spPr>
        <p:txBody>
          <a:bodyPr/>
          <a:lstStyle/>
          <a:p>
            <a:r>
              <a:rPr lang="de-DE" dirty="0"/>
              <a:t>Titelmasterformat durch Klicken bearbeiten</a:t>
            </a:r>
          </a:p>
        </p:txBody>
      </p:sp>
    </p:spTree>
    <p:extLst>
      <p:ext uri="{BB962C8B-B14F-4D97-AF65-F5344CB8AC3E}">
        <p14:creationId xmlns:p14="http://schemas.microsoft.com/office/powerpoint/2010/main" val="492373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mit Fläche, Variante">
    <p:spTree>
      <p:nvGrpSpPr>
        <p:cNvPr id="1" name=""/>
        <p:cNvGrpSpPr/>
        <p:nvPr/>
      </p:nvGrpSpPr>
      <p:grpSpPr>
        <a:xfrm>
          <a:off x="0" y="0"/>
          <a:ext cx="0" cy="0"/>
          <a:chOff x="0" y="0"/>
          <a:chExt cx="0" cy="0"/>
        </a:xfrm>
      </p:grpSpPr>
      <p:sp>
        <p:nvSpPr>
          <p:cNvPr id="19" name="Rechteck 18"/>
          <p:cNvSpPr/>
          <p:nvPr userDrawn="1"/>
        </p:nvSpPr>
        <p:spPr>
          <a:xfrm>
            <a:off x="1077913" y="2977366"/>
            <a:ext cx="20352343" cy="2880000"/>
          </a:xfrm>
          <a:prstGeom prst="rect">
            <a:avLst/>
          </a:prstGeom>
          <a:solidFill>
            <a:schemeClr val="accent3">
              <a:lumMod val="60000"/>
              <a:lumOff val="4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feld 26"/>
          <p:cNvSpPr txBox="1"/>
          <p:nvPr userDrawn="1"/>
        </p:nvSpPr>
        <p:spPr>
          <a:xfrm>
            <a:off x="22276160" y="3208009"/>
            <a:ext cx="5309419" cy="461665"/>
          </a:xfrm>
          <a:prstGeom prst="rect">
            <a:avLst/>
          </a:prstGeom>
          <a:noFill/>
        </p:spPr>
        <p:txBody>
          <a:bodyPr wrap="square" lIns="0" tIns="0" rIns="0" bIns="0" rtlCol="0">
            <a:spAutoFit/>
          </a:bodyPr>
          <a:lstStyle/>
          <a:p>
            <a:r>
              <a:rPr lang="de-DE" sz="3000" b="1" spc="300" dirty="0">
                <a:solidFill>
                  <a:schemeClr val="accent3"/>
                </a:solidFill>
                <a:latin typeface="+mn-lt"/>
              </a:rPr>
              <a:t>AUTHOR</a:t>
            </a:r>
          </a:p>
        </p:txBody>
      </p:sp>
      <p:sp>
        <p:nvSpPr>
          <p:cNvPr id="30" name="Titel 29"/>
          <p:cNvSpPr>
            <a:spLocks noGrp="1"/>
          </p:cNvSpPr>
          <p:nvPr>
            <p:ph type="title"/>
          </p:nvPr>
        </p:nvSpPr>
        <p:spPr>
          <a:xfrm>
            <a:off x="1077913" y="2956790"/>
            <a:ext cx="20352344" cy="2880000"/>
          </a:xfrm>
        </p:spPr>
        <p:txBody>
          <a:bodyPr/>
          <a:lstStyle/>
          <a:p>
            <a:r>
              <a:rPr lang="de-DE" dirty="0"/>
              <a:t>Titelmasterformat durch Klicken bearbeiten</a:t>
            </a:r>
          </a:p>
        </p:txBody>
      </p:sp>
      <p:sp>
        <p:nvSpPr>
          <p:cNvPr id="28" name="Textplatzhalter 35"/>
          <p:cNvSpPr>
            <a:spLocks noGrp="1"/>
          </p:cNvSpPr>
          <p:nvPr>
            <p:ph type="body" sz="quarter" idx="10" hasCustomPrompt="1"/>
          </p:nvPr>
        </p:nvSpPr>
        <p:spPr>
          <a:xfrm>
            <a:off x="1870075" y="10726739"/>
            <a:ext cx="12853988" cy="27298704"/>
          </a:xfrm>
        </p:spPr>
        <p:txBody>
          <a:bodyPr/>
          <a:lstStyle>
            <a:lvl4pPr>
              <a:lnSpc>
                <a:spcPts val="3600"/>
              </a:lnSpc>
              <a:defRPr/>
            </a:lvl4pPr>
          </a:lstStyle>
          <a:p>
            <a:pPr lvl="1"/>
            <a:r>
              <a:rPr lang="de-DE" dirty="0"/>
              <a:t>Zweite Ebene</a:t>
            </a:r>
          </a:p>
          <a:p>
            <a:pPr lvl="2"/>
            <a:r>
              <a:rPr lang="de-DE" dirty="0"/>
              <a:t>Dritte Ebene</a:t>
            </a:r>
          </a:p>
          <a:p>
            <a:pPr lvl="3"/>
            <a:r>
              <a:rPr lang="de-DE" dirty="0"/>
              <a:t>Vierte Ebene</a:t>
            </a:r>
          </a:p>
          <a:p>
            <a:pPr lvl="4"/>
            <a:r>
              <a:rPr lang="de-DE" dirty="0"/>
              <a:t>Fünfte Ebene</a:t>
            </a:r>
          </a:p>
        </p:txBody>
      </p:sp>
      <p:sp>
        <p:nvSpPr>
          <p:cNvPr id="40" name="Textfeld 39"/>
          <p:cNvSpPr txBox="1"/>
          <p:nvPr userDrawn="1"/>
        </p:nvSpPr>
        <p:spPr>
          <a:xfrm>
            <a:off x="1870075" y="39928373"/>
            <a:ext cx="2139949" cy="461665"/>
          </a:xfrm>
          <a:prstGeom prst="rect">
            <a:avLst/>
          </a:prstGeom>
          <a:noFill/>
        </p:spPr>
        <p:txBody>
          <a:bodyPr wrap="square" lIns="0" tIns="0" rIns="0" bIns="0" rtlCol="0">
            <a:spAutoFit/>
          </a:bodyPr>
          <a:lstStyle/>
          <a:p>
            <a:pPr marL="0" indent="0">
              <a:buFontTx/>
              <a:buNone/>
            </a:pPr>
            <a:r>
              <a:rPr lang="de-DE" sz="3000" b="1" cap="all" spc="300" baseline="0" dirty="0" err="1">
                <a:solidFill>
                  <a:schemeClr val="tx2"/>
                </a:solidFill>
                <a:latin typeface="+mn-lt"/>
              </a:rPr>
              <a:t>contact</a:t>
            </a:r>
            <a:endParaRPr lang="de-DE" sz="3000" b="1" cap="all" spc="300" baseline="0" dirty="0">
              <a:solidFill>
                <a:schemeClr val="tx2"/>
              </a:solidFill>
              <a:latin typeface="+mn-lt"/>
            </a:endParaRPr>
          </a:p>
        </p:txBody>
      </p:sp>
      <p:cxnSp>
        <p:nvCxnSpPr>
          <p:cNvPr id="41" name="Gerader Verbinder 40"/>
          <p:cNvCxnSpPr/>
          <p:nvPr userDrawn="1"/>
        </p:nvCxnSpPr>
        <p:spPr>
          <a:xfrm>
            <a:off x="1077913" y="39788355"/>
            <a:ext cx="28119387"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2" name="Textplatzhalter 15"/>
          <p:cNvSpPr>
            <a:spLocks noGrp="1"/>
          </p:cNvSpPr>
          <p:nvPr>
            <p:ph type="body" sz="quarter" idx="28" hasCustomPrompt="1"/>
          </p:nvPr>
        </p:nvSpPr>
        <p:spPr>
          <a:xfrm>
            <a:off x="15464759" y="19145286"/>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3" name="Inhaltsplatzhalter 39"/>
          <p:cNvSpPr>
            <a:spLocks noGrp="1"/>
          </p:cNvSpPr>
          <p:nvPr>
            <p:ph sz="quarter" idx="34"/>
          </p:nvPr>
        </p:nvSpPr>
        <p:spPr>
          <a:xfrm>
            <a:off x="15444788" y="10726739"/>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5" name="Textplatzhalter 15"/>
          <p:cNvSpPr>
            <a:spLocks noGrp="1"/>
          </p:cNvSpPr>
          <p:nvPr>
            <p:ph type="body" sz="quarter" idx="35" hasCustomPrompt="1"/>
          </p:nvPr>
        </p:nvSpPr>
        <p:spPr>
          <a:xfrm>
            <a:off x="15484730" y="28488700"/>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9" name="Inhaltsplatzhalter 39"/>
          <p:cNvSpPr>
            <a:spLocks noGrp="1"/>
          </p:cNvSpPr>
          <p:nvPr>
            <p:ph sz="quarter" idx="36"/>
          </p:nvPr>
        </p:nvSpPr>
        <p:spPr>
          <a:xfrm>
            <a:off x="15464759" y="20070153"/>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0" name="Textplatzhalter 15"/>
          <p:cNvSpPr>
            <a:spLocks noGrp="1"/>
          </p:cNvSpPr>
          <p:nvPr>
            <p:ph type="body" sz="quarter" idx="37" hasCustomPrompt="1"/>
          </p:nvPr>
        </p:nvSpPr>
        <p:spPr>
          <a:xfrm>
            <a:off x="15504701" y="37832453"/>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1" name="Inhaltsplatzhalter 39"/>
          <p:cNvSpPr>
            <a:spLocks noGrp="1"/>
          </p:cNvSpPr>
          <p:nvPr>
            <p:ph sz="quarter" idx="38"/>
          </p:nvPr>
        </p:nvSpPr>
        <p:spPr>
          <a:xfrm>
            <a:off x="15484730" y="29413906"/>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2" name="Textplatzhalter 21"/>
          <p:cNvSpPr>
            <a:spLocks noGrp="1"/>
          </p:cNvSpPr>
          <p:nvPr>
            <p:ph type="body" sz="quarter" idx="31" hasCustomPrompt="1"/>
          </p:nvPr>
        </p:nvSpPr>
        <p:spPr>
          <a:xfrm>
            <a:off x="1870075" y="4064645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63" name="Textplatzhalter 15"/>
          <p:cNvSpPr>
            <a:spLocks noGrp="1"/>
          </p:cNvSpPr>
          <p:nvPr>
            <p:ph type="body" sz="quarter" idx="29" hasCustomPrompt="1"/>
          </p:nvPr>
        </p:nvSpPr>
        <p:spPr>
          <a:xfrm>
            <a:off x="22276160" y="3962699"/>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8" name="Textfeld 39">
            <a:extLst>
              <a:ext uri="{FF2B5EF4-FFF2-40B4-BE49-F238E27FC236}">
                <a16:creationId xmlns:a16="http://schemas.microsoft.com/office/drawing/2014/main" id="{1C11D200-95D8-542D-5C7F-E7E2C3D26788}"/>
              </a:ext>
            </a:extLst>
          </p:cNvPr>
          <p:cNvSpPr txBox="1"/>
          <p:nvPr userDrawn="1"/>
        </p:nvSpPr>
        <p:spPr>
          <a:xfrm>
            <a:off x="9581436" y="39886919"/>
            <a:ext cx="4017403"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Key References</a:t>
            </a:r>
          </a:p>
        </p:txBody>
      </p:sp>
      <p:sp>
        <p:nvSpPr>
          <p:cNvPr id="9" name="Textplatzhalter 21">
            <a:extLst>
              <a:ext uri="{FF2B5EF4-FFF2-40B4-BE49-F238E27FC236}">
                <a16:creationId xmlns:a16="http://schemas.microsoft.com/office/drawing/2014/main" id="{9C8AF40A-71FC-BF68-D5FB-DEA1451FDA76}"/>
              </a:ext>
            </a:extLst>
          </p:cNvPr>
          <p:cNvSpPr>
            <a:spLocks noGrp="1"/>
          </p:cNvSpPr>
          <p:nvPr>
            <p:ph type="body" sz="quarter" idx="39" hasCustomPrompt="1"/>
          </p:nvPr>
        </p:nvSpPr>
        <p:spPr>
          <a:xfrm>
            <a:off x="12556097" y="40646451"/>
            <a:ext cx="15883554"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Tree>
    <p:extLst>
      <p:ext uri="{BB962C8B-B14F-4D97-AF65-F5344CB8AC3E}">
        <p14:creationId xmlns:p14="http://schemas.microsoft.com/office/powerpoint/2010/main" val="11186343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ohne Fläche">
    <p:spTree>
      <p:nvGrpSpPr>
        <p:cNvPr id="1" name=""/>
        <p:cNvGrpSpPr/>
        <p:nvPr/>
      </p:nvGrpSpPr>
      <p:grpSpPr>
        <a:xfrm>
          <a:off x="0" y="0"/>
          <a:ext cx="0" cy="0"/>
          <a:chOff x="0" y="0"/>
          <a:chExt cx="0" cy="0"/>
        </a:xfrm>
      </p:grpSpPr>
      <p:cxnSp>
        <p:nvCxnSpPr>
          <p:cNvPr id="16" name="Gerader Verbinder 15"/>
          <p:cNvCxnSpPr/>
          <p:nvPr userDrawn="1"/>
        </p:nvCxnSpPr>
        <p:spPr>
          <a:xfrm>
            <a:off x="22248813" y="4229100"/>
            <a:ext cx="0" cy="3829050"/>
          </a:xfrm>
          <a:prstGeom prst="line">
            <a:avLst/>
          </a:prstGeom>
          <a:ln w="381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p:cNvCxnSpPr/>
          <p:nvPr userDrawn="1"/>
        </p:nvCxnSpPr>
        <p:spPr>
          <a:xfrm>
            <a:off x="15120122"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a:xfrm>
            <a:off x="15120122"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41" name="Textplatzhalter 27"/>
          <p:cNvSpPr>
            <a:spLocks noGrp="1"/>
          </p:cNvSpPr>
          <p:nvPr>
            <p:ph type="body" sz="quarter" idx="32"/>
          </p:nvPr>
        </p:nvSpPr>
        <p:spPr>
          <a:xfrm>
            <a:off x="1870074" y="9495365"/>
            <a:ext cx="26509663" cy="3098421"/>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2" name="Textplatzhalter 31"/>
          <p:cNvSpPr>
            <a:spLocks noGrp="1"/>
          </p:cNvSpPr>
          <p:nvPr>
            <p:ph type="body" sz="quarter" idx="33"/>
          </p:nvPr>
        </p:nvSpPr>
        <p:spPr>
          <a:xfrm>
            <a:off x="1870075" y="14083569"/>
            <a:ext cx="12853988" cy="2289391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5" name="Textfeld 44"/>
          <p:cNvSpPr txBox="1"/>
          <p:nvPr userDrawn="1"/>
        </p:nvSpPr>
        <p:spPr>
          <a:xfrm>
            <a:off x="23024312" y="4498924"/>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sp>
        <p:nvSpPr>
          <p:cNvPr id="46" name="Textplatzhalter 15"/>
          <p:cNvSpPr>
            <a:spLocks noGrp="1"/>
          </p:cNvSpPr>
          <p:nvPr>
            <p:ph type="body" sz="quarter" idx="29" hasCustomPrompt="1"/>
          </p:nvPr>
        </p:nvSpPr>
        <p:spPr>
          <a:xfrm>
            <a:off x="22996150" y="5220000"/>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49" name="Bildplatzhalter 2"/>
          <p:cNvSpPr>
            <a:spLocks noGrp="1"/>
          </p:cNvSpPr>
          <p:nvPr>
            <p:ph type="pic" sz="quarter" idx="26" hasCustomPrompt="1"/>
          </p:nvPr>
        </p:nvSpPr>
        <p:spPr>
          <a:xfrm>
            <a:off x="26028128" y="1257300"/>
            <a:ext cx="3165701" cy="1068388"/>
          </a:xfrm>
          <a:solidFill>
            <a:schemeClr val="bg1"/>
          </a:solidFill>
        </p:spPr>
        <p:txBody>
          <a:bodyPr anchor="ctr" anchorCtr="0"/>
          <a:lstStyle>
            <a:lvl1pPr marL="0" marR="0" indent="0" algn="ctr" defTabSz="2267986" rtl="0" eaLnBrk="1" fontAlgn="auto" latinLnBrk="0" hangingPunct="1">
              <a:lnSpc>
                <a:spcPct val="100000"/>
              </a:lnSpc>
              <a:spcBef>
                <a:spcPts val="0"/>
              </a:spcBef>
              <a:spcAft>
                <a:spcPts val="2000"/>
              </a:spcAft>
              <a:buClrTx/>
              <a:buSzTx/>
              <a:buFontTx/>
              <a:buNone/>
              <a:tabLst/>
              <a:defRPr sz="2000" b="0">
                <a:solidFill>
                  <a:schemeClr val="tx1">
                    <a:lumMod val="75000"/>
                  </a:schemeClr>
                </a:solidFill>
                <a:latin typeface="+mn-lt"/>
              </a:defRPr>
            </a:lvl1pPr>
          </a:lstStyle>
          <a:p>
            <a:pPr marL="0" marR="0" lvl="0" indent="0" algn="l" defTabSz="2267986" rtl="0" eaLnBrk="1" fontAlgn="auto" latinLnBrk="0" hangingPunct="1">
              <a:lnSpc>
                <a:spcPct val="100000"/>
              </a:lnSpc>
              <a:spcBef>
                <a:spcPts val="0"/>
              </a:spcBef>
              <a:spcAft>
                <a:spcPts val="2000"/>
              </a:spcAft>
              <a:buClrTx/>
              <a:buSzTx/>
              <a:buFont typeface="+mj-lt"/>
              <a:buNone/>
              <a:tabLst/>
              <a:defRPr/>
            </a:pPr>
            <a:r>
              <a:rPr lang="de-DE" sz="2000" dirty="0">
                <a:solidFill>
                  <a:schemeClr val="tx1">
                    <a:lumMod val="75000"/>
                  </a:schemeClr>
                </a:solidFill>
              </a:rPr>
              <a:t>Evtl. Fremdlogo: immer kleiner als UHOH Logo</a:t>
            </a:r>
          </a:p>
          <a:p>
            <a:endParaRPr lang="de-DE" dirty="0"/>
          </a:p>
        </p:txBody>
      </p:sp>
      <p:sp>
        <p:nvSpPr>
          <p:cNvPr id="51" name="Textplatzhalter 15"/>
          <p:cNvSpPr>
            <a:spLocks noGrp="1"/>
          </p:cNvSpPr>
          <p:nvPr>
            <p:ph type="body" sz="quarter" idx="28" hasCustomPrompt="1"/>
          </p:nvPr>
        </p:nvSpPr>
        <p:spPr>
          <a:xfrm>
            <a:off x="15464759" y="20322258"/>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2" name="Inhaltsplatzhalter 39"/>
          <p:cNvSpPr>
            <a:spLocks noGrp="1"/>
          </p:cNvSpPr>
          <p:nvPr>
            <p:ph sz="quarter" idx="34"/>
          </p:nvPr>
        </p:nvSpPr>
        <p:spPr>
          <a:xfrm>
            <a:off x="15444788" y="14061953"/>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7" name="Textplatzhalter 15"/>
          <p:cNvSpPr>
            <a:spLocks noGrp="1"/>
          </p:cNvSpPr>
          <p:nvPr>
            <p:ph type="body" sz="quarter" idx="38" hasCustomPrompt="1"/>
          </p:nvPr>
        </p:nvSpPr>
        <p:spPr>
          <a:xfrm>
            <a:off x="15484730" y="2837673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8" name="Inhaltsplatzhalter 39"/>
          <p:cNvSpPr>
            <a:spLocks noGrp="1"/>
          </p:cNvSpPr>
          <p:nvPr>
            <p:ph sz="quarter" idx="39"/>
          </p:nvPr>
        </p:nvSpPr>
        <p:spPr>
          <a:xfrm>
            <a:off x="15464759" y="22116434"/>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9" name="Textplatzhalter 15"/>
          <p:cNvSpPr>
            <a:spLocks noGrp="1"/>
          </p:cNvSpPr>
          <p:nvPr>
            <p:ph type="body" sz="quarter" idx="40" hasCustomPrompt="1"/>
          </p:nvPr>
        </p:nvSpPr>
        <p:spPr>
          <a:xfrm>
            <a:off x="15524672" y="36498473"/>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0" name="Inhaltsplatzhalter 39"/>
          <p:cNvSpPr>
            <a:spLocks noGrp="1"/>
          </p:cNvSpPr>
          <p:nvPr>
            <p:ph sz="quarter" idx="41"/>
          </p:nvPr>
        </p:nvSpPr>
        <p:spPr>
          <a:xfrm>
            <a:off x="15504701" y="30238168"/>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4" name="Bildplatzhalter 34"/>
          <p:cNvSpPr>
            <a:spLocks noGrp="1"/>
          </p:cNvSpPr>
          <p:nvPr>
            <p:ph type="pic" sz="quarter" idx="22" hasCustomPrompt="1"/>
          </p:nvPr>
        </p:nvSpPr>
        <p:spPr>
          <a:xfrm>
            <a:off x="15433512"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56" name="Textfeld 55"/>
          <p:cNvSpPr txBox="1"/>
          <p:nvPr userDrawn="1"/>
        </p:nvSpPr>
        <p:spPr>
          <a:xfrm>
            <a:off x="18664508"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err="1">
                <a:solidFill>
                  <a:schemeClr val="tx2"/>
                </a:solidFill>
                <a:latin typeface="+mn-lt"/>
              </a:rPr>
              <a:t>contact</a:t>
            </a:r>
            <a:endParaRPr lang="de-DE" sz="3000" b="1" cap="all" spc="300" baseline="0" dirty="0">
              <a:solidFill>
                <a:schemeClr val="tx2"/>
              </a:solidFill>
              <a:latin typeface="+mn-lt"/>
            </a:endParaRPr>
          </a:p>
        </p:txBody>
      </p:sp>
      <p:sp>
        <p:nvSpPr>
          <p:cNvPr id="61" name="Textplatzhalter 21"/>
          <p:cNvSpPr>
            <a:spLocks noGrp="1"/>
          </p:cNvSpPr>
          <p:nvPr>
            <p:ph type="body" sz="quarter" idx="35" hasCustomPrompt="1"/>
          </p:nvPr>
        </p:nvSpPr>
        <p:spPr>
          <a:xfrm>
            <a:off x="18664508" y="40175390"/>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62" name="Titelplatzhalter 1"/>
          <p:cNvSpPr>
            <a:spLocks noGrp="1"/>
          </p:cNvSpPr>
          <p:nvPr>
            <p:ph type="title"/>
          </p:nvPr>
        </p:nvSpPr>
        <p:spPr>
          <a:xfrm>
            <a:off x="1870074" y="3641000"/>
            <a:ext cx="18853151" cy="4933521"/>
          </a:xfrm>
          <a:prstGeom prst="rect">
            <a:avLst/>
          </a:prstGeom>
        </p:spPr>
        <p:txBody>
          <a:bodyPr vert="horz" lIns="0" tIns="720000" rIns="0" bIns="0" rtlCol="0" anchor="t" anchorCtr="0">
            <a:noAutofit/>
          </a:bodyPr>
          <a:lstStyle>
            <a:lvl1pPr>
              <a:defRPr cap="none" baseline="0">
                <a:solidFill>
                  <a:schemeClr val="accent3">
                    <a:lumMod val="60000"/>
                    <a:lumOff val="40000"/>
                  </a:schemeClr>
                </a:solidFill>
              </a:defRPr>
            </a:lvl1pPr>
          </a:lstStyle>
          <a:p>
            <a:r>
              <a:rPr lang="de-DE" dirty="0"/>
              <a:t>Titel durch Klicken hinzufügen Kisuaheli </a:t>
            </a:r>
            <a:r>
              <a:rPr lang="de-DE" dirty="0" err="1"/>
              <a:t>Nemux</a:t>
            </a:r>
            <a:r>
              <a:rPr lang="de-DE" dirty="0"/>
              <a:t> </a:t>
            </a:r>
            <a:r>
              <a:rPr lang="de-DE" dirty="0" err="1"/>
              <a:t>redn</a:t>
            </a:r>
            <a:r>
              <a:rPr lang="de-DE" dirty="0"/>
              <a:t> </a:t>
            </a:r>
            <a:r>
              <a:rPr lang="de-DE" dirty="0" err="1"/>
              <a:t>lorem</a:t>
            </a:r>
            <a:r>
              <a:rPr lang="de-DE" dirty="0"/>
              <a:t> </a:t>
            </a:r>
            <a:r>
              <a:rPr lang="de-DE" dirty="0" err="1"/>
              <a:t>isimer</a:t>
            </a:r>
            <a:r>
              <a:rPr lang="de-DE" dirty="0"/>
              <a:t> </a:t>
            </a:r>
            <a:r>
              <a:rPr lang="de-DE" dirty="0" err="1"/>
              <a:t>deot</a:t>
            </a:r>
            <a:r>
              <a:rPr lang="de-DE" dirty="0"/>
              <a:t> </a:t>
            </a:r>
            <a:r>
              <a:rPr lang="de-DE" dirty="0" err="1"/>
              <a:t>erlsejr</a:t>
            </a:r>
            <a:r>
              <a:rPr lang="de-DE" dirty="0"/>
              <a:t> </a:t>
            </a:r>
          </a:p>
        </p:txBody>
      </p:sp>
      <p:cxnSp>
        <p:nvCxnSpPr>
          <p:cNvPr id="22" name="Gerader Verbinder 21"/>
          <p:cNvCxnSpPr/>
          <p:nvPr userDrawn="1"/>
        </p:nvCxnSpPr>
        <p:spPr>
          <a:xfrm>
            <a:off x="15484730" y="38738175"/>
            <a:ext cx="12914979"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7535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ohne Fläche, Variante">
    <p:spTree>
      <p:nvGrpSpPr>
        <p:cNvPr id="1" name=""/>
        <p:cNvGrpSpPr/>
        <p:nvPr/>
      </p:nvGrpSpPr>
      <p:grpSpPr>
        <a:xfrm>
          <a:off x="0" y="0"/>
          <a:ext cx="0" cy="0"/>
          <a:chOff x="0" y="0"/>
          <a:chExt cx="0" cy="0"/>
        </a:xfrm>
      </p:grpSpPr>
      <p:sp>
        <p:nvSpPr>
          <p:cNvPr id="25" name="Titelplatzhalter 1"/>
          <p:cNvSpPr>
            <a:spLocks noGrp="1"/>
          </p:cNvSpPr>
          <p:nvPr userDrawn="1">
            <p:ph type="title"/>
          </p:nvPr>
        </p:nvSpPr>
        <p:spPr>
          <a:xfrm>
            <a:off x="1870074" y="3641000"/>
            <a:ext cx="18853151" cy="4933521"/>
          </a:xfrm>
          <a:prstGeom prst="rect">
            <a:avLst/>
          </a:prstGeom>
        </p:spPr>
        <p:txBody>
          <a:bodyPr vert="horz" lIns="0" tIns="720000" rIns="0" bIns="0" rtlCol="0" anchor="t" anchorCtr="0">
            <a:noAutofit/>
          </a:bodyPr>
          <a:lstStyle>
            <a:lvl1pPr>
              <a:defRPr cap="none" baseline="0">
                <a:solidFill>
                  <a:schemeClr val="accent3">
                    <a:lumMod val="60000"/>
                    <a:lumOff val="40000"/>
                  </a:schemeClr>
                </a:solidFill>
              </a:defRPr>
            </a:lvl1pPr>
          </a:lstStyle>
          <a:p>
            <a:r>
              <a:rPr lang="de-DE" dirty="0"/>
              <a:t>Titel durch Klicken hinzufügen Kisuaheli </a:t>
            </a:r>
            <a:r>
              <a:rPr lang="de-DE" dirty="0" err="1"/>
              <a:t>Nemux</a:t>
            </a:r>
            <a:r>
              <a:rPr lang="de-DE" dirty="0"/>
              <a:t> </a:t>
            </a:r>
            <a:r>
              <a:rPr lang="de-DE" dirty="0" err="1"/>
              <a:t>redn</a:t>
            </a:r>
            <a:r>
              <a:rPr lang="de-DE" dirty="0"/>
              <a:t> </a:t>
            </a:r>
            <a:r>
              <a:rPr lang="de-DE" dirty="0" err="1"/>
              <a:t>lorem</a:t>
            </a:r>
            <a:r>
              <a:rPr lang="de-DE" dirty="0"/>
              <a:t> </a:t>
            </a:r>
            <a:r>
              <a:rPr lang="de-DE" dirty="0" err="1"/>
              <a:t>isimer</a:t>
            </a:r>
            <a:r>
              <a:rPr lang="de-DE" dirty="0"/>
              <a:t> </a:t>
            </a:r>
            <a:r>
              <a:rPr lang="de-DE" dirty="0" err="1"/>
              <a:t>deot</a:t>
            </a:r>
            <a:r>
              <a:rPr lang="de-DE" dirty="0"/>
              <a:t> </a:t>
            </a:r>
            <a:r>
              <a:rPr lang="de-DE" dirty="0" err="1"/>
              <a:t>erlsejr</a:t>
            </a:r>
            <a:r>
              <a:rPr lang="de-DE" dirty="0"/>
              <a:t> </a:t>
            </a:r>
          </a:p>
        </p:txBody>
      </p:sp>
      <p:cxnSp>
        <p:nvCxnSpPr>
          <p:cNvPr id="16" name="Gerader Verbinder 15"/>
          <p:cNvCxnSpPr/>
          <p:nvPr userDrawn="1"/>
        </p:nvCxnSpPr>
        <p:spPr>
          <a:xfrm>
            <a:off x="22248813" y="4229100"/>
            <a:ext cx="0" cy="3829050"/>
          </a:xfrm>
          <a:prstGeom prst="line">
            <a:avLst/>
          </a:prstGeom>
          <a:ln w="381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2" name="Textplatzhalter 31"/>
          <p:cNvSpPr>
            <a:spLocks noGrp="1"/>
          </p:cNvSpPr>
          <p:nvPr>
            <p:ph type="body" sz="quarter" idx="33"/>
          </p:nvPr>
        </p:nvSpPr>
        <p:spPr>
          <a:xfrm>
            <a:off x="1870075" y="9502775"/>
            <a:ext cx="12853988" cy="319706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5" name="Textfeld 44"/>
          <p:cNvSpPr txBox="1"/>
          <p:nvPr userDrawn="1"/>
        </p:nvSpPr>
        <p:spPr>
          <a:xfrm>
            <a:off x="23024312" y="4498924"/>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sp>
        <p:nvSpPr>
          <p:cNvPr id="27" name="Bildplatzhalter 2"/>
          <p:cNvSpPr>
            <a:spLocks noGrp="1"/>
          </p:cNvSpPr>
          <p:nvPr>
            <p:ph type="pic" sz="quarter" idx="26" hasCustomPrompt="1"/>
          </p:nvPr>
        </p:nvSpPr>
        <p:spPr>
          <a:xfrm>
            <a:off x="22248814" y="1006475"/>
            <a:ext cx="6945016" cy="1582738"/>
          </a:xfrm>
          <a:solidFill>
            <a:schemeClr val="bg1"/>
          </a:solidFill>
        </p:spPr>
        <p:txBody>
          <a:bodyPr anchor="ctr" anchorCtr="0"/>
          <a:lstStyle>
            <a:lvl1pPr marL="0" marR="0" indent="0" algn="ctr" defTabSz="2267986" rtl="0" eaLnBrk="1" fontAlgn="auto" latinLnBrk="0" hangingPunct="1">
              <a:lnSpc>
                <a:spcPct val="100000"/>
              </a:lnSpc>
              <a:spcBef>
                <a:spcPts val="0"/>
              </a:spcBef>
              <a:spcAft>
                <a:spcPts val="2000"/>
              </a:spcAft>
              <a:buClrTx/>
              <a:buSzTx/>
              <a:buFontTx/>
              <a:buNone/>
              <a:tabLst/>
              <a:defRPr sz="2000" b="0">
                <a:solidFill>
                  <a:schemeClr val="tx1">
                    <a:lumMod val="75000"/>
                  </a:schemeClr>
                </a:solidFill>
                <a:latin typeface="+mn-lt"/>
              </a:defRPr>
            </a:lvl1pPr>
          </a:lstStyle>
          <a:p>
            <a:pPr marL="0" marR="0" lvl="0" indent="0" algn="l" defTabSz="2267986" rtl="0" eaLnBrk="1" fontAlgn="auto" latinLnBrk="0" hangingPunct="1">
              <a:lnSpc>
                <a:spcPct val="100000"/>
              </a:lnSpc>
              <a:spcBef>
                <a:spcPts val="0"/>
              </a:spcBef>
              <a:spcAft>
                <a:spcPts val="2000"/>
              </a:spcAft>
              <a:buClrTx/>
              <a:buSzTx/>
              <a:buFont typeface="+mj-lt"/>
              <a:buNone/>
              <a:tabLst/>
              <a:defRPr/>
            </a:pPr>
            <a:r>
              <a:rPr lang="de-DE" sz="2000" dirty="0">
                <a:solidFill>
                  <a:schemeClr val="tx1">
                    <a:lumMod val="75000"/>
                  </a:schemeClr>
                </a:solidFill>
              </a:rPr>
              <a:t>Evtl. Fremdlogo: immer kleiner als UHOH Logo</a:t>
            </a:r>
          </a:p>
          <a:p>
            <a:endParaRPr lang="de-DE" dirty="0"/>
          </a:p>
        </p:txBody>
      </p:sp>
      <p:sp>
        <p:nvSpPr>
          <p:cNvPr id="31" name="Textplatzhalter 15"/>
          <p:cNvSpPr>
            <a:spLocks noGrp="1"/>
          </p:cNvSpPr>
          <p:nvPr>
            <p:ph type="body" sz="quarter" idx="28" hasCustomPrompt="1"/>
          </p:nvPr>
        </p:nvSpPr>
        <p:spPr>
          <a:xfrm>
            <a:off x="15464759" y="1795710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33" name="Inhaltsplatzhalter 39"/>
          <p:cNvSpPr>
            <a:spLocks noGrp="1"/>
          </p:cNvSpPr>
          <p:nvPr>
            <p:ph sz="quarter" idx="34"/>
          </p:nvPr>
        </p:nvSpPr>
        <p:spPr>
          <a:xfrm>
            <a:off x="15444788" y="9538562"/>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6" name="Textplatzhalter 15"/>
          <p:cNvSpPr>
            <a:spLocks noGrp="1"/>
          </p:cNvSpPr>
          <p:nvPr>
            <p:ph type="body" sz="quarter" idx="36" hasCustomPrompt="1"/>
          </p:nvPr>
        </p:nvSpPr>
        <p:spPr>
          <a:xfrm>
            <a:off x="15484730" y="27742978"/>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7" name="Inhaltsplatzhalter 39"/>
          <p:cNvSpPr>
            <a:spLocks noGrp="1"/>
          </p:cNvSpPr>
          <p:nvPr>
            <p:ph sz="quarter" idx="37"/>
          </p:nvPr>
        </p:nvSpPr>
        <p:spPr>
          <a:xfrm>
            <a:off x="15464759" y="19324431"/>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8" name="Textplatzhalter 15"/>
          <p:cNvSpPr>
            <a:spLocks noGrp="1"/>
          </p:cNvSpPr>
          <p:nvPr>
            <p:ph type="body" sz="quarter" idx="38" hasCustomPrompt="1"/>
          </p:nvPr>
        </p:nvSpPr>
        <p:spPr>
          <a:xfrm>
            <a:off x="15504701" y="37529186"/>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9" name="Inhaltsplatzhalter 39"/>
          <p:cNvSpPr>
            <a:spLocks noGrp="1"/>
          </p:cNvSpPr>
          <p:nvPr>
            <p:ph sz="quarter" idx="39"/>
          </p:nvPr>
        </p:nvSpPr>
        <p:spPr>
          <a:xfrm>
            <a:off x="15484730" y="29110639"/>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0" name="Textplatzhalter 15"/>
          <p:cNvSpPr>
            <a:spLocks noGrp="1"/>
          </p:cNvSpPr>
          <p:nvPr>
            <p:ph type="body" sz="quarter" idx="29" hasCustomPrompt="1"/>
          </p:nvPr>
        </p:nvSpPr>
        <p:spPr>
          <a:xfrm>
            <a:off x="22996150" y="5220000"/>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cxnSp>
        <p:nvCxnSpPr>
          <p:cNvPr id="41" name="Gerader Verbinder 40"/>
          <p:cNvCxnSpPr/>
          <p:nvPr userDrawn="1"/>
        </p:nvCxnSpPr>
        <p:spPr>
          <a:xfrm>
            <a:off x="15061150"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43" name="Textfeld 42"/>
          <p:cNvSpPr txBox="1"/>
          <p:nvPr userDrawn="1"/>
        </p:nvSpPr>
        <p:spPr>
          <a:xfrm>
            <a:off x="15444788" y="39457313"/>
            <a:ext cx="6105525"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Partner</a:t>
            </a:r>
          </a:p>
        </p:txBody>
      </p:sp>
      <p:sp>
        <p:nvSpPr>
          <p:cNvPr id="46" name="Bildplatzhalter 16"/>
          <p:cNvSpPr>
            <a:spLocks noGrp="1"/>
          </p:cNvSpPr>
          <p:nvPr>
            <p:ph type="pic" sz="quarter" idx="18" hasCustomPrompt="1"/>
          </p:nvPr>
        </p:nvSpPr>
        <p:spPr>
          <a:xfrm>
            <a:off x="1544478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1" name="Bildplatzhalter 16"/>
          <p:cNvSpPr>
            <a:spLocks noGrp="1"/>
          </p:cNvSpPr>
          <p:nvPr>
            <p:ph type="pic" sz="quarter" idx="19" hasCustomPrompt="1"/>
          </p:nvPr>
        </p:nvSpPr>
        <p:spPr>
          <a:xfrm>
            <a:off x="19033263"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2" name="Bildplatzhalter 16"/>
          <p:cNvSpPr>
            <a:spLocks noGrp="1"/>
          </p:cNvSpPr>
          <p:nvPr>
            <p:ph type="pic" sz="quarter" idx="20" hasCustomPrompt="1"/>
          </p:nvPr>
        </p:nvSpPr>
        <p:spPr>
          <a:xfrm>
            <a:off x="2262173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3" name="Bildplatzhalter 16"/>
          <p:cNvSpPr>
            <a:spLocks noGrp="1"/>
          </p:cNvSpPr>
          <p:nvPr>
            <p:ph type="pic" sz="quarter" idx="21" hasCustomPrompt="1"/>
          </p:nvPr>
        </p:nvSpPr>
        <p:spPr>
          <a:xfrm>
            <a:off x="26210212"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4" name="Bildplatzhalter 34"/>
          <p:cNvSpPr>
            <a:spLocks noGrp="1"/>
          </p:cNvSpPr>
          <p:nvPr>
            <p:ph type="pic" sz="quarter" idx="22" hasCustomPrompt="1"/>
          </p:nvPr>
        </p:nvSpPr>
        <p:spPr>
          <a:xfrm>
            <a:off x="1773003"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55" name="Textplatzhalter 21"/>
          <p:cNvSpPr>
            <a:spLocks noGrp="1"/>
          </p:cNvSpPr>
          <p:nvPr>
            <p:ph type="body" sz="quarter" idx="31" hasCustomPrompt="1"/>
          </p:nvPr>
        </p:nvSpPr>
        <p:spPr>
          <a:xfrm>
            <a:off x="5003999" y="4017539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56" name="Textfeld 55"/>
          <p:cNvSpPr txBox="1"/>
          <p:nvPr userDrawn="1"/>
        </p:nvSpPr>
        <p:spPr>
          <a:xfrm>
            <a:off x="5003999"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err="1">
                <a:solidFill>
                  <a:schemeClr val="tx2"/>
                </a:solidFill>
                <a:latin typeface="+mn-lt"/>
              </a:rPr>
              <a:t>contact</a:t>
            </a:r>
            <a:endParaRPr lang="de-DE" sz="3000" b="1" cap="all" spc="300" baseline="0" dirty="0">
              <a:solidFill>
                <a:schemeClr val="tx2"/>
              </a:solidFill>
              <a:latin typeface="+mn-lt"/>
            </a:endParaRPr>
          </a:p>
        </p:txBody>
      </p:sp>
      <p:cxnSp>
        <p:nvCxnSpPr>
          <p:cNvPr id="57" name="Gerader Verbinder 56"/>
          <p:cNvCxnSpPr/>
          <p:nvPr userDrawn="1"/>
        </p:nvCxnSpPr>
        <p:spPr>
          <a:xfrm>
            <a:off x="1077913" y="38738175"/>
            <a:ext cx="28119387"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8017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ndards">
    <p:spTree>
      <p:nvGrpSpPr>
        <p:cNvPr id="1" name=""/>
        <p:cNvGrpSpPr/>
        <p:nvPr/>
      </p:nvGrpSpPr>
      <p:grpSpPr>
        <a:xfrm>
          <a:off x="0" y="0"/>
          <a:ext cx="0" cy="0"/>
          <a:chOff x="0" y="0"/>
          <a:chExt cx="0" cy="0"/>
        </a:xfrm>
      </p:grpSpPr>
      <p:sp>
        <p:nvSpPr>
          <p:cNvPr id="3" name="Rechteck 2"/>
          <p:cNvSpPr/>
          <p:nvPr userDrawn="1"/>
        </p:nvSpPr>
        <p:spPr>
          <a:xfrm>
            <a:off x="1870075" y="16333788"/>
            <a:ext cx="26500138" cy="5611812"/>
          </a:xfrm>
          <a:prstGeom prst="rect">
            <a:avLst/>
          </a:prstGeom>
          <a:solidFill>
            <a:schemeClr val="accent3">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5" name="Gerader Verbinder 4"/>
          <p:cNvCxnSpPr/>
          <p:nvPr userDrawn="1"/>
        </p:nvCxnSpPr>
        <p:spPr>
          <a:xfrm>
            <a:off x="1870075" y="23331948"/>
            <a:ext cx="12853988" cy="0"/>
          </a:xfrm>
          <a:prstGeom prst="line">
            <a:avLst/>
          </a:prstGeom>
          <a:ln w="38100">
            <a:solidFill>
              <a:schemeClr val="tx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Textfeld 5"/>
          <p:cNvSpPr txBox="1"/>
          <p:nvPr userDrawn="1"/>
        </p:nvSpPr>
        <p:spPr>
          <a:xfrm>
            <a:off x="1870075" y="25455716"/>
            <a:ext cx="12853988" cy="461665"/>
          </a:xfrm>
          <a:prstGeom prst="rect">
            <a:avLst/>
          </a:prstGeom>
          <a:noFill/>
        </p:spPr>
        <p:txBody>
          <a:bodyPr wrap="square" lIns="0" tIns="0" rIns="0" bIns="0" rtlCol="0">
            <a:spAutoFit/>
          </a:bodyPr>
          <a:lstStyle/>
          <a:p>
            <a:r>
              <a:rPr lang="de-DE" sz="3000" dirty="0">
                <a:solidFill>
                  <a:schemeClr val="tx1">
                    <a:lumMod val="75000"/>
                  </a:schemeClr>
                </a:solidFill>
              </a:rPr>
              <a:t>Standardtext</a:t>
            </a:r>
          </a:p>
        </p:txBody>
      </p:sp>
      <p:sp>
        <p:nvSpPr>
          <p:cNvPr id="7" name="Träne 6"/>
          <p:cNvSpPr/>
          <p:nvPr userDrawn="1"/>
        </p:nvSpPr>
        <p:spPr>
          <a:xfrm rot="16200000">
            <a:off x="15444788" y="23331948"/>
            <a:ext cx="6105525" cy="6105525"/>
          </a:xfrm>
          <a:prstGeom prst="teardrop">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Tree>
    <p:extLst>
      <p:ext uri="{BB962C8B-B14F-4D97-AF65-F5344CB8AC3E}">
        <p14:creationId xmlns:p14="http://schemas.microsoft.com/office/powerpoint/2010/main" val="1291709344"/>
      </p:ext>
    </p:extLst>
  </p:cSld>
  <p:clrMapOvr>
    <a:masterClrMapping/>
  </p:clrMapOvr>
  <p:extLst>
    <p:ext uri="{DCECCB84-F9BA-43D5-87BE-67443E8EF086}">
      <p15:sldGuideLst xmlns:p15="http://schemas.microsoft.com/office/powerpoint/2012/main">
        <p15:guide id="1" pos="2155" userDrawn="1">
          <p15:clr>
            <a:srgbClr val="FBAE40"/>
          </p15:clr>
        </p15:guide>
        <p15:guide id="2" orient="horz" pos="10289"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Rechteck 3"/>
          <p:cNvSpPr/>
          <p:nvPr userDrawn="1"/>
        </p:nvSpPr>
        <p:spPr>
          <a:xfrm>
            <a:off x="0" y="2484210"/>
            <a:ext cx="30240288" cy="288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platzhalter 1"/>
          <p:cNvSpPr>
            <a:spLocks noGrp="1"/>
          </p:cNvSpPr>
          <p:nvPr>
            <p:ph type="title"/>
          </p:nvPr>
        </p:nvSpPr>
        <p:spPr>
          <a:xfrm>
            <a:off x="1870076" y="2495583"/>
            <a:ext cx="19680238" cy="2899265"/>
          </a:xfrm>
          <a:prstGeom prst="rect">
            <a:avLst/>
          </a:prstGeom>
        </p:spPr>
        <p:txBody>
          <a:bodyPr vert="horz" lIns="1044000" tIns="648000" rIns="0" bIns="0" rtlCol="0" anchor="t" anchorCtr="0">
            <a:noAutofit/>
          </a:bodyPr>
          <a:lstStyle/>
          <a:p>
            <a:r>
              <a:rPr lang="de-DE" dirty="0"/>
              <a:t>Titelmaster </a:t>
            </a:r>
            <a:r>
              <a:rPr lang="de-DE" dirty="0" err="1"/>
              <a:t>duch</a:t>
            </a:r>
            <a:r>
              <a:rPr lang="de-DE" dirty="0"/>
              <a:t> Klicken bearbeiten</a:t>
            </a:r>
          </a:p>
        </p:txBody>
      </p:sp>
      <p:sp>
        <p:nvSpPr>
          <p:cNvPr id="3" name="Textplatzhalter 2"/>
          <p:cNvSpPr>
            <a:spLocks noGrp="1"/>
          </p:cNvSpPr>
          <p:nvPr>
            <p:ph type="body" idx="1"/>
          </p:nvPr>
        </p:nvSpPr>
        <p:spPr>
          <a:xfrm>
            <a:off x="1870076" y="10726738"/>
            <a:ext cx="12853987" cy="4349909"/>
          </a:xfrm>
          <a:prstGeom prst="rect">
            <a:avLst/>
          </a:prstGeom>
        </p:spPr>
        <p:txBody>
          <a:bodyPr vert="horz" wrap="square" lIns="0" tIns="0" rIns="0" bIns="0" rtlCol="0">
            <a:spAutoFit/>
          </a:bodyPr>
          <a:lstStyle/>
          <a:p>
            <a:pPr lvl="0"/>
            <a:r>
              <a:rPr lang="de-DE" dirty="0"/>
              <a:t>ERSTE EBENE </a:t>
            </a:r>
          </a:p>
          <a:p>
            <a:pPr lvl="1"/>
            <a:r>
              <a:rPr lang="de-DE" dirty="0"/>
              <a:t>Zweite Ebene</a:t>
            </a:r>
          </a:p>
          <a:p>
            <a:pPr lvl="2"/>
            <a:r>
              <a:rPr lang="de-DE" dirty="0"/>
              <a:t>Dritte Ebene</a:t>
            </a:r>
          </a:p>
          <a:p>
            <a:pPr lvl="3"/>
            <a:r>
              <a:rPr lang="de-DE" dirty="0"/>
              <a:t>Vierte Ebene Fließtext</a:t>
            </a:r>
          </a:p>
          <a:p>
            <a:pPr lvl="4"/>
            <a:r>
              <a:rPr lang="de-DE" dirty="0"/>
              <a:t>Fünfte Ebene BU</a:t>
            </a:r>
            <a:br>
              <a:rPr lang="de-DE" dirty="0"/>
            </a:br>
            <a:endParaRPr lang="de-DE" dirty="0"/>
          </a:p>
        </p:txBody>
      </p:sp>
      <p:pic>
        <p:nvPicPr>
          <p:cNvPr id="7" name="Grafik 6"/>
          <p:cNvPicPr>
            <a:picLocks noChangeAspect="1"/>
          </p:cNvPicPr>
          <p:nvPr userDrawn="1"/>
        </p:nvPicPr>
        <p:blipFill>
          <a:blip r:embed="rId7"/>
          <a:stretch>
            <a:fillRect/>
          </a:stretch>
        </p:blipFill>
        <p:spPr>
          <a:xfrm>
            <a:off x="1160218" y="676830"/>
            <a:ext cx="5771175" cy="1492250"/>
          </a:xfrm>
          <a:prstGeom prst="rect">
            <a:avLst/>
          </a:prstGeom>
        </p:spPr>
      </p:pic>
    </p:spTree>
    <p:extLst>
      <p:ext uri="{BB962C8B-B14F-4D97-AF65-F5344CB8AC3E}">
        <p14:creationId xmlns:p14="http://schemas.microsoft.com/office/powerpoint/2010/main" val="1601469661"/>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54" r:id="rId3"/>
    <p:sldLayoutId id="2147483655" r:id="rId4"/>
    <p:sldLayoutId id="2147483649" r:id="rId5"/>
  </p:sldLayoutIdLst>
  <p:txStyles>
    <p:titleStyle>
      <a:lvl1pPr algn="l" defTabSz="2267986" rtl="0" eaLnBrk="1" latinLnBrk="0" hangingPunct="1">
        <a:lnSpc>
          <a:spcPct val="90000"/>
        </a:lnSpc>
        <a:spcBef>
          <a:spcPct val="0"/>
        </a:spcBef>
        <a:buNone/>
        <a:defRPr sz="8000" b="1" kern="1200" spc="0" baseline="0">
          <a:solidFill>
            <a:schemeClr val="tx2"/>
          </a:solidFill>
          <a:latin typeface="+mn-lt"/>
          <a:ea typeface="+mj-ea"/>
          <a:cs typeface="+mj-cs"/>
        </a:defRPr>
      </a:lvl1pPr>
    </p:titleStyle>
    <p:bodyStyle>
      <a:lvl1pPr marL="720000" indent="-720000" algn="l" defTabSz="2267986" rtl="0" eaLnBrk="1" latinLnBrk="0" hangingPunct="1">
        <a:lnSpc>
          <a:spcPct val="100000"/>
        </a:lnSpc>
        <a:spcBef>
          <a:spcPts val="0"/>
        </a:spcBef>
        <a:spcAft>
          <a:spcPts val="2000"/>
        </a:spcAft>
        <a:buFont typeface="+mj-lt"/>
        <a:buAutoNum type="romanUcPeriod"/>
        <a:defRPr sz="6000" b="1" kern="1200" cap="all" spc="100" baseline="0">
          <a:solidFill>
            <a:schemeClr val="tx2"/>
          </a:solidFill>
          <a:latin typeface="+mn-lt"/>
          <a:ea typeface="+mn-ea"/>
          <a:cs typeface="+mn-cs"/>
        </a:defRPr>
      </a:lvl1pPr>
      <a:lvl2pPr marL="742950" indent="-742950" algn="l" defTabSz="2267986" rtl="0" eaLnBrk="1" latinLnBrk="0" hangingPunct="1">
        <a:lnSpc>
          <a:spcPct val="90000"/>
        </a:lnSpc>
        <a:spcBef>
          <a:spcPts val="3600"/>
        </a:spcBef>
        <a:spcAft>
          <a:spcPts val="1000"/>
        </a:spcAft>
        <a:buClr>
          <a:schemeClr val="accent3"/>
        </a:buClr>
        <a:buSzPct val="100000"/>
        <a:buFont typeface="+mj-lt"/>
        <a:buAutoNum type="arabicPeriod"/>
        <a:defRPr lang="de-DE" sz="4000" b="1" kern="1200" dirty="0" smtClean="0">
          <a:solidFill>
            <a:schemeClr val="accent3"/>
          </a:solidFill>
          <a:latin typeface="+mn-lt"/>
          <a:ea typeface="+mn-ea"/>
          <a:cs typeface="+mn-cs"/>
        </a:defRPr>
      </a:lvl2pPr>
      <a:lvl3pPr marL="0" indent="0" algn="l" defTabSz="2267986" rtl="0" eaLnBrk="1" latinLnBrk="0" hangingPunct="1">
        <a:lnSpc>
          <a:spcPct val="150000"/>
        </a:lnSpc>
        <a:spcBef>
          <a:spcPts val="0"/>
        </a:spcBef>
        <a:spcAft>
          <a:spcPts val="0"/>
        </a:spcAft>
        <a:buFontTx/>
        <a:buNone/>
        <a:defRPr sz="3000" b="1" kern="1200" baseline="0">
          <a:solidFill>
            <a:schemeClr val="tx1">
              <a:lumMod val="75000"/>
            </a:schemeClr>
          </a:solidFill>
          <a:latin typeface="+mn-lt"/>
          <a:ea typeface="+mn-ea"/>
          <a:cs typeface="+mn-cs"/>
        </a:defRPr>
      </a:lvl3pPr>
      <a:lvl4pPr marL="0" indent="0" algn="l" defTabSz="2267986" rtl="0" eaLnBrk="1" latinLnBrk="0" hangingPunct="1">
        <a:lnSpc>
          <a:spcPts val="3600"/>
        </a:lnSpc>
        <a:spcBef>
          <a:spcPts val="0"/>
        </a:spcBef>
        <a:spcAft>
          <a:spcPts val="2000"/>
        </a:spcAft>
        <a:buFontTx/>
        <a:buNone/>
        <a:defRPr sz="3000" kern="1200" baseline="0">
          <a:solidFill>
            <a:schemeClr val="tx1">
              <a:lumMod val="75000"/>
            </a:schemeClr>
          </a:solidFill>
          <a:latin typeface="+mn-lt"/>
          <a:ea typeface="+mn-ea"/>
          <a:cs typeface="+mn-cs"/>
        </a:defRPr>
      </a:lvl4pPr>
      <a:lvl5pPr marL="0" indent="0" algn="l" defTabSz="2267986" rtl="0" eaLnBrk="1" latinLnBrk="0" hangingPunct="1">
        <a:lnSpc>
          <a:spcPct val="100000"/>
        </a:lnSpc>
        <a:spcBef>
          <a:spcPts val="0"/>
        </a:spcBef>
        <a:spcAft>
          <a:spcPts val="1000"/>
        </a:spcAft>
        <a:buSzPct val="80000"/>
        <a:buFontTx/>
        <a:buNone/>
        <a:defRPr sz="2000" kern="1200">
          <a:solidFill>
            <a:schemeClr val="tx1"/>
          </a:solidFill>
          <a:latin typeface="+mn-lt"/>
          <a:ea typeface="+mn-ea"/>
          <a:cs typeface="+mn-cs"/>
        </a:defRPr>
      </a:lvl5pPr>
      <a:lvl6pPr marL="6236962"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6pPr>
      <a:lvl7pPr marL="7370956"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7pPr>
      <a:lvl8pPr marL="8504949"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8pPr>
      <a:lvl9pPr marL="9638942"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9pPr>
    </p:bodyStyle>
    <p:otherStyle>
      <a:defPPr>
        <a:defRPr lang="de-DE"/>
      </a:defPPr>
      <a:lvl1pPr marL="0" algn="l" defTabSz="2267986" rtl="0" eaLnBrk="1" latinLnBrk="0" hangingPunct="1">
        <a:defRPr sz="4465" kern="1200">
          <a:solidFill>
            <a:schemeClr val="tx1"/>
          </a:solidFill>
          <a:latin typeface="+mn-lt"/>
          <a:ea typeface="+mn-ea"/>
          <a:cs typeface="+mn-cs"/>
        </a:defRPr>
      </a:lvl1pPr>
      <a:lvl2pPr marL="1133993" algn="l" defTabSz="2267986" rtl="0" eaLnBrk="1" latinLnBrk="0" hangingPunct="1">
        <a:defRPr sz="4465" kern="1200">
          <a:solidFill>
            <a:schemeClr val="tx1"/>
          </a:solidFill>
          <a:latin typeface="+mn-lt"/>
          <a:ea typeface="+mn-ea"/>
          <a:cs typeface="+mn-cs"/>
        </a:defRPr>
      </a:lvl2pPr>
      <a:lvl3pPr marL="2267986" algn="l" defTabSz="2267986" rtl="0" eaLnBrk="1" latinLnBrk="0" hangingPunct="1">
        <a:defRPr sz="4465" kern="1200">
          <a:solidFill>
            <a:schemeClr val="tx1"/>
          </a:solidFill>
          <a:latin typeface="+mn-lt"/>
          <a:ea typeface="+mn-ea"/>
          <a:cs typeface="+mn-cs"/>
        </a:defRPr>
      </a:lvl3pPr>
      <a:lvl4pPr marL="3401979" algn="l" defTabSz="2267986" rtl="0" eaLnBrk="1" latinLnBrk="0" hangingPunct="1">
        <a:defRPr sz="4465" kern="1200">
          <a:solidFill>
            <a:schemeClr val="tx1"/>
          </a:solidFill>
          <a:latin typeface="+mn-lt"/>
          <a:ea typeface="+mn-ea"/>
          <a:cs typeface="+mn-cs"/>
        </a:defRPr>
      </a:lvl4pPr>
      <a:lvl5pPr marL="4535973" algn="l" defTabSz="2267986" rtl="0" eaLnBrk="1" latinLnBrk="0" hangingPunct="1">
        <a:defRPr sz="4465" kern="1200">
          <a:solidFill>
            <a:schemeClr val="tx1"/>
          </a:solidFill>
          <a:latin typeface="+mn-lt"/>
          <a:ea typeface="+mn-ea"/>
          <a:cs typeface="+mn-cs"/>
        </a:defRPr>
      </a:lvl5pPr>
      <a:lvl6pPr marL="5669966" algn="l" defTabSz="2267986" rtl="0" eaLnBrk="1" latinLnBrk="0" hangingPunct="1">
        <a:defRPr sz="4465" kern="1200">
          <a:solidFill>
            <a:schemeClr val="tx1"/>
          </a:solidFill>
          <a:latin typeface="+mn-lt"/>
          <a:ea typeface="+mn-ea"/>
          <a:cs typeface="+mn-cs"/>
        </a:defRPr>
      </a:lvl6pPr>
      <a:lvl7pPr marL="6803959" algn="l" defTabSz="2267986" rtl="0" eaLnBrk="1" latinLnBrk="0" hangingPunct="1">
        <a:defRPr sz="4465" kern="1200">
          <a:solidFill>
            <a:schemeClr val="tx1"/>
          </a:solidFill>
          <a:latin typeface="+mn-lt"/>
          <a:ea typeface="+mn-ea"/>
          <a:cs typeface="+mn-cs"/>
        </a:defRPr>
      </a:lvl7pPr>
      <a:lvl8pPr marL="7937952" algn="l" defTabSz="2267986" rtl="0" eaLnBrk="1" latinLnBrk="0" hangingPunct="1">
        <a:defRPr sz="4465" kern="1200">
          <a:solidFill>
            <a:schemeClr val="tx1"/>
          </a:solidFill>
          <a:latin typeface="+mn-lt"/>
          <a:ea typeface="+mn-ea"/>
          <a:cs typeface="+mn-cs"/>
        </a:defRPr>
      </a:lvl8pPr>
      <a:lvl9pPr marL="9071945" algn="l" defTabSz="2267986" rtl="0" eaLnBrk="1" latinLnBrk="0" hangingPunct="1">
        <a:defRPr sz="4465"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178" userDrawn="1">
          <p15:clr>
            <a:srgbClr val="F26B43"/>
          </p15:clr>
        </p15:guide>
        <p15:guide id="2" pos="657" userDrawn="1">
          <p15:clr>
            <a:srgbClr val="F26B43"/>
          </p15:clr>
        </p15:guide>
        <p15:guide id="3" pos="17871" userDrawn="1">
          <p15:clr>
            <a:srgbClr val="F26B43"/>
          </p15:clr>
        </p15:guide>
        <p15:guide id="4" pos="9729" userDrawn="1">
          <p15:clr>
            <a:srgbClr val="F26B43"/>
          </p15:clr>
        </p15:guide>
        <p15:guide id="5" pos="13575" userDrawn="1">
          <p15:clr>
            <a:srgbClr val="F26B43"/>
          </p15:clr>
        </p15:guide>
        <p15:guide id="6" pos="9275" userDrawn="1">
          <p15:clr>
            <a:srgbClr val="F26B43"/>
          </p15:clr>
        </p15:guide>
        <p15:guide id="7" pos="5397" userDrawn="1">
          <p15:clr>
            <a:srgbClr val="F26B43"/>
          </p15:clr>
        </p15:guide>
        <p15:guide id="8" pos="4943" userDrawn="1">
          <p15:clr>
            <a:srgbClr val="F26B43"/>
          </p15:clr>
        </p15:guide>
        <p15:guide id="9" pos="1859" userDrawn="1">
          <p15:clr>
            <a:srgbClr val="F26B43"/>
          </p15:clr>
        </p15:guide>
        <p15:guide id="10" pos="14015" userDrawn="1">
          <p15:clr>
            <a:srgbClr val="F26B43"/>
          </p15:clr>
        </p15:guide>
        <p15:guide id="11" orient="horz" pos="1473" userDrawn="1">
          <p15:clr>
            <a:srgbClr val="F26B43"/>
          </p15:clr>
        </p15:guide>
        <p15:guide id="12" orient="horz" pos="2833" userDrawn="1">
          <p15:clr>
            <a:srgbClr val="F26B43"/>
          </p15:clr>
        </p15:guide>
        <p15:guide id="13" orient="horz" pos="2266" userDrawn="1">
          <p15:clr>
            <a:srgbClr val="F26B43"/>
          </p15:clr>
        </p15:guide>
        <p15:guide id="14" orient="horz" pos="24402" userDrawn="1">
          <p15:clr>
            <a:srgbClr val="F26B43"/>
          </p15:clr>
        </p15:guide>
        <p15:guide id="17" orient="horz" pos="24855" userDrawn="1">
          <p15:clr>
            <a:srgbClr val="F26B43"/>
          </p15:clr>
        </p15:guide>
        <p15:guide id="18" orient="horz" pos="634" userDrawn="1">
          <p15:clr>
            <a:srgbClr val="F26B43"/>
          </p15:clr>
        </p15:guide>
        <p15:guide id="19" orient="horz" pos="5986" userDrawn="1">
          <p15:clr>
            <a:srgbClr val="F26B43"/>
          </p15:clr>
        </p15:guide>
        <p15:guide id="20" orient="horz" pos="26125" userDrawn="1">
          <p15:clr>
            <a:srgbClr val="F26B43"/>
          </p15:clr>
        </p15:guide>
        <p15:guide id="21" pos="18392" userDrawn="1">
          <p15:clr>
            <a:srgbClr val="F26B43"/>
          </p15:clr>
        </p15:guide>
        <p15:guide id="22" pos="9502" userDrawn="1">
          <p15:clr>
            <a:srgbClr val="F26B43"/>
          </p15:clr>
        </p15:guide>
        <p15:guide id="23" orient="horz" pos="6757" userDrawn="1">
          <p15:clr>
            <a:srgbClr val="F26B43"/>
          </p15:clr>
        </p15:guide>
        <p15:guide id="24" orient="horz" pos="1631" userDrawn="1">
          <p15:clr>
            <a:srgbClr val="F26B43"/>
          </p15:clr>
        </p15:guide>
        <p15:guide id="25" orient="horz" pos="79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emf"/><Relationship Id="rId5" Type="http://schemas.openxmlformats.org/officeDocument/2006/relationships/image" Target="../media/image4.emf"/><Relationship Id="rId4" Type="http://schemas.openxmlformats.org/officeDocument/2006/relationships/image" Target="../media/image3.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27E75-EF0C-5628-48D3-97B955A594B2}"/>
              </a:ext>
            </a:extLst>
          </p:cNvPr>
          <p:cNvSpPr>
            <a:spLocks noGrp="1"/>
          </p:cNvSpPr>
          <p:nvPr>
            <p:ph type="title"/>
          </p:nvPr>
        </p:nvSpPr>
        <p:spPr>
          <a:xfrm>
            <a:off x="1080655" y="2478505"/>
            <a:ext cx="20407531" cy="2894164"/>
          </a:xfrm>
        </p:spPr>
        <p:txBody>
          <a:bodyPr/>
          <a:lstStyle/>
          <a:p>
            <a:r>
              <a:rPr lang="en-GB" sz="4800" dirty="0"/>
              <a:t>Shared Mental Models in Generative AI-Based Multi-Agent Systems: A Simulation Study Grounded in Human Team Cognition Theory</a:t>
            </a:r>
            <a:endParaRPr lang="en-DE" sz="4800" dirty="0"/>
          </a:p>
        </p:txBody>
      </p:sp>
      <p:sp>
        <p:nvSpPr>
          <p:cNvPr id="10" name="Text Placeholder 9">
            <a:extLst>
              <a:ext uri="{FF2B5EF4-FFF2-40B4-BE49-F238E27FC236}">
                <a16:creationId xmlns:a16="http://schemas.microsoft.com/office/drawing/2014/main" id="{96B5322A-F80A-9A85-4CBF-BA165C091A13}"/>
              </a:ext>
            </a:extLst>
          </p:cNvPr>
          <p:cNvSpPr>
            <a:spLocks noGrp="1"/>
          </p:cNvSpPr>
          <p:nvPr>
            <p:ph type="body" sz="quarter" idx="31"/>
          </p:nvPr>
        </p:nvSpPr>
        <p:spPr>
          <a:xfrm>
            <a:off x="1870075" y="40646451"/>
            <a:ext cx="9720063" cy="1373419"/>
          </a:xfrm>
        </p:spPr>
        <p:txBody>
          <a:bodyPr/>
          <a:lstStyle/>
          <a:p>
            <a:r>
              <a:rPr lang="en-DE" dirty="0"/>
              <a:t>Leonard H</a:t>
            </a:r>
            <a:r>
              <a:rPr lang="en-GB" dirty="0"/>
              <a:t>e</a:t>
            </a:r>
            <a:r>
              <a:rPr lang="en-DE" dirty="0"/>
              <a:t>gemann</a:t>
            </a:r>
          </a:p>
          <a:p>
            <a:r>
              <a:rPr lang="en-DE" dirty="0"/>
              <a:t>Einwaldweg 10, 70794 Filderstadt, Germany</a:t>
            </a:r>
          </a:p>
          <a:p>
            <a:r>
              <a:rPr lang="en-GB" dirty="0"/>
              <a:t>l</a:t>
            </a:r>
            <a:r>
              <a:rPr lang="en-DE" dirty="0"/>
              <a:t>eonard.hegemann@gmx.de</a:t>
            </a:r>
          </a:p>
        </p:txBody>
      </p:sp>
      <p:sp>
        <p:nvSpPr>
          <p:cNvPr id="11" name="Text Placeholder 10">
            <a:extLst>
              <a:ext uri="{FF2B5EF4-FFF2-40B4-BE49-F238E27FC236}">
                <a16:creationId xmlns:a16="http://schemas.microsoft.com/office/drawing/2014/main" id="{1F26DFCC-8E7D-1978-2365-F7F9D4B55141}"/>
              </a:ext>
            </a:extLst>
          </p:cNvPr>
          <p:cNvSpPr>
            <a:spLocks noGrp="1"/>
          </p:cNvSpPr>
          <p:nvPr>
            <p:ph type="body" sz="quarter" idx="29"/>
          </p:nvPr>
        </p:nvSpPr>
        <p:spPr>
          <a:xfrm>
            <a:off x="22276160" y="3809826"/>
            <a:ext cx="6131740" cy="1282723"/>
          </a:xfrm>
        </p:spPr>
        <p:txBody>
          <a:bodyPr/>
          <a:lstStyle/>
          <a:p>
            <a:r>
              <a:rPr lang="en-DE" dirty="0"/>
              <a:t>Leonard Hegemann</a:t>
            </a:r>
          </a:p>
          <a:p>
            <a:r>
              <a:rPr lang="en-GB" dirty="0"/>
              <a:t>Institute of Digital Management,</a:t>
            </a:r>
          </a:p>
          <a:p>
            <a:r>
              <a:rPr lang="en-GB" dirty="0"/>
              <a:t>University of Hohenheim, Germany</a:t>
            </a:r>
            <a:endParaRPr lang="en-DE" dirty="0"/>
          </a:p>
        </p:txBody>
      </p:sp>
      <p:sp>
        <p:nvSpPr>
          <p:cNvPr id="12" name="Text Placeholder 11">
            <a:extLst>
              <a:ext uri="{FF2B5EF4-FFF2-40B4-BE49-F238E27FC236}">
                <a16:creationId xmlns:a16="http://schemas.microsoft.com/office/drawing/2014/main" id="{5BAD6F67-C4FB-7F23-6C32-BCE2289A544E}"/>
              </a:ext>
            </a:extLst>
          </p:cNvPr>
          <p:cNvSpPr>
            <a:spLocks noGrp="1"/>
          </p:cNvSpPr>
          <p:nvPr>
            <p:ph type="body" sz="quarter" idx="39"/>
          </p:nvPr>
        </p:nvSpPr>
        <p:spPr>
          <a:xfrm>
            <a:off x="9552499" y="40646451"/>
            <a:ext cx="20192403" cy="1236655"/>
          </a:xfrm>
        </p:spPr>
        <p:txBody>
          <a:bodyPr/>
          <a:lstStyle/>
          <a:p>
            <a:pPr algn="just">
              <a:lnSpc>
                <a:spcPts val="1200"/>
              </a:lnSpc>
              <a:spcAft>
                <a:spcPts val="0"/>
              </a:spcAft>
            </a:pPr>
            <a:r>
              <a:rPr lang="en-GB" sz="1200" dirty="0"/>
              <a:t>Cannon-Bowers, J. A., Salas, E., &amp; Converse, S. (1993). Shared mental models in expert team decision making. In N. J. Castellan Jr. (Ed.), Individual and group decision making: Current issues (pp. 221–246). Lawrence Erlbaum Associates.</a:t>
            </a:r>
          </a:p>
          <a:p>
            <a:pPr algn="just">
              <a:lnSpc>
                <a:spcPts val="1200"/>
              </a:lnSpc>
              <a:spcAft>
                <a:spcPts val="0"/>
              </a:spcAft>
            </a:pPr>
            <a:r>
              <a:rPr lang="en-GB" sz="1200" dirty="0"/>
              <a:t>Mathieu, J. E., Heffner, T. S., Goodwin, G. F., Salas, E., &amp; Cannon-Bowers, J. A. (2000). The influence of shared mental models on team process and performance. Journal of Applied Psychology, 85(2), 273–283.</a:t>
            </a:r>
          </a:p>
          <a:p>
            <a:pPr algn="just">
              <a:lnSpc>
                <a:spcPts val="1200"/>
              </a:lnSpc>
              <a:spcAft>
                <a:spcPts val="0"/>
              </a:spcAft>
            </a:pPr>
            <a:r>
              <a:rPr lang="en-GB" sz="1200" dirty="0"/>
              <a:t>Stasser, G., &amp; Titus, W. (1985). Pooling of unshared information in group decision making: Biased information sampling during discussion. Journal of Personality and Social Psychology, 48(6), 1467–1478.</a:t>
            </a:r>
          </a:p>
          <a:p>
            <a:pPr algn="just">
              <a:lnSpc>
                <a:spcPts val="1200"/>
              </a:lnSpc>
              <a:spcAft>
                <a:spcPts val="0"/>
              </a:spcAft>
            </a:pPr>
            <a:r>
              <a:rPr lang="en-GB" sz="1200" dirty="0"/>
              <a:t>Schulz-Hardt, S., Brodbeck, F. C., </a:t>
            </a:r>
            <a:r>
              <a:rPr lang="en-GB" sz="1200" dirty="0" err="1"/>
              <a:t>Mojzisch</a:t>
            </a:r>
            <a:r>
              <a:rPr lang="en-GB" sz="1200" dirty="0"/>
              <a:t>, A., </a:t>
            </a:r>
            <a:r>
              <a:rPr lang="en-GB" sz="1200" dirty="0" err="1"/>
              <a:t>Kerschreiter</a:t>
            </a:r>
            <a:r>
              <a:rPr lang="en-GB" sz="1200" dirty="0"/>
              <a:t>, R., &amp; Frey, D. (2006). Group decision making in hidden profile situations: Dissent as a facilitator for decision quality. Journal of Personality and Social Psychology, 91(6), 1080–1093.</a:t>
            </a:r>
          </a:p>
          <a:p>
            <a:pPr algn="just">
              <a:lnSpc>
                <a:spcPts val="1200"/>
              </a:lnSpc>
              <a:spcAft>
                <a:spcPts val="0"/>
              </a:spcAft>
            </a:pPr>
            <a:r>
              <a:rPr lang="en-GB" sz="1200" dirty="0"/>
              <a:t>Van Ginkel, W. P., &amp; Van Knippenberg, D. (2008). Group information elaboration and group decision making: The role of shared task representations. Organizational </a:t>
            </a:r>
            <a:r>
              <a:rPr lang="en-GB" sz="1200" dirty="0" err="1"/>
              <a:t>Behavior</a:t>
            </a:r>
            <a:r>
              <a:rPr lang="en-GB" sz="1200" dirty="0"/>
              <a:t> and Human Decision Processes, 105(1), 82–97.</a:t>
            </a:r>
          </a:p>
          <a:p>
            <a:pPr algn="just">
              <a:lnSpc>
                <a:spcPts val="1200"/>
              </a:lnSpc>
              <a:spcAft>
                <a:spcPts val="0"/>
              </a:spcAft>
            </a:pPr>
            <a:r>
              <a:rPr lang="en-GB" sz="1200" dirty="0"/>
              <a:t>Yen, J., Fan, X., Sun, S., Hanratty, T., &amp; </a:t>
            </a:r>
            <a:r>
              <a:rPr lang="en-GB" sz="1200" dirty="0" err="1"/>
              <a:t>Dumer</a:t>
            </a:r>
            <a:r>
              <a:rPr lang="en-GB" sz="1200" dirty="0"/>
              <a:t>, J. (2006). Agents with shared mental models for enhancing team decision makings. Decision Support Systems, 41(3), 634–653.</a:t>
            </a:r>
          </a:p>
          <a:p>
            <a:pPr algn="just">
              <a:lnSpc>
                <a:spcPts val="1200"/>
              </a:lnSpc>
              <a:spcAft>
                <a:spcPts val="0"/>
              </a:spcAft>
            </a:pPr>
            <a:r>
              <a:rPr lang="en-GB" sz="1200" dirty="0"/>
              <a:t>Zhang, Z., Dai, Q., Bo, X., Ma, C., Li, R., Chen, X., Zhu, J., Dong, Z., &amp; Wen, J.-R. (2025). A survey on the memory mechanism of large language model-based agents. ACM Transactions on Information Systems, 43(6), 1–47.</a:t>
            </a:r>
          </a:p>
          <a:p>
            <a:pPr algn="just">
              <a:lnSpc>
                <a:spcPts val="1200"/>
              </a:lnSpc>
              <a:spcAft>
                <a:spcPts val="0"/>
              </a:spcAft>
            </a:pPr>
            <a:r>
              <a:rPr lang="en-GB" sz="1200" dirty="0"/>
              <a:t>Liu, N. F., Lin, K., Hewitt, J., Paranjape, A., Bevilacqua, M., Petroni, F., &amp; Liang, P. (2024). Lost in the Middle: How language models use long contexts. Transactions of the Association for Computational Linguistics, 12, 157–173.</a:t>
            </a:r>
            <a:endParaRPr lang="en-DE" sz="1200" dirty="0"/>
          </a:p>
        </p:txBody>
      </p:sp>
      <p:sp>
        <p:nvSpPr>
          <p:cNvPr id="13" name="TextBox 12">
            <a:extLst>
              <a:ext uri="{FF2B5EF4-FFF2-40B4-BE49-F238E27FC236}">
                <a16:creationId xmlns:a16="http://schemas.microsoft.com/office/drawing/2014/main" id="{A678D1DC-1565-8F8B-F821-BB5BD5056FB9}"/>
              </a:ext>
            </a:extLst>
          </p:cNvPr>
          <p:cNvSpPr txBox="1"/>
          <p:nvPr/>
        </p:nvSpPr>
        <p:spPr>
          <a:xfrm>
            <a:off x="979486" y="5852299"/>
            <a:ext cx="6908165" cy="830997"/>
          </a:xfrm>
          <a:prstGeom prst="rect">
            <a:avLst/>
          </a:prstGeom>
          <a:noFill/>
        </p:spPr>
        <p:txBody>
          <a:bodyPr wrap="square" lIns="0" tIns="0" rIns="0" bIns="0" rtlCol="0">
            <a:spAutoFit/>
          </a:bodyPr>
          <a:lstStyle/>
          <a:p>
            <a:r>
              <a:rPr lang="en-DE" sz="5400" b="1" dirty="0">
                <a:solidFill>
                  <a:schemeClr val="tx2"/>
                </a:solidFill>
              </a:rPr>
              <a:t>I. Introduction</a:t>
            </a:r>
          </a:p>
        </p:txBody>
      </p:sp>
      <p:sp>
        <p:nvSpPr>
          <p:cNvPr id="14" name="TextBox 13">
            <a:extLst>
              <a:ext uri="{FF2B5EF4-FFF2-40B4-BE49-F238E27FC236}">
                <a16:creationId xmlns:a16="http://schemas.microsoft.com/office/drawing/2014/main" id="{FAE41177-6CC1-CC0D-7A70-7937EE5813BB}"/>
              </a:ext>
            </a:extLst>
          </p:cNvPr>
          <p:cNvSpPr txBox="1"/>
          <p:nvPr/>
        </p:nvSpPr>
        <p:spPr>
          <a:xfrm>
            <a:off x="979486" y="6817162"/>
            <a:ext cx="28765418" cy="3231654"/>
          </a:xfrm>
          <a:prstGeom prst="rect">
            <a:avLst/>
          </a:prstGeom>
          <a:noFill/>
        </p:spPr>
        <p:txBody>
          <a:bodyPr wrap="square" lIns="0" tIns="0" rIns="0" bIns="0" rtlCol="0">
            <a:spAutoFit/>
          </a:bodyPr>
          <a:lstStyle/>
          <a:p>
            <a:pPr algn="just"/>
            <a:r>
              <a:rPr lang="en-GB" sz="3000" dirty="0">
                <a:solidFill>
                  <a:schemeClr val="tx1">
                    <a:lumMod val="75000"/>
                  </a:schemeClr>
                </a:solidFill>
              </a:rPr>
              <a:t>Collective decision making in distributed tasks depends on whether team members disclose and integrate knowledge distributed across the team. This challenge is central to complex knowledge work. LLM-based multi-agent systems (MAS) offer a computational approach to such tasks by giving agents distinct roles and information profiles. However, the mere presence of multiple agents does not guarantee effective and efficient collaboration. Agents must disclose privately held knowledge, retain relevant contributions, and integrate them into a coherent representation of the evolving task. Human team research explains such coordination through shared mental models (SMMs), which provide members with sufficiently compatible understandings of the task, the team, and their interaction. Translating this idea into a computational design mechanism, this study investigates whether a SMM-inspired structured memory improves the efficiency and effectiveness of LLM-based MAS, and how its effects depend on the amount of prior discussion history available to agents.</a:t>
            </a:r>
            <a:endParaRPr lang="en-DE" sz="3000" dirty="0">
              <a:solidFill>
                <a:schemeClr val="tx1">
                  <a:lumMod val="75000"/>
                </a:schemeClr>
              </a:solidFill>
            </a:endParaRPr>
          </a:p>
        </p:txBody>
      </p:sp>
      <p:sp>
        <p:nvSpPr>
          <p:cNvPr id="17" name="TextBox 16">
            <a:extLst>
              <a:ext uri="{FF2B5EF4-FFF2-40B4-BE49-F238E27FC236}">
                <a16:creationId xmlns:a16="http://schemas.microsoft.com/office/drawing/2014/main" id="{2584671A-4936-7DBB-843E-B5E1C8BE1792}"/>
              </a:ext>
            </a:extLst>
          </p:cNvPr>
          <p:cNvSpPr txBox="1"/>
          <p:nvPr/>
        </p:nvSpPr>
        <p:spPr>
          <a:xfrm>
            <a:off x="979486" y="10109052"/>
            <a:ext cx="17446626" cy="830997"/>
          </a:xfrm>
          <a:prstGeom prst="rect">
            <a:avLst/>
          </a:prstGeom>
          <a:noFill/>
        </p:spPr>
        <p:txBody>
          <a:bodyPr wrap="square" lIns="0" tIns="0" rIns="0" bIns="0" rtlCol="0">
            <a:spAutoFit/>
          </a:bodyPr>
          <a:lstStyle/>
          <a:p>
            <a:r>
              <a:rPr lang="en-DE" sz="5400" b="1" dirty="0">
                <a:solidFill>
                  <a:schemeClr val="tx2"/>
                </a:solidFill>
              </a:rPr>
              <a:t>II. Theoretical Background &amp; Hypotheses</a:t>
            </a:r>
          </a:p>
        </p:txBody>
      </p:sp>
      <p:sp>
        <p:nvSpPr>
          <p:cNvPr id="18" name="TextBox 17">
            <a:extLst>
              <a:ext uri="{FF2B5EF4-FFF2-40B4-BE49-F238E27FC236}">
                <a16:creationId xmlns:a16="http://schemas.microsoft.com/office/drawing/2014/main" id="{042991F2-6C38-B913-302F-09D36ECDB881}"/>
              </a:ext>
            </a:extLst>
          </p:cNvPr>
          <p:cNvSpPr txBox="1"/>
          <p:nvPr/>
        </p:nvSpPr>
        <p:spPr>
          <a:xfrm>
            <a:off x="979486" y="11129354"/>
            <a:ext cx="13250069" cy="9694962"/>
          </a:xfrm>
          <a:prstGeom prst="rect">
            <a:avLst/>
          </a:prstGeom>
          <a:noFill/>
        </p:spPr>
        <p:txBody>
          <a:bodyPr wrap="square" lIns="0" tIns="0" rIns="0" bIns="0" rtlCol="0">
            <a:spAutoFit/>
          </a:bodyPr>
          <a:lstStyle/>
          <a:p>
            <a:pPr algn="just"/>
            <a:r>
              <a:rPr lang="en-GB" sz="3000" dirty="0">
                <a:solidFill>
                  <a:schemeClr val="tx1">
                    <a:lumMod val="75000"/>
                  </a:schemeClr>
                </a:solidFill>
              </a:rPr>
              <a:t>Research commonly explains team performance through the input–process–outcome framework. Inputs comprise the resources and conditions available to a team, processes describe how members transform inputs into outputs, and outcomes capture the results of their collective work. One central input factor is the SMM. They provide team members with a sufficiently compatible understanding of the task, the team, and the current situation. This common cognitive basis helps members anticipate what information others need, connect individual contributions to the collective task, and coordinate their actions. Through the I-P-O framework SMM supports two central team processes, communication and cooperation, which in turn shape team performance.</a:t>
            </a:r>
          </a:p>
          <a:p>
            <a:pPr algn="just"/>
            <a:r>
              <a:rPr lang="en-GB" sz="3000" dirty="0">
                <a:solidFill>
                  <a:schemeClr val="tx1">
                    <a:lumMod val="75000"/>
                  </a:schemeClr>
                </a:solidFill>
              </a:rPr>
              <a:t>LLM-based MAS face an analogous coordination problem when specialised agents must integrate distributed information into a joint decision. To overcome this problem, this study translates the mechanism of SMM into an external structured memory mechanism. It records task-relevant facts, candidate evaluations, individual positions, the emerging group view, and unresolved questions and reintroduces this representation into the agents’ context before subsequent contributions. Its effects may depend on how much of the prior discussion history remains accessible alongside it. This amount is termed discussion-context transparency. Structured memory and discussion-context transparency together define the system’s context configuration.</a:t>
            </a:r>
          </a:p>
        </p:txBody>
      </p:sp>
      <p:sp>
        <p:nvSpPr>
          <p:cNvPr id="21" name="TextBox 20">
            <a:extLst>
              <a:ext uri="{FF2B5EF4-FFF2-40B4-BE49-F238E27FC236}">
                <a16:creationId xmlns:a16="http://schemas.microsoft.com/office/drawing/2014/main" id="{6D61406D-1961-3291-FEC1-61843FEF58A8}"/>
              </a:ext>
            </a:extLst>
          </p:cNvPr>
          <p:cNvSpPr txBox="1"/>
          <p:nvPr/>
        </p:nvSpPr>
        <p:spPr>
          <a:xfrm>
            <a:off x="14526445" y="20994553"/>
            <a:ext cx="15218459" cy="5539978"/>
          </a:xfrm>
          <a:prstGeom prst="rect">
            <a:avLst/>
          </a:prstGeom>
          <a:noFill/>
        </p:spPr>
        <p:txBody>
          <a:bodyPr wrap="square" lIns="0" tIns="0" rIns="0" bIns="0" rtlCol="0">
            <a:spAutoFit/>
          </a:bodyPr>
          <a:lstStyle/>
          <a:p>
            <a:pPr algn="just"/>
            <a:r>
              <a:rPr lang="en-GB" sz="3000" dirty="0">
                <a:solidFill>
                  <a:schemeClr val="tx1">
                    <a:lumMod val="75000"/>
                  </a:schemeClr>
                </a:solidFill>
              </a:rPr>
              <a:t>The study is based on 800 independent simulations of a hidden-profile personnel-selection task. Three LLM-based agents acted as an airline hiring panel and selected one of four candidates for a long-distance pilot position. According to the hidden profile paradigm, all agents received shared task materials, while also holding private candidate information. Candidate C was the superior choice in the complete information set and could only be identified if agents disclosed and integrated their private facts. The study compared a baseline without a structured memory mechanism with three structured memory conditions that differed in discussion-context transparency: low (only the immediately preceding contribution), moderate (full public discussion history), and high (full public history plus prior reasoning traces). Communication quality, cooperation quality, weighted token usage as proxy for efficiency, and correct selection of Candidate C as proxy for effectiveness were used as outcome measures.</a:t>
            </a:r>
          </a:p>
        </p:txBody>
      </p:sp>
      <p:sp>
        <p:nvSpPr>
          <p:cNvPr id="22" name="TextBox 21">
            <a:extLst>
              <a:ext uri="{FF2B5EF4-FFF2-40B4-BE49-F238E27FC236}">
                <a16:creationId xmlns:a16="http://schemas.microsoft.com/office/drawing/2014/main" id="{B72A0BF8-1C66-7A1F-C13E-434A30CEB632}"/>
              </a:ext>
            </a:extLst>
          </p:cNvPr>
          <p:cNvSpPr txBox="1"/>
          <p:nvPr/>
        </p:nvSpPr>
        <p:spPr>
          <a:xfrm>
            <a:off x="979486" y="26621841"/>
            <a:ext cx="17446626" cy="830997"/>
          </a:xfrm>
          <a:prstGeom prst="rect">
            <a:avLst/>
          </a:prstGeom>
          <a:noFill/>
        </p:spPr>
        <p:txBody>
          <a:bodyPr wrap="square" lIns="0" tIns="0" rIns="0" bIns="0" rtlCol="0">
            <a:spAutoFit/>
          </a:bodyPr>
          <a:lstStyle/>
          <a:p>
            <a:r>
              <a:rPr lang="en-DE" sz="5400" b="1" dirty="0">
                <a:solidFill>
                  <a:schemeClr val="tx2"/>
                </a:solidFill>
              </a:rPr>
              <a:t>IV. Results &amp; Discussion</a:t>
            </a:r>
          </a:p>
        </p:txBody>
      </p:sp>
      <p:sp>
        <p:nvSpPr>
          <p:cNvPr id="30" name="TextBox 29">
            <a:extLst>
              <a:ext uri="{FF2B5EF4-FFF2-40B4-BE49-F238E27FC236}">
                <a16:creationId xmlns:a16="http://schemas.microsoft.com/office/drawing/2014/main" id="{A4DAE3DE-44F3-E8CE-612F-BC9D0AFA3EA6}"/>
              </a:ext>
            </a:extLst>
          </p:cNvPr>
          <p:cNvSpPr txBox="1"/>
          <p:nvPr/>
        </p:nvSpPr>
        <p:spPr>
          <a:xfrm>
            <a:off x="14526443" y="19865474"/>
            <a:ext cx="17446626" cy="830997"/>
          </a:xfrm>
          <a:prstGeom prst="rect">
            <a:avLst/>
          </a:prstGeom>
          <a:noFill/>
        </p:spPr>
        <p:txBody>
          <a:bodyPr wrap="square" lIns="0" tIns="0" rIns="0" bIns="0" rtlCol="0">
            <a:spAutoFit/>
          </a:bodyPr>
          <a:lstStyle/>
          <a:p>
            <a:r>
              <a:rPr lang="en-DE" sz="5400" b="1" dirty="0">
                <a:solidFill>
                  <a:schemeClr val="tx2"/>
                </a:solidFill>
              </a:rPr>
              <a:t>III. Methodology</a:t>
            </a:r>
          </a:p>
        </p:txBody>
      </p:sp>
      <p:sp>
        <p:nvSpPr>
          <p:cNvPr id="34" name="TextBox 33">
            <a:extLst>
              <a:ext uri="{FF2B5EF4-FFF2-40B4-BE49-F238E27FC236}">
                <a16:creationId xmlns:a16="http://schemas.microsoft.com/office/drawing/2014/main" id="{BCB0C2AC-AE2B-E4AC-4D1F-9AC9680D5E1B}"/>
              </a:ext>
            </a:extLst>
          </p:cNvPr>
          <p:cNvSpPr txBox="1"/>
          <p:nvPr/>
        </p:nvSpPr>
        <p:spPr>
          <a:xfrm>
            <a:off x="978225" y="27616419"/>
            <a:ext cx="28765417" cy="4154984"/>
          </a:xfrm>
          <a:prstGeom prst="rect">
            <a:avLst/>
          </a:prstGeom>
          <a:noFill/>
        </p:spPr>
        <p:txBody>
          <a:bodyPr wrap="square" lIns="0" tIns="0" rIns="0" bIns="0" rtlCol="0">
            <a:spAutoFit/>
          </a:bodyPr>
          <a:lstStyle/>
          <a:p>
            <a:pPr algn="just"/>
            <a:r>
              <a:rPr lang="en-GB" sz="3000" dirty="0">
                <a:solidFill>
                  <a:schemeClr val="tx1">
                    <a:lumMod val="75000"/>
                  </a:schemeClr>
                </a:solidFill>
              </a:rPr>
              <a:t>Three takeaways stand out. First, the SMM-inspired structured memory supports better collective decisions, although this improvement came with greater computational effort and depended on the surrounding context. The strongest outcomes emerged under low discussion-context transparency, where the structured representation was accompanied by only limited raw discussion history. Second, more context is not necessarily better. High transparency increased token usage and was associated with lower decision effectiveness, suggesting that extensive discussion history can reduce the salience of relevant information. Third, communication and </a:t>
            </a:r>
            <a:r>
              <a:rPr lang="en-GB" sz="3000">
                <a:solidFill>
                  <a:schemeClr val="tx1">
                    <a:lumMod val="75000"/>
                  </a:schemeClr>
                </a:solidFill>
              </a:rPr>
              <a:t>cooperation play </a:t>
            </a:r>
            <a:r>
              <a:rPr lang="en-GB" sz="3000" dirty="0">
                <a:solidFill>
                  <a:schemeClr val="tx1">
                    <a:lumMod val="75000"/>
                  </a:schemeClr>
                </a:solidFill>
              </a:rPr>
              <a:t>distinct roles. Communication made hidden information available and was associated with more correct decisions, but also with greater computational effort. Cooperation, by contrast, was associated with lower token usage, suggesting that references to others’ contributions may help agents work more efficiently with already available information. Overall, LLM-based teams benefit less from unrestricted access to information than from a compact, structured representation of what the group knows, believes, and still needs to resolve. Context management is therefore a central design problem for LLM-based multi-agent systems: effective collaboration depends not on providing all available information, but on presenting the most relevant information in a usable form.</a:t>
            </a:r>
          </a:p>
        </p:txBody>
      </p:sp>
      <p:sp>
        <p:nvSpPr>
          <p:cNvPr id="51" name="TextBox 50">
            <a:extLst>
              <a:ext uri="{FF2B5EF4-FFF2-40B4-BE49-F238E27FC236}">
                <a16:creationId xmlns:a16="http://schemas.microsoft.com/office/drawing/2014/main" id="{9E7EEF27-ABD7-3337-2B0F-BD1D51DE7FBF}"/>
              </a:ext>
            </a:extLst>
          </p:cNvPr>
          <p:cNvSpPr txBox="1"/>
          <p:nvPr/>
        </p:nvSpPr>
        <p:spPr>
          <a:xfrm>
            <a:off x="14526444" y="19128559"/>
            <a:ext cx="14400000" cy="369332"/>
          </a:xfrm>
          <a:prstGeom prst="rect">
            <a:avLst/>
          </a:prstGeom>
          <a:noFill/>
        </p:spPr>
        <p:txBody>
          <a:bodyPr wrap="square" lIns="0" tIns="0" rIns="0" bIns="0" rtlCol="0">
            <a:spAutoFit/>
          </a:bodyPr>
          <a:lstStyle/>
          <a:p>
            <a:r>
              <a:rPr lang="en-DE" sz="2400" i="1" dirty="0">
                <a:solidFill>
                  <a:schemeClr val="tx1">
                    <a:lumMod val="75000"/>
                  </a:schemeClr>
                </a:solidFill>
              </a:rPr>
              <a:t>Fig. 2: </a:t>
            </a:r>
            <a:r>
              <a:rPr lang="en-GB" sz="2400" i="1" dirty="0">
                <a:solidFill>
                  <a:schemeClr val="tx1">
                    <a:lumMod val="75000"/>
                  </a:schemeClr>
                </a:solidFill>
              </a:rPr>
              <a:t>Conceptual research model and hypothesized relationships</a:t>
            </a:r>
            <a:endParaRPr lang="en-DE" sz="2400" i="1" dirty="0">
              <a:solidFill>
                <a:schemeClr val="tx1">
                  <a:lumMod val="75000"/>
                </a:schemeClr>
              </a:solidFill>
            </a:endParaRPr>
          </a:p>
        </p:txBody>
      </p:sp>
      <p:sp>
        <p:nvSpPr>
          <p:cNvPr id="52" name="TextBox 51">
            <a:extLst>
              <a:ext uri="{FF2B5EF4-FFF2-40B4-BE49-F238E27FC236}">
                <a16:creationId xmlns:a16="http://schemas.microsoft.com/office/drawing/2014/main" id="{92EE2DCD-6885-258E-5363-2CDC62DEA07F}"/>
              </a:ext>
            </a:extLst>
          </p:cNvPr>
          <p:cNvSpPr txBox="1"/>
          <p:nvPr/>
        </p:nvSpPr>
        <p:spPr>
          <a:xfrm>
            <a:off x="977954" y="39221391"/>
            <a:ext cx="8471844" cy="369332"/>
          </a:xfrm>
          <a:prstGeom prst="rect">
            <a:avLst/>
          </a:prstGeom>
          <a:noFill/>
        </p:spPr>
        <p:txBody>
          <a:bodyPr wrap="square" lIns="0" tIns="0" rIns="0" bIns="0" rtlCol="0">
            <a:spAutoFit/>
          </a:bodyPr>
          <a:lstStyle/>
          <a:p>
            <a:r>
              <a:rPr lang="en-DE" sz="2400" i="1" dirty="0">
                <a:solidFill>
                  <a:schemeClr val="tx1">
                    <a:lumMod val="75000"/>
                  </a:schemeClr>
                </a:solidFill>
              </a:rPr>
              <a:t>Fig. 3: </a:t>
            </a:r>
            <a:r>
              <a:rPr lang="en-GB" sz="2400" i="1" dirty="0">
                <a:solidFill>
                  <a:schemeClr val="tx1">
                    <a:lumMod val="75000"/>
                  </a:schemeClr>
                </a:solidFill>
              </a:rPr>
              <a:t>Correct-decision rates across experimental conditions</a:t>
            </a:r>
            <a:endParaRPr lang="en-DE" sz="2400" i="1" dirty="0">
              <a:solidFill>
                <a:schemeClr val="tx1">
                  <a:lumMod val="75000"/>
                </a:schemeClr>
              </a:solidFill>
            </a:endParaRPr>
          </a:p>
        </p:txBody>
      </p:sp>
      <p:sp>
        <p:nvSpPr>
          <p:cNvPr id="53" name="TextBox 52">
            <a:extLst>
              <a:ext uri="{FF2B5EF4-FFF2-40B4-BE49-F238E27FC236}">
                <a16:creationId xmlns:a16="http://schemas.microsoft.com/office/drawing/2014/main" id="{AF27CCA3-9B03-BE92-ABEB-F0F574BA736E}"/>
              </a:ext>
            </a:extLst>
          </p:cNvPr>
          <p:cNvSpPr txBox="1"/>
          <p:nvPr/>
        </p:nvSpPr>
        <p:spPr>
          <a:xfrm>
            <a:off x="9864717" y="39221391"/>
            <a:ext cx="8471844" cy="369332"/>
          </a:xfrm>
          <a:prstGeom prst="rect">
            <a:avLst/>
          </a:prstGeom>
          <a:noFill/>
        </p:spPr>
        <p:txBody>
          <a:bodyPr wrap="square" lIns="0" tIns="0" rIns="0" bIns="0" rtlCol="0">
            <a:spAutoFit/>
          </a:bodyPr>
          <a:lstStyle/>
          <a:p>
            <a:r>
              <a:rPr lang="en-DE" sz="2400" i="1" dirty="0">
                <a:solidFill>
                  <a:schemeClr val="tx1">
                    <a:lumMod val="75000"/>
                  </a:schemeClr>
                </a:solidFill>
              </a:rPr>
              <a:t>Fig. 4:  </a:t>
            </a:r>
            <a:r>
              <a:rPr lang="en-GB" sz="2400" i="1" dirty="0">
                <a:solidFill>
                  <a:schemeClr val="tx1">
                    <a:lumMod val="75000"/>
                  </a:schemeClr>
                </a:solidFill>
              </a:rPr>
              <a:t>Weighted token usage across experimental conditions</a:t>
            </a:r>
            <a:endParaRPr lang="en-DE" sz="2400" i="1" dirty="0">
              <a:solidFill>
                <a:schemeClr val="tx1">
                  <a:lumMod val="75000"/>
                </a:schemeClr>
              </a:solidFill>
            </a:endParaRPr>
          </a:p>
        </p:txBody>
      </p:sp>
      <p:sp>
        <p:nvSpPr>
          <p:cNvPr id="54" name="TextBox 53">
            <a:extLst>
              <a:ext uri="{FF2B5EF4-FFF2-40B4-BE49-F238E27FC236}">
                <a16:creationId xmlns:a16="http://schemas.microsoft.com/office/drawing/2014/main" id="{2E1E1C97-9FC4-3431-31F4-80D18D0E3EE5}"/>
              </a:ext>
            </a:extLst>
          </p:cNvPr>
          <p:cNvSpPr txBox="1"/>
          <p:nvPr/>
        </p:nvSpPr>
        <p:spPr>
          <a:xfrm>
            <a:off x="18751480" y="39221391"/>
            <a:ext cx="8471844" cy="369332"/>
          </a:xfrm>
          <a:prstGeom prst="rect">
            <a:avLst/>
          </a:prstGeom>
          <a:noFill/>
        </p:spPr>
        <p:txBody>
          <a:bodyPr wrap="square" lIns="0" tIns="0" rIns="0" bIns="0" rtlCol="0">
            <a:spAutoFit/>
          </a:bodyPr>
          <a:lstStyle/>
          <a:p>
            <a:r>
              <a:rPr lang="en-DE" sz="2400" i="1" dirty="0">
                <a:solidFill>
                  <a:schemeClr val="tx1">
                    <a:lumMod val="75000"/>
                  </a:schemeClr>
                </a:solidFill>
              </a:rPr>
              <a:t>Tab. 1: </a:t>
            </a:r>
            <a:r>
              <a:rPr lang="en-GB" sz="2400" i="1" dirty="0">
                <a:solidFill>
                  <a:schemeClr val="tx1">
                    <a:lumMod val="75000"/>
                  </a:schemeClr>
                </a:solidFill>
              </a:rPr>
              <a:t>Regression results</a:t>
            </a:r>
            <a:endParaRPr lang="en-DE" sz="2400" i="1" dirty="0">
              <a:solidFill>
                <a:schemeClr val="tx1">
                  <a:lumMod val="75000"/>
                </a:schemeClr>
              </a:solidFill>
            </a:endParaRPr>
          </a:p>
        </p:txBody>
      </p:sp>
      <p:sp>
        <p:nvSpPr>
          <p:cNvPr id="78" name="TextBox 77">
            <a:extLst>
              <a:ext uri="{FF2B5EF4-FFF2-40B4-BE49-F238E27FC236}">
                <a16:creationId xmlns:a16="http://schemas.microsoft.com/office/drawing/2014/main" id="{B517C234-520F-C026-42F5-68A8DBF58DC0}"/>
              </a:ext>
            </a:extLst>
          </p:cNvPr>
          <p:cNvSpPr txBox="1"/>
          <p:nvPr/>
        </p:nvSpPr>
        <p:spPr>
          <a:xfrm>
            <a:off x="979486" y="26150933"/>
            <a:ext cx="13148900" cy="383598"/>
          </a:xfrm>
          <a:prstGeom prst="rect">
            <a:avLst/>
          </a:prstGeom>
          <a:noFill/>
        </p:spPr>
        <p:txBody>
          <a:bodyPr wrap="square" lIns="0" tIns="0" rIns="0" bIns="0" rtlCol="0">
            <a:spAutoFit/>
          </a:bodyPr>
          <a:lstStyle/>
          <a:p>
            <a:r>
              <a:rPr lang="en-DE" sz="2400" i="1" dirty="0">
                <a:solidFill>
                  <a:schemeClr val="tx1">
                    <a:lumMod val="75000"/>
                  </a:schemeClr>
                </a:solidFill>
              </a:rPr>
              <a:t>Fig. 1:  </a:t>
            </a:r>
            <a:r>
              <a:rPr lang="en-GB" sz="2400" i="1" dirty="0">
                <a:solidFill>
                  <a:schemeClr val="tx1">
                    <a:lumMod val="75000"/>
                  </a:schemeClr>
                </a:solidFill>
              </a:rPr>
              <a:t>Mapping the human team cognition perspective onto LLM-based MAS</a:t>
            </a:r>
            <a:endParaRPr lang="en-DE" sz="2400" i="1" dirty="0">
              <a:solidFill>
                <a:schemeClr val="tx1">
                  <a:lumMod val="75000"/>
                </a:schemeClr>
              </a:solidFill>
            </a:endParaRPr>
          </a:p>
        </p:txBody>
      </p:sp>
      <p:sp>
        <p:nvSpPr>
          <p:cNvPr id="79" name="TextBox 78">
            <a:extLst>
              <a:ext uri="{FF2B5EF4-FFF2-40B4-BE49-F238E27FC236}">
                <a16:creationId xmlns:a16="http://schemas.microsoft.com/office/drawing/2014/main" id="{D9DE1A91-1EB2-17D4-009A-F564AA6BF4DE}"/>
              </a:ext>
            </a:extLst>
          </p:cNvPr>
          <p:cNvSpPr txBox="1"/>
          <p:nvPr/>
        </p:nvSpPr>
        <p:spPr>
          <a:xfrm>
            <a:off x="14526444" y="11129354"/>
            <a:ext cx="15218459" cy="3693319"/>
          </a:xfrm>
          <a:prstGeom prst="rect">
            <a:avLst/>
          </a:prstGeom>
          <a:noFill/>
        </p:spPr>
        <p:txBody>
          <a:bodyPr wrap="square" lIns="0" tIns="0" rIns="0" bIns="0" rtlCol="0">
            <a:spAutoFit/>
          </a:bodyPr>
          <a:lstStyle/>
          <a:p>
            <a:pPr algn="just"/>
            <a:r>
              <a:rPr lang="en-GB" sz="3000" dirty="0">
                <a:solidFill>
                  <a:schemeClr val="tx1">
                    <a:lumMod val="75000"/>
                  </a:schemeClr>
                </a:solidFill>
              </a:rPr>
              <a:t>Accordingly, the structured memory is expected to improve communication quality (H1a) and cooperation quality (H1b). Within the structured memory conditions, moderate discussion context transparency is expected to outperform low transparency because agents can better trace and ground previous contributions (H2a, H2b). Moderate transparency is also expected to outperform high transparency because excessive context may reduce the salience of decision-relevant information (H3a, H3b). Finally, higher communication and cooperation quality are expected to improve both efficiency and effectiveness (H4a–H5b).</a:t>
            </a:r>
          </a:p>
        </p:txBody>
      </p:sp>
      <p:pic>
        <p:nvPicPr>
          <p:cNvPr id="4" name="Picture 3">
            <a:extLst>
              <a:ext uri="{FF2B5EF4-FFF2-40B4-BE49-F238E27FC236}">
                <a16:creationId xmlns:a16="http://schemas.microsoft.com/office/drawing/2014/main" id="{05D8A3FB-5571-02BF-90CE-59D3B10D8B31}"/>
              </a:ext>
            </a:extLst>
          </p:cNvPr>
          <p:cNvPicPr>
            <a:picLocks noChangeAspect="1"/>
          </p:cNvPicPr>
          <p:nvPr/>
        </p:nvPicPr>
        <p:blipFill>
          <a:blip r:embed="rId3"/>
          <a:stretch>
            <a:fillRect/>
          </a:stretch>
        </p:blipFill>
        <p:spPr>
          <a:xfrm>
            <a:off x="978720" y="20814764"/>
            <a:ext cx="13251600" cy="5432155"/>
          </a:xfrm>
          <a:prstGeom prst="rect">
            <a:avLst/>
          </a:prstGeom>
        </p:spPr>
      </p:pic>
      <p:pic>
        <p:nvPicPr>
          <p:cNvPr id="7" name="Picture 6">
            <a:extLst>
              <a:ext uri="{FF2B5EF4-FFF2-40B4-BE49-F238E27FC236}">
                <a16:creationId xmlns:a16="http://schemas.microsoft.com/office/drawing/2014/main" id="{4B9368A7-8425-CB1B-8D2F-4A2A21BD1ACD}"/>
              </a:ext>
            </a:extLst>
          </p:cNvPr>
          <p:cNvPicPr>
            <a:picLocks noChangeAspect="1"/>
          </p:cNvPicPr>
          <p:nvPr/>
        </p:nvPicPr>
        <p:blipFill>
          <a:blip r:embed="rId4"/>
          <a:stretch>
            <a:fillRect/>
          </a:stretch>
        </p:blipFill>
        <p:spPr>
          <a:xfrm>
            <a:off x="14527073" y="14991073"/>
            <a:ext cx="15217200" cy="4093831"/>
          </a:xfrm>
          <a:prstGeom prst="rect">
            <a:avLst/>
          </a:prstGeom>
        </p:spPr>
      </p:pic>
      <p:pic>
        <p:nvPicPr>
          <p:cNvPr id="15" name="Picture 14">
            <a:extLst>
              <a:ext uri="{FF2B5EF4-FFF2-40B4-BE49-F238E27FC236}">
                <a16:creationId xmlns:a16="http://schemas.microsoft.com/office/drawing/2014/main" id="{8E6C2AF3-5510-A5BE-D672-54391EB47E07}"/>
              </a:ext>
            </a:extLst>
          </p:cNvPr>
          <p:cNvPicPr>
            <a:picLocks noChangeAspect="1"/>
          </p:cNvPicPr>
          <p:nvPr/>
        </p:nvPicPr>
        <p:blipFill>
          <a:blip r:embed="rId5"/>
          <a:stretch>
            <a:fillRect/>
          </a:stretch>
        </p:blipFill>
        <p:spPr>
          <a:xfrm>
            <a:off x="977954" y="31753709"/>
            <a:ext cx="8571600" cy="7467682"/>
          </a:xfrm>
          <a:prstGeom prst="rect">
            <a:avLst/>
          </a:prstGeom>
        </p:spPr>
      </p:pic>
      <p:pic>
        <p:nvPicPr>
          <p:cNvPr id="20" name="Picture 19">
            <a:extLst>
              <a:ext uri="{FF2B5EF4-FFF2-40B4-BE49-F238E27FC236}">
                <a16:creationId xmlns:a16="http://schemas.microsoft.com/office/drawing/2014/main" id="{E77C6955-74E2-A24B-0B0B-B28A2D19F93E}"/>
              </a:ext>
            </a:extLst>
          </p:cNvPr>
          <p:cNvPicPr>
            <a:picLocks noChangeAspect="1"/>
          </p:cNvPicPr>
          <p:nvPr/>
        </p:nvPicPr>
        <p:blipFill>
          <a:blip r:embed="rId6"/>
          <a:stretch>
            <a:fillRect/>
          </a:stretch>
        </p:blipFill>
        <p:spPr>
          <a:xfrm>
            <a:off x="9864717" y="31753709"/>
            <a:ext cx="8571600" cy="7467682"/>
          </a:xfrm>
          <a:prstGeom prst="rect">
            <a:avLst/>
          </a:prstGeom>
        </p:spPr>
      </p:pic>
      <p:pic>
        <p:nvPicPr>
          <p:cNvPr id="23" name="Picture 22">
            <a:extLst>
              <a:ext uri="{FF2B5EF4-FFF2-40B4-BE49-F238E27FC236}">
                <a16:creationId xmlns:a16="http://schemas.microsoft.com/office/drawing/2014/main" id="{809C7978-8B7F-8003-483C-5A88F84BF3D4}"/>
              </a:ext>
            </a:extLst>
          </p:cNvPr>
          <p:cNvPicPr>
            <a:picLocks noChangeAspect="1"/>
          </p:cNvPicPr>
          <p:nvPr/>
        </p:nvPicPr>
        <p:blipFill>
          <a:blip r:embed="rId7"/>
          <a:stretch>
            <a:fillRect/>
          </a:stretch>
        </p:blipFill>
        <p:spPr>
          <a:xfrm>
            <a:off x="18751480" y="31753709"/>
            <a:ext cx="10992162" cy="7539496"/>
          </a:xfrm>
          <a:prstGeom prst="rect">
            <a:avLst/>
          </a:prstGeom>
        </p:spPr>
      </p:pic>
      <p:sp>
        <p:nvSpPr>
          <p:cNvPr id="26" name="TextBox 25">
            <a:extLst>
              <a:ext uri="{FF2B5EF4-FFF2-40B4-BE49-F238E27FC236}">
                <a16:creationId xmlns:a16="http://schemas.microsoft.com/office/drawing/2014/main" id="{A40660EB-0662-47D0-19B2-4E79D4133EF2}"/>
              </a:ext>
            </a:extLst>
          </p:cNvPr>
          <p:cNvSpPr txBox="1"/>
          <p:nvPr/>
        </p:nvSpPr>
        <p:spPr>
          <a:xfrm>
            <a:off x="30710459" y="34501873"/>
            <a:ext cx="65" cy="461665"/>
          </a:xfrm>
          <a:prstGeom prst="rect">
            <a:avLst/>
          </a:prstGeom>
          <a:noFill/>
        </p:spPr>
        <p:txBody>
          <a:bodyPr wrap="none" lIns="0" tIns="0" rIns="0" bIns="0" rtlCol="0">
            <a:spAutoFit/>
          </a:bodyPr>
          <a:lstStyle/>
          <a:p>
            <a:endParaRPr lang="en-DE" sz="3000" dirty="0" err="1">
              <a:solidFill>
                <a:schemeClr val="tx1">
                  <a:lumMod val="75000"/>
                </a:schemeClr>
              </a:solidFill>
            </a:endParaRPr>
          </a:p>
        </p:txBody>
      </p:sp>
    </p:spTree>
    <p:extLst>
      <p:ext uri="{BB962C8B-B14F-4D97-AF65-F5344CB8AC3E}">
        <p14:creationId xmlns:p14="http://schemas.microsoft.com/office/powerpoint/2010/main" val="2424444145"/>
      </p:ext>
    </p:extLst>
  </p:cSld>
  <p:clrMapOvr>
    <a:masterClrMapping/>
  </p:clrMapOvr>
</p:sld>
</file>

<file path=ppt/theme/theme1.xml><?xml version="1.0" encoding="utf-8"?>
<a:theme xmlns:a="http://schemas.openxmlformats.org/drawingml/2006/main" name="UHOH">
  <a:themeElements>
    <a:clrScheme name="Farben UHOH">
      <a:dk1>
        <a:srgbClr val="525250"/>
      </a:dk1>
      <a:lt1>
        <a:sysClr val="window" lastClr="FFFFFF"/>
      </a:lt1>
      <a:dk2>
        <a:srgbClr val="004577"/>
      </a:dk2>
      <a:lt2>
        <a:srgbClr val="EAF3F4"/>
      </a:lt2>
      <a:accent1>
        <a:srgbClr val="6EAAC1"/>
      </a:accent1>
      <a:accent2>
        <a:srgbClr val="55742B"/>
      </a:accent2>
      <a:accent3>
        <a:srgbClr val="AFCA0B"/>
      </a:accent3>
      <a:accent4>
        <a:srgbClr val="711E5A"/>
      </a:accent4>
      <a:accent5>
        <a:srgbClr val="C5A63B"/>
      </a:accent5>
      <a:accent6>
        <a:srgbClr val="A5C249"/>
      </a:accent6>
      <a:hlink>
        <a:srgbClr val="7030A0"/>
      </a:hlink>
      <a:folHlink>
        <a:srgbClr val="525250"/>
      </a:folHlink>
    </a:clrScheme>
    <a:fontScheme name="UHOH-Segoe">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olidFill>
            <a:schemeClr val="tx1">
              <a:lumMod val="40000"/>
              <a:lumOff val="60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sz="3000" dirty="0" err="1" smtClean="0">
            <a:solidFill>
              <a:schemeClr val="tx1">
                <a:lumMod val="75000"/>
              </a:schemeClr>
            </a:solidFill>
          </a:defRPr>
        </a:defPPr>
      </a:lstStyle>
    </a:txDef>
  </a:objectDefaults>
  <a:extraClrSchemeLst/>
  <a:extLst>
    <a:ext uri="{05A4C25C-085E-4340-85A3-A5531E510DB2}">
      <thm15:themeFamily xmlns:thm15="http://schemas.microsoft.com/office/thememl/2012/main" name="UHOH" id="{942A5631-245D-4D38-9C89-6707D8310737}" vid="{76377F6C-B921-42D4-967B-F5DDB5AADF7C}"/>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UHOH</Template>
  <TotalTime>1474</TotalTime>
  <Words>1376</Words>
  <Application>Microsoft Macintosh PowerPoint</Application>
  <PresentationFormat>Custom</PresentationFormat>
  <Paragraphs>31</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Segoe UI</vt:lpstr>
      <vt:lpstr>Segoe UI Semibold</vt:lpstr>
      <vt:lpstr>UHOH</vt:lpstr>
      <vt:lpstr>Shared Mental Models in Generative AI-Based Multi-Agent Systems: A Simulation Study Grounded in Human Team Cognition Theory</vt:lpstr>
    </vt:vector>
  </TitlesOfParts>
  <Company>Universität Hohenheim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ljfdslfjdkfjd</dc:title>
  <dc:creator>Terzoglou, Sabine</dc:creator>
  <cp:lastModifiedBy>Leonard Hegemann</cp:lastModifiedBy>
  <cp:revision>126</cp:revision>
  <cp:lastPrinted>2026-07-15T14:55:43Z</cp:lastPrinted>
  <dcterms:created xsi:type="dcterms:W3CDTF">2022-11-29T09:37:10Z</dcterms:created>
  <dcterms:modified xsi:type="dcterms:W3CDTF">2026-07-15T14:55:47Z</dcterms:modified>
</cp:coreProperties>
</file>